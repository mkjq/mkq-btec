
<file path=[Content_Types].xml><?xml version="1.0" encoding="utf-8"?>
<Types xmlns="http://schemas.openxmlformats.org/package/2006/content-types">
  <Default Extension="bin" ContentType="audio/unknown"/>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6.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7.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8.xml" ContentType="application/vnd.openxmlformats-officedocument.theme+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9.xml" ContentType="application/vnd.openxmlformats-officedocument.theme+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tl="1"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Lst>
  <p:notesMasterIdLst>
    <p:notesMasterId r:id="rId56"/>
  </p:notesMasterIdLst>
  <p:sldIdLst>
    <p:sldId id="256" r:id="rId14"/>
    <p:sldId id="257" r:id="rId15"/>
    <p:sldId id="385" r:id="rId16"/>
    <p:sldId id="258" r:id="rId17"/>
    <p:sldId id="272" r:id="rId18"/>
    <p:sldId id="318" r:id="rId19"/>
    <p:sldId id="349" r:id="rId20"/>
    <p:sldId id="381" r:id="rId21"/>
    <p:sldId id="319" r:id="rId22"/>
    <p:sldId id="346" r:id="rId23"/>
    <p:sldId id="382" r:id="rId24"/>
    <p:sldId id="353" r:id="rId25"/>
    <p:sldId id="355" r:id="rId26"/>
    <p:sldId id="357" r:id="rId27"/>
    <p:sldId id="358" r:id="rId28"/>
    <p:sldId id="359" r:id="rId29"/>
    <p:sldId id="352" r:id="rId30"/>
    <p:sldId id="321" r:id="rId31"/>
    <p:sldId id="347" r:id="rId32"/>
    <p:sldId id="360" r:id="rId33"/>
    <p:sldId id="383" r:id="rId34"/>
    <p:sldId id="361" r:id="rId35"/>
    <p:sldId id="362" r:id="rId36"/>
    <p:sldId id="363" r:id="rId37"/>
    <p:sldId id="364" r:id="rId38"/>
    <p:sldId id="365" r:id="rId39"/>
    <p:sldId id="366" r:id="rId40"/>
    <p:sldId id="367" r:id="rId41"/>
    <p:sldId id="368" r:id="rId42"/>
    <p:sldId id="369" r:id="rId43"/>
    <p:sldId id="370" r:id="rId44"/>
    <p:sldId id="371" r:id="rId45"/>
    <p:sldId id="372" r:id="rId46"/>
    <p:sldId id="373" r:id="rId47"/>
    <p:sldId id="374" r:id="rId48"/>
    <p:sldId id="375" r:id="rId49"/>
    <p:sldId id="376" r:id="rId50"/>
    <p:sldId id="377" r:id="rId51"/>
    <p:sldId id="378" r:id="rId52"/>
    <p:sldId id="379" r:id="rId53"/>
    <p:sldId id="380" r:id="rId54"/>
    <p:sldId id="384" r:id="rId55"/>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E59CC3-E3D0-4306-A59D-F0FC9F10B2BB}" v="42" dt="2024-12-04T13:06:05.744"/>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2059" autoAdjust="0"/>
    <p:restoredTop sz="87396" autoAdjust="0"/>
  </p:normalViewPr>
  <p:slideViewPr>
    <p:cSldViewPr>
      <p:cViewPr varScale="1">
        <p:scale>
          <a:sx n="137" d="100"/>
          <a:sy n="137" d="100"/>
        </p:scale>
        <p:origin x="2994" y="126"/>
      </p:cViewPr>
      <p:guideLst>
        <p:guide orient="horz" pos="1933"/>
        <p:guide pos="2880"/>
        <p:guide pos="1791"/>
        <p:guide orient="horz" pos="3657"/>
        <p:guide pos="106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slide" Target="slides/slide26.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slide" Target="slides/slide29.xml"/><Relationship Id="rId47" Type="http://schemas.openxmlformats.org/officeDocument/2006/relationships/slide" Target="slides/slide34.xml"/><Relationship Id="rId50" Type="http://schemas.openxmlformats.org/officeDocument/2006/relationships/slide" Target="slides/slide37.xml"/><Relationship Id="rId55" Type="http://schemas.openxmlformats.org/officeDocument/2006/relationships/slide" Target="slides/slide42.xml"/><Relationship Id="rId63" Type="http://schemas.microsoft.com/office/2015/10/relationships/revisionInfo" Target="revisionInfo.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openxmlformats.org/officeDocument/2006/relationships/slide" Target="slides/slide40.xml"/><Relationship Id="rId58" Type="http://schemas.openxmlformats.org/officeDocument/2006/relationships/presProps" Target="presProps.xml"/><Relationship Id="rId5" Type="http://schemas.openxmlformats.org/officeDocument/2006/relationships/slideMaster" Target="slideMasters/slideMaster2.xml"/><Relationship Id="rId61" Type="http://schemas.openxmlformats.org/officeDocument/2006/relationships/tableStyles" Target="tableStyles.xml"/><Relationship Id="rId19" Type="http://schemas.openxmlformats.org/officeDocument/2006/relationships/slide" Target="slides/slide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slide" Target="slides/slide35.xml"/><Relationship Id="rId56" Type="http://schemas.openxmlformats.org/officeDocument/2006/relationships/notesMaster" Target="notesMasters/notesMaster1.xml"/><Relationship Id="rId8" Type="http://schemas.openxmlformats.org/officeDocument/2006/relationships/slideMaster" Target="slideMasters/slideMaster5.xml"/><Relationship Id="rId51" Type="http://schemas.openxmlformats.org/officeDocument/2006/relationships/slide" Target="slides/slide38.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59" Type="http://schemas.openxmlformats.org/officeDocument/2006/relationships/viewProps" Target="viewProps.xml"/><Relationship Id="rId20" Type="http://schemas.openxmlformats.org/officeDocument/2006/relationships/slide" Target="slides/slide7.xml"/><Relationship Id="rId41" Type="http://schemas.openxmlformats.org/officeDocument/2006/relationships/slide" Target="slides/slide28.xml"/><Relationship Id="rId54" Type="http://schemas.openxmlformats.org/officeDocument/2006/relationships/slide" Target="slides/slide41.xml"/><Relationship Id="rId62"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slide" Target="slides/slide36.xml"/><Relationship Id="rId57" Type="http://schemas.openxmlformats.org/officeDocument/2006/relationships/commentAuthors" Target="commentAuthors.xml"/><Relationship Id="rId10" Type="http://schemas.openxmlformats.org/officeDocument/2006/relationships/slideMaster" Target="slideMasters/slideMaster7.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slide" Target="slides/slide39.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Master" Target="slideMasters/slideMaster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Winser" userId="c3146a91-e6bd-4264-bd86-e164e04bc32d" providerId="ADAL" clId="{E2E59CC3-E3D0-4306-A59D-F0FC9F10B2BB}"/>
    <pc:docChg chg="modSld">
      <pc:chgData name="Paul Winser" userId="c3146a91-e6bd-4264-bd86-e164e04bc32d" providerId="ADAL" clId="{E2E59CC3-E3D0-4306-A59D-F0FC9F10B2BB}" dt="2024-12-04T13:06:05.743" v="59"/>
      <pc:docMkLst>
        <pc:docMk/>
      </pc:docMkLst>
      <pc:sldChg chg="addSp modSp mod">
        <pc:chgData name="Paul Winser" userId="c3146a91-e6bd-4264-bd86-e164e04bc32d" providerId="ADAL" clId="{E2E59CC3-E3D0-4306-A59D-F0FC9F10B2BB}" dt="2024-12-04T13:03:56.047" v="2" actId="20577"/>
        <pc:sldMkLst>
          <pc:docMk/>
          <pc:sldMk cId="0" sldId="256"/>
        </pc:sldMkLst>
        <pc:spChg chg="add mod">
          <ac:chgData name="Paul Winser" userId="c3146a91-e6bd-4264-bd86-e164e04bc32d" providerId="ADAL" clId="{E2E59CC3-E3D0-4306-A59D-F0FC9F10B2BB}" dt="2024-12-04T13:03:56.047" v="2" actId="20577"/>
          <ac:spMkLst>
            <pc:docMk/>
            <pc:sldMk cId="0" sldId="256"/>
            <ac:spMk id="2" creationId="{016DB71D-2C1B-DD7F-C1D5-B65B6F00488D}"/>
          </ac:spMkLst>
        </pc:spChg>
      </pc:sldChg>
      <pc:sldChg chg="addSp modSp modNotesTx">
        <pc:chgData name="Paul Winser" userId="c3146a91-e6bd-4264-bd86-e164e04bc32d" providerId="ADAL" clId="{E2E59CC3-E3D0-4306-A59D-F0FC9F10B2BB}" dt="2024-12-04T13:04:04.349" v="4" actId="6549"/>
        <pc:sldMkLst>
          <pc:docMk/>
          <pc:sldMk cId="0" sldId="257"/>
        </pc:sldMkLst>
        <pc:spChg chg="add mod">
          <ac:chgData name="Paul Winser" userId="c3146a91-e6bd-4264-bd86-e164e04bc32d" providerId="ADAL" clId="{E2E59CC3-E3D0-4306-A59D-F0FC9F10B2BB}" dt="2024-12-04T13:04:00.946" v="3"/>
          <ac:spMkLst>
            <pc:docMk/>
            <pc:sldMk cId="0" sldId="257"/>
            <ac:spMk id="2" creationId="{3B5F09E2-79A5-4B62-290A-E3BED7F0A7B2}"/>
          </ac:spMkLst>
        </pc:spChg>
      </pc:sldChg>
      <pc:sldChg chg="addSp modSp modNotesTx">
        <pc:chgData name="Paul Winser" userId="c3146a91-e6bd-4264-bd86-e164e04bc32d" providerId="ADAL" clId="{E2E59CC3-E3D0-4306-A59D-F0FC9F10B2BB}" dt="2024-12-04T13:04:19.345" v="8"/>
        <pc:sldMkLst>
          <pc:docMk/>
          <pc:sldMk cId="0" sldId="258"/>
        </pc:sldMkLst>
        <pc:spChg chg="add mod">
          <ac:chgData name="Paul Winser" userId="c3146a91-e6bd-4264-bd86-e164e04bc32d" providerId="ADAL" clId="{E2E59CC3-E3D0-4306-A59D-F0FC9F10B2BB}" dt="2024-12-04T13:04:19.345" v="8"/>
          <ac:spMkLst>
            <pc:docMk/>
            <pc:sldMk cId="0" sldId="258"/>
            <ac:spMk id="2" creationId="{002BE094-D3AF-85D3-E826-CAF83CCC3A3E}"/>
          </ac:spMkLst>
        </pc:spChg>
      </pc:sldChg>
      <pc:sldChg chg="addSp modSp">
        <pc:chgData name="Paul Winser" userId="c3146a91-e6bd-4264-bd86-e164e04bc32d" providerId="ADAL" clId="{E2E59CC3-E3D0-4306-A59D-F0FC9F10B2BB}" dt="2024-12-04T13:04:21.386" v="9"/>
        <pc:sldMkLst>
          <pc:docMk/>
          <pc:sldMk cId="0" sldId="272"/>
        </pc:sldMkLst>
        <pc:spChg chg="add mod">
          <ac:chgData name="Paul Winser" userId="c3146a91-e6bd-4264-bd86-e164e04bc32d" providerId="ADAL" clId="{E2E59CC3-E3D0-4306-A59D-F0FC9F10B2BB}" dt="2024-12-04T13:04:21.386" v="9"/>
          <ac:spMkLst>
            <pc:docMk/>
            <pc:sldMk cId="0" sldId="272"/>
            <ac:spMk id="2" creationId="{10841089-7691-F588-E310-BDB43A945C47}"/>
          </ac:spMkLst>
        </pc:spChg>
      </pc:sldChg>
      <pc:sldChg chg="addSp modSp">
        <pc:chgData name="Paul Winser" userId="c3146a91-e6bd-4264-bd86-e164e04bc32d" providerId="ADAL" clId="{E2E59CC3-E3D0-4306-A59D-F0FC9F10B2BB}" dt="2024-12-04T13:04:23.576" v="10"/>
        <pc:sldMkLst>
          <pc:docMk/>
          <pc:sldMk cId="2236349469" sldId="318"/>
        </pc:sldMkLst>
        <pc:spChg chg="add mod">
          <ac:chgData name="Paul Winser" userId="c3146a91-e6bd-4264-bd86-e164e04bc32d" providerId="ADAL" clId="{E2E59CC3-E3D0-4306-A59D-F0FC9F10B2BB}" dt="2024-12-04T13:04:23.576" v="10"/>
          <ac:spMkLst>
            <pc:docMk/>
            <pc:sldMk cId="2236349469" sldId="318"/>
            <ac:spMk id="2" creationId="{B3EA24FE-95BE-A970-0BD6-74EA37D7DCC2}"/>
          </ac:spMkLst>
        </pc:spChg>
      </pc:sldChg>
      <pc:sldChg chg="addSp modSp">
        <pc:chgData name="Paul Winser" userId="c3146a91-e6bd-4264-bd86-e164e04bc32d" providerId="ADAL" clId="{E2E59CC3-E3D0-4306-A59D-F0FC9F10B2BB}" dt="2024-12-04T13:04:31.798" v="14"/>
        <pc:sldMkLst>
          <pc:docMk/>
          <pc:sldMk cId="211838768" sldId="319"/>
        </pc:sldMkLst>
        <pc:spChg chg="add mod">
          <ac:chgData name="Paul Winser" userId="c3146a91-e6bd-4264-bd86-e164e04bc32d" providerId="ADAL" clId="{E2E59CC3-E3D0-4306-A59D-F0FC9F10B2BB}" dt="2024-12-04T13:04:31.798" v="14"/>
          <ac:spMkLst>
            <pc:docMk/>
            <pc:sldMk cId="211838768" sldId="319"/>
            <ac:spMk id="2" creationId="{5443693A-7ECC-320E-42B7-E8F216E695E3}"/>
          </ac:spMkLst>
        </pc:spChg>
      </pc:sldChg>
      <pc:sldChg chg="addSp modSp">
        <pc:chgData name="Paul Winser" userId="c3146a91-e6bd-4264-bd86-e164e04bc32d" providerId="ADAL" clId="{E2E59CC3-E3D0-4306-A59D-F0FC9F10B2BB}" dt="2024-12-04T13:04:46.405" v="23"/>
        <pc:sldMkLst>
          <pc:docMk/>
          <pc:sldMk cId="2402631685" sldId="321"/>
        </pc:sldMkLst>
        <pc:spChg chg="add mod">
          <ac:chgData name="Paul Winser" userId="c3146a91-e6bd-4264-bd86-e164e04bc32d" providerId="ADAL" clId="{E2E59CC3-E3D0-4306-A59D-F0FC9F10B2BB}" dt="2024-12-04T13:04:46.405" v="23"/>
          <ac:spMkLst>
            <pc:docMk/>
            <pc:sldMk cId="2402631685" sldId="321"/>
            <ac:spMk id="2" creationId="{D991278D-D084-8C5E-F106-E6BEBFAD0D51}"/>
          </ac:spMkLst>
        </pc:spChg>
      </pc:sldChg>
      <pc:sldChg chg="addSp modSp">
        <pc:chgData name="Paul Winser" userId="c3146a91-e6bd-4264-bd86-e164e04bc32d" providerId="ADAL" clId="{E2E59CC3-E3D0-4306-A59D-F0FC9F10B2BB}" dt="2024-12-04T13:04:34.004" v="15"/>
        <pc:sldMkLst>
          <pc:docMk/>
          <pc:sldMk cId="2565067211" sldId="346"/>
        </pc:sldMkLst>
        <pc:spChg chg="add mod">
          <ac:chgData name="Paul Winser" userId="c3146a91-e6bd-4264-bd86-e164e04bc32d" providerId="ADAL" clId="{E2E59CC3-E3D0-4306-A59D-F0FC9F10B2BB}" dt="2024-12-04T13:04:34.004" v="15"/>
          <ac:spMkLst>
            <pc:docMk/>
            <pc:sldMk cId="2565067211" sldId="346"/>
            <ac:spMk id="2" creationId="{0528DE8A-C352-0398-C952-065CA27C73CF}"/>
          </ac:spMkLst>
        </pc:spChg>
      </pc:sldChg>
      <pc:sldChg chg="addSp modSp">
        <pc:chgData name="Paul Winser" userId="c3146a91-e6bd-4264-bd86-e164e04bc32d" providerId="ADAL" clId="{E2E59CC3-E3D0-4306-A59D-F0FC9F10B2BB}" dt="2024-12-04T13:04:48.073" v="24"/>
        <pc:sldMkLst>
          <pc:docMk/>
          <pc:sldMk cId="1139649401" sldId="347"/>
        </pc:sldMkLst>
        <pc:spChg chg="add mod">
          <ac:chgData name="Paul Winser" userId="c3146a91-e6bd-4264-bd86-e164e04bc32d" providerId="ADAL" clId="{E2E59CC3-E3D0-4306-A59D-F0FC9F10B2BB}" dt="2024-12-04T13:04:48.073" v="24"/>
          <ac:spMkLst>
            <pc:docMk/>
            <pc:sldMk cId="1139649401" sldId="347"/>
            <ac:spMk id="2" creationId="{F81C4F2D-C1D1-D01B-54BE-D26265FE7510}"/>
          </ac:spMkLst>
        </pc:spChg>
      </pc:sldChg>
      <pc:sldChg chg="addSp modSp">
        <pc:chgData name="Paul Winser" userId="c3146a91-e6bd-4264-bd86-e164e04bc32d" providerId="ADAL" clId="{E2E59CC3-E3D0-4306-A59D-F0FC9F10B2BB}" dt="2024-12-04T13:04:25.524" v="11"/>
        <pc:sldMkLst>
          <pc:docMk/>
          <pc:sldMk cId="956628714" sldId="349"/>
        </pc:sldMkLst>
        <pc:spChg chg="add mod">
          <ac:chgData name="Paul Winser" userId="c3146a91-e6bd-4264-bd86-e164e04bc32d" providerId="ADAL" clId="{E2E59CC3-E3D0-4306-A59D-F0FC9F10B2BB}" dt="2024-12-04T13:04:25.524" v="11"/>
          <ac:spMkLst>
            <pc:docMk/>
            <pc:sldMk cId="956628714" sldId="349"/>
            <ac:spMk id="2" creationId="{05246533-081B-2819-C57E-BB4C3F88C5A6}"/>
          </ac:spMkLst>
        </pc:spChg>
      </pc:sldChg>
      <pc:sldChg chg="addSp modSp">
        <pc:chgData name="Paul Winser" userId="c3146a91-e6bd-4264-bd86-e164e04bc32d" providerId="ADAL" clId="{E2E59CC3-E3D0-4306-A59D-F0FC9F10B2BB}" dt="2024-12-04T13:04:44.864" v="22"/>
        <pc:sldMkLst>
          <pc:docMk/>
          <pc:sldMk cId="412422481" sldId="352"/>
        </pc:sldMkLst>
        <pc:spChg chg="add mod">
          <ac:chgData name="Paul Winser" userId="c3146a91-e6bd-4264-bd86-e164e04bc32d" providerId="ADAL" clId="{E2E59CC3-E3D0-4306-A59D-F0FC9F10B2BB}" dt="2024-12-04T13:04:44.864" v="22"/>
          <ac:spMkLst>
            <pc:docMk/>
            <pc:sldMk cId="412422481" sldId="352"/>
            <ac:spMk id="3" creationId="{C401068D-A33D-7242-B160-B0D4FC1FE49D}"/>
          </ac:spMkLst>
        </pc:spChg>
      </pc:sldChg>
      <pc:sldChg chg="addSp modSp">
        <pc:chgData name="Paul Winser" userId="c3146a91-e6bd-4264-bd86-e164e04bc32d" providerId="ADAL" clId="{E2E59CC3-E3D0-4306-A59D-F0FC9F10B2BB}" dt="2024-12-04T13:04:38.358" v="17"/>
        <pc:sldMkLst>
          <pc:docMk/>
          <pc:sldMk cId="4259004274" sldId="353"/>
        </pc:sldMkLst>
        <pc:spChg chg="add mod">
          <ac:chgData name="Paul Winser" userId="c3146a91-e6bd-4264-bd86-e164e04bc32d" providerId="ADAL" clId="{E2E59CC3-E3D0-4306-A59D-F0FC9F10B2BB}" dt="2024-12-04T13:04:38.358" v="17"/>
          <ac:spMkLst>
            <pc:docMk/>
            <pc:sldMk cId="4259004274" sldId="353"/>
            <ac:spMk id="2" creationId="{D2314B41-1B6A-C73C-2DC6-A30E1BC1D224}"/>
          </ac:spMkLst>
        </pc:spChg>
      </pc:sldChg>
      <pc:sldChg chg="addSp modSp">
        <pc:chgData name="Paul Winser" userId="c3146a91-e6bd-4264-bd86-e164e04bc32d" providerId="ADAL" clId="{E2E59CC3-E3D0-4306-A59D-F0FC9F10B2BB}" dt="2024-12-04T13:04:39.638" v="18"/>
        <pc:sldMkLst>
          <pc:docMk/>
          <pc:sldMk cId="547425809" sldId="355"/>
        </pc:sldMkLst>
        <pc:spChg chg="add mod">
          <ac:chgData name="Paul Winser" userId="c3146a91-e6bd-4264-bd86-e164e04bc32d" providerId="ADAL" clId="{E2E59CC3-E3D0-4306-A59D-F0FC9F10B2BB}" dt="2024-12-04T13:04:39.638" v="18"/>
          <ac:spMkLst>
            <pc:docMk/>
            <pc:sldMk cId="547425809" sldId="355"/>
            <ac:spMk id="2" creationId="{4AC27EFC-7DC1-D5C4-727B-F05B36D54447}"/>
          </ac:spMkLst>
        </pc:spChg>
      </pc:sldChg>
      <pc:sldChg chg="addSp modSp">
        <pc:chgData name="Paul Winser" userId="c3146a91-e6bd-4264-bd86-e164e04bc32d" providerId="ADAL" clId="{E2E59CC3-E3D0-4306-A59D-F0FC9F10B2BB}" dt="2024-12-04T13:04:40.951" v="19"/>
        <pc:sldMkLst>
          <pc:docMk/>
          <pc:sldMk cId="3103237433" sldId="357"/>
        </pc:sldMkLst>
        <pc:spChg chg="add mod">
          <ac:chgData name="Paul Winser" userId="c3146a91-e6bd-4264-bd86-e164e04bc32d" providerId="ADAL" clId="{E2E59CC3-E3D0-4306-A59D-F0FC9F10B2BB}" dt="2024-12-04T13:04:40.951" v="19"/>
          <ac:spMkLst>
            <pc:docMk/>
            <pc:sldMk cId="3103237433" sldId="357"/>
            <ac:spMk id="3" creationId="{7D1E2551-4AE7-AD7B-A69C-7428DC509E71}"/>
          </ac:spMkLst>
        </pc:spChg>
      </pc:sldChg>
      <pc:sldChg chg="addSp modSp">
        <pc:chgData name="Paul Winser" userId="c3146a91-e6bd-4264-bd86-e164e04bc32d" providerId="ADAL" clId="{E2E59CC3-E3D0-4306-A59D-F0FC9F10B2BB}" dt="2024-12-04T13:04:42.277" v="20"/>
        <pc:sldMkLst>
          <pc:docMk/>
          <pc:sldMk cId="611909999" sldId="358"/>
        </pc:sldMkLst>
        <pc:spChg chg="add mod">
          <ac:chgData name="Paul Winser" userId="c3146a91-e6bd-4264-bd86-e164e04bc32d" providerId="ADAL" clId="{E2E59CC3-E3D0-4306-A59D-F0FC9F10B2BB}" dt="2024-12-04T13:04:42.277" v="20"/>
          <ac:spMkLst>
            <pc:docMk/>
            <pc:sldMk cId="611909999" sldId="358"/>
            <ac:spMk id="2" creationId="{F543D0C6-E823-41CA-E246-ED6672684B91}"/>
          </ac:spMkLst>
        </pc:spChg>
      </pc:sldChg>
      <pc:sldChg chg="addSp modSp">
        <pc:chgData name="Paul Winser" userId="c3146a91-e6bd-4264-bd86-e164e04bc32d" providerId="ADAL" clId="{E2E59CC3-E3D0-4306-A59D-F0FC9F10B2BB}" dt="2024-12-04T13:04:43.626" v="21"/>
        <pc:sldMkLst>
          <pc:docMk/>
          <pc:sldMk cId="3476216232" sldId="359"/>
        </pc:sldMkLst>
        <pc:spChg chg="add mod">
          <ac:chgData name="Paul Winser" userId="c3146a91-e6bd-4264-bd86-e164e04bc32d" providerId="ADAL" clId="{E2E59CC3-E3D0-4306-A59D-F0FC9F10B2BB}" dt="2024-12-04T13:04:43.626" v="21"/>
          <ac:spMkLst>
            <pc:docMk/>
            <pc:sldMk cId="3476216232" sldId="359"/>
            <ac:spMk id="2" creationId="{9463FBF8-87A3-AE1F-39BB-F0239892CF7F}"/>
          </ac:spMkLst>
        </pc:spChg>
      </pc:sldChg>
      <pc:sldChg chg="addSp modSp">
        <pc:chgData name="Paul Winser" userId="c3146a91-e6bd-4264-bd86-e164e04bc32d" providerId="ADAL" clId="{E2E59CC3-E3D0-4306-A59D-F0FC9F10B2BB}" dt="2024-12-04T13:04:49.433" v="25"/>
        <pc:sldMkLst>
          <pc:docMk/>
          <pc:sldMk cId="1436891541" sldId="360"/>
        </pc:sldMkLst>
        <pc:spChg chg="add mod">
          <ac:chgData name="Paul Winser" userId="c3146a91-e6bd-4264-bd86-e164e04bc32d" providerId="ADAL" clId="{E2E59CC3-E3D0-4306-A59D-F0FC9F10B2BB}" dt="2024-12-04T13:04:49.433" v="25"/>
          <ac:spMkLst>
            <pc:docMk/>
            <pc:sldMk cId="1436891541" sldId="360"/>
            <ac:spMk id="2" creationId="{E1D30FD6-E683-627F-CA54-4A2EEDDF3982}"/>
          </ac:spMkLst>
        </pc:spChg>
      </pc:sldChg>
      <pc:sldChg chg="addSp modSp">
        <pc:chgData name="Paul Winser" userId="c3146a91-e6bd-4264-bd86-e164e04bc32d" providerId="ADAL" clId="{E2E59CC3-E3D0-4306-A59D-F0FC9F10B2BB}" dt="2024-12-04T13:04:52.518" v="27"/>
        <pc:sldMkLst>
          <pc:docMk/>
          <pc:sldMk cId="1261955203" sldId="361"/>
        </pc:sldMkLst>
        <pc:spChg chg="add mod">
          <ac:chgData name="Paul Winser" userId="c3146a91-e6bd-4264-bd86-e164e04bc32d" providerId="ADAL" clId="{E2E59CC3-E3D0-4306-A59D-F0FC9F10B2BB}" dt="2024-12-04T13:04:52.518" v="27"/>
          <ac:spMkLst>
            <pc:docMk/>
            <pc:sldMk cId="1261955203" sldId="361"/>
            <ac:spMk id="2" creationId="{2D62A1A2-F554-33E9-C217-0351E276B963}"/>
          </ac:spMkLst>
        </pc:spChg>
      </pc:sldChg>
      <pc:sldChg chg="addSp modSp">
        <pc:chgData name="Paul Winser" userId="c3146a91-e6bd-4264-bd86-e164e04bc32d" providerId="ADAL" clId="{E2E59CC3-E3D0-4306-A59D-F0FC9F10B2BB}" dt="2024-12-04T13:04:53.736" v="28"/>
        <pc:sldMkLst>
          <pc:docMk/>
          <pc:sldMk cId="2586097023" sldId="362"/>
        </pc:sldMkLst>
        <pc:spChg chg="add mod">
          <ac:chgData name="Paul Winser" userId="c3146a91-e6bd-4264-bd86-e164e04bc32d" providerId="ADAL" clId="{E2E59CC3-E3D0-4306-A59D-F0FC9F10B2BB}" dt="2024-12-04T13:04:53.736" v="28"/>
          <ac:spMkLst>
            <pc:docMk/>
            <pc:sldMk cId="2586097023" sldId="362"/>
            <ac:spMk id="2" creationId="{CDCFA9AD-9C86-780C-73AA-94AF59AF12FD}"/>
          </ac:spMkLst>
        </pc:spChg>
      </pc:sldChg>
      <pc:sldChg chg="addSp modSp">
        <pc:chgData name="Paul Winser" userId="c3146a91-e6bd-4264-bd86-e164e04bc32d" providerId="ADAL" clId="{E2E59CC3-E3D0-4306-A59D-F0FC9F10B2BB}" dt="2024-12-04T13:04:55.158" v="29"/>
        <pc:sldMkLst>
          <pc:docMk/>
          <pc:sldMk cId="3662285605" sldId="363"/>
        </pc:sldMkLst>
        <pc:spChg chg="add mod">
          <ac:chgData name="Paul Winser" userId="c3146a91-e6bd-4264-bd86-e164e04bc32d" providerId="ADAL" clId="{E2E59CC3-E3D0-4306-A59D-F0FC9F10B2BB}" dt="2024-12-04T13:04:55.158" v="29"/>
          <ac:spMkLst>
            <pc:docMk/>
            <pc:sldMk cId="3662285605" sldId="363"/>
            <ac:spMk id="2" creationId="{5058BD49-4E0B-9DD3-77EC-955DF3788342}"/>
          </ac:spMkLst>
        </pc:spChg>
      </pc:sldChg>
      <pc:sldChg chg="addSp modSp mod">
        <pc:chgData name="Paul Winser" userId="c3146a91-e6bd-4264-bd86-e164e04bc32d" providerId="ADAL" clId="{E2E59CC3-E3D0-4306-A59D-F0FC9F10B2BB}" dt="2024-12-04T13:05:10.323" v="36" actId="1076"/>
        <pc:sldMkLst>
          <pc:docMk/>
          <pc:sldMk cId="2587244497" sldId="364"/>
        </pc:sldMkLst>
        <pc:spChg chg="add mod">
          <ac:chgData name="Paul Winser" userId="c3146a91-e6bd-4264-bd86-e164e04bc32d" providerId="ADAL" clId="{E2E59CC3-E3D0-4306-A59D-F0FC9F10B2BB}" dt="2024-12-04T13:04:57.311" v="30"/>
          <ac:spMkLst>
            <pc:docMk/>
            <pc:sldMk cId="2587244497" sldId="364"/>
            <ac:spMk id="2" creationId="{0D488999-B818-66DD-ADA1-C270D70AA5B9}"/>
          </ac:spMkLst>
        </pc:spChg>
        <pc:spChg chg="mod">
          <ac:chgData name="Paul Winser" userId="c3146a91-e6bd-4264-bd86-e164e04bc32d" providerId="ADAL" clId="{E2E59CC3-E3D0-4306-A59D-F0FC9F10B2BB}" dt="2024-12-04T13:05:10.323" v="36" actId="1076"/>
          <ac:spMkLst>
            <pc:docMk/>
            <pc:sldMk cId="2587244497" sldId="364"/>
            <ac:spMk id="7" creationId="{8ECFBC41-EB8C-4613-A64A-275BA7A7F6BF}"/>
          </ac:spMkLst>
        </pc:spChg>
        <pc:spChg chg="mod">
          <ac:chgData name="Paul Winser" userId="c3146a91-e6bd-4264-bd86-e164e04bc32d" providerId="ADAL" clId="{E2E59CC3-E3D0-4306-A59D-F0FC9F10B2BB}" dt="2024-12-04T13:05:08.206" v="35" actId="1076"/>
          <ac:spMkLst>
            <pc:docMk/>
            <pc:sldMk cId="2587244497" sldId="364"/>
            <ac:spMk id="9" creationId="{8387616E-9285-4664-81BE-D14773B73175}"/>
          </ac:spMkLst>
        </pc:spChg>
        <pc:picChg chg="mod">
          <ac:chgData name="Paul Winser" userId="c3146a91-e6bd-4264-bd86-e164e04bc32d" providerId="ADAL" clId="{E2E59CC3-E3D0-4306-A59D-F0FC9F10B2BB}" dt="2024-12-04T13:05:00.828" v="32" actId="1076"/>
          <ac:picMkLst>
            <pc:docMk/>
            <pc:sldMk cId="2587244497" sldId="364"/>
            <ac:picMk id="3" creationId="{D43D4D0D-BC54-D468-982D-35BCA6CF0FF3}"/>
          </ac:picMkLst>
        </pc:picChg>
        <pc:picChg chg="mod">
          <ac:chgData name="Paul Winser" userId="c3146a91-e6bd-4264-bd86-e164e04bc32d" providerId="ADAL" clId="{E2E59CC3-E3D0-4306-A59D-F0FC9F10B2BB}" dt="2024-12-04T13:05:04.786" v="34" actId="1076"/>
          <ac:picMkLst>
            <pc:docMk/>
            <pc:sldMk cId="2587244497" sldId="364"/>
            <ac:picMk id="8" creationId="{62028084-5741-39FC-79A7-B80CA6196823}"/>
          </ac:picMkLst>
        </pc:picChg>
      </pc:sldChg>
      <pc:sldChg chg="addSp modSp">
        <pc:chgData name="Paul Winser" userId="c3146a91-e6bd-4264-bd86-e164e04bc32d" providerId="ADAL" clId="{E2E59CC3-E3D0-4306-A59D-F0FC9F10B2BB}" dt="2024-12-04T13:05:13.042" v="37"/>
        <pc:sldMkLst>
          <pc:docMk/>
          <pc:sldMk cId="1224442848" sldId="365"/>
        </pc:sldMkLst>
        <pc:spChg chg="add mod">
          <ac:chgData name="Paul Winser" userId="c3146a91-e6bd-4264-bd86-e164e04bc32d" providerId="ADAL" clId="{E2E59CC3-E3D0-4306-A59D-F0FC9F10B2BB}" dt="2024-12-04T13:05:13.042" v="37"/>
          <ac:spMkLst>
            <pc:docMk/>
            <pc:sldMk cId="1224442848" sldId="365"/>
            <ac:spMk id="2" creationId="{3B43D925-80D3-A437-D689-AC700142E7A0}"/>
          </ac:spMkLst>
        </pc:spChg>
      </pc:sldChg>
      <pc:sldChg chg="addSp modSp">
        <pc:chgData name="Paul Winser" userId="c3146a91-e6bd-4264-bd86-e164e04bc32d" providerId="ADAL" clId="{E2E59CC3-E3D0-4306-A59D-F0FC9F10B2BB}" dt="2024-12-04T13:05:16.990" v="38"/>
        <pc:sldMkLst>
          <pc:docMk/>
          <pc:sldMk cId="2521206289" sldId="366"/>
        </pc:sldMkLst>
        <pc:spChg chg="add mod">
          <ac:chgData name="Paul Winser" userId="c3146a91-e6bd-4264-bd86-e164e04bc32d" providerId="ADAL" clId="{E2E59CC3-E3D0-4306-A59D-F0FC9F10B2BB}" dt="2024-12-04T13:05:16.990" v="38"/>
          <ac:spMkLst>
            <pc:docMk/>
            <pc:sldMk cId="2521206289" sldId="366"/>
            <ac:spMk id="2" creationId="{6E0ECE25-7EB2-A6F0-57EB-7BECECE8DAB0}"/>
          </ac:spMkLst>
        </pc:spChg>
      </pc:sldChg>
      <pc:sldChg chg="addSp modSp">
        <pc:chgData name="Paul Winser" userId="c3146a91-e6bd-4264-bd86-e164e04bc32d" providerId="ADAL" clId="{E2E59CC3-E3D0-4306-A59D-F0FC9F10B2BB}" dt="2024-12-04T13:05:18.711" v="39"/>
        <pc:sldMkLst>
          <pc:docMk/>
          <pc:sldMk cId="1496313021" sldId="367"/>
        </pc:sldMkLst>
        <pc:spChg chg="add mod">
          <ac:chgData name="Paul Winser" userId="c3146a91-e6bd-4264-bd86-e164e04bc32d" providerId="ADAL" clId="{E2E59CC3-E3D0-4306-A59D-F0FC9F10B2BB}" dt="2024-12-04T13:05:18.711" v="39"/>
          <ac:spMkLst>
            <pc:docMk/>
            <pc:sldMk cId="1496313021" sldId="367"/>
            <ac:spMk id="4" creationId="{59BC7DFA-D5A7-B2BC-366C-5122E99D4F3A}"/>
          </ac:spMkLst>
        </pc:spChg>
      </pc:sldChg>
      <pc:sldChg chg="addSp modSp">
        <pc:chgData name="Paul Winser" userId="c3146a91-e6bd-4264-bd86-e164e04bc32d" providerId="ADAL" clId="{E2E59CC3-E3D0-4306-A59D-F0FC9F10B2BB}" dt="2024-12-04T13:05:20.343" v="40"/>
        <pc:sldMkLst>
          <pc:docMk/>
          <pc:sldMk cId="3508176827" sldId="368"/>
        </pc:sldMkLst>
        <pc:spChg chg="add mod">
          <ac:chgData name="Paul Winser" userId="c3146a91-e6bd-4264-bd86-e164e04bc32d" providerId="ADAL" clId="{E2E59CC3-E3D0-4306-A59D-F0FC9F10B2BB}" dt="2024-12-04T13:05:20.343" v="40"/>
          <ac:spMkLst>
            <pc:docMk/>
            <pc:sldMk cId="3508176827" sldId="368"/>
            <ac:spMk id="2" creationId="{9401BD49-A0D8-1623-648B-14309C157865}"/>
          </ac:spMkLst>
        </pc:spChg>
      </pc:sldChg>
      <pc:sldChg chg="addSp modSp">
        <pc:chgData name="Paul Winser" userId="c3146a91-e6bd-4264-bd86-e164e04bc32d" providerId="ADAL" clId="{E2E59CC3-E3D0-4306-A59D-F0FC9F10B2BB}" dt="2024-12-04T13:05:22.266" v="41"/>
        <pc:sldMkLst>
          <pc:docMk/>
          <pc:sldMk cId="2427046024" sldId="369"/>
        </pc:sldMkLst>
        <pc:spChg chg="add mod">
          <ac:chgData name="Paul Winser" userId="c3146a91-e6bd-4264-bd86-e164e04bc32d" providerId="ADAL" clId="{E2E59CC3-E3D0-4306-A59D-F0FC9F10B2BB}" dt="2024-12-04T13:05:22.266" v="41"/>
          <ac:spMkLst>
            <pc:docMk/>
            <pc:sldMk cId="2427046024" sldId="369"/>
            <ac:spMk id="2" creationId="{85AA9860-0D97-EE11-4296-CA8A0F217C1D}"/>
          </ac:spMkLst>
        </pc:spChg>
      </pc:sldChg>
      <pc:sldChg chg="addSp modSp">
        <pc:chgData name="Paul Winser" userId="c3146a91-e6bd-4264-bd86-e164e04bc32d" providerId="ADAL" clId="{E2E59CC3-E3D0-4306-A59D-F0FC9F10B2BB}" dt="2024-12-04T13:05:24.119" v="42"/>
        <pc:sldMkLst>
          <pc:docMk/>
          <pc:sldMk cId="2089839261" sldId="370"/>
        </pc:sldMkLst>
        <pc:spChg chg="add mod">
          <ac:chgData name="Paul Winser" userId="c3146a91-e6bd-4264-bd86-e164e04bc32d" providerId="ADAL" clId="{E2E59CC3-E3D0-4306-A59D-F0FC9F10B2BB}" dt="2024-12-04T13:05:24.119" v="42"/>
          <ac:spMkLst>
            <pc:docMk/>
            <pc:sldMk cId="2089839261" sldId="370"/>
            <ac:spMk id="2" creationId="{14B7FBC5-E48C-D7D1-DEB0-F76E812863C2}"/>
          </ac:spMkLst>
        </pc:spChg>
      </pc:sldChg>
      <pc:sldChg chg="addSp modSp mod">
        <pc:chgData name="Paul Winser" userId="c3146a91-e6bd-4264-bd86-e164e04bc32d" providerId="ADAL" clId="{E2E59CC3-E3D0-4306-A59D-F0FC9F10B2BB}" dt="2024-12-04T13:05:29.142" v="44" actId="14100"/>
        <pc:sldMkLst>
          <pc:docMk/>
          <pc:sldMk cId="350342921" sldId="371"/>
        </pc:sldMkLst>
        <pc:spChg chg="add mod">
          <ac:chgData name="Paul Winser" userId="c3146a91-e6bd-4264-bd86-e164e04bc32d" providerId="ADAL" clId="{E2E59CC3-E3D0-4306-A59D-F0FC9F10B2BB}" dt="2024-12-04T13:05:25.704" v="43"/>
          <ac:spMkLst>
            <pc:docMk/>
            <pc:sldMk cId="350342921" sldId="371"/>
            <ac:spMk id="2" creationId="{BDCCC0DC-4F0D-4710-2684-4AC2CCA064EC}"/>
          </ac:spMkLst>
        </pc:spChg>
        <pc:picChg chg="mod">
          <ac:chgData name="Paul Winser" userId="c3146a91-e6bd-4264-bd86-e164e04bc32d" providerId="ADAL" clId="{E2E59CC3-E3D0-4306-A59D-F0FC9F10B2BB}" dt="2024-12-04T13:05:29.142" v="44" actId="14100"/>
          <ac:picMkLst>
            <pc:docMk/>
            <pc:sldMk cId="350342921" sldId="371"/>
            <ac:picMk id="4" creationId="{AE36CF0C-BAC4-665F-43ED-A1C93E9586FF}"/>
          </ac:picMkLst>
        </pc:picChg>
      </pc:sldChg>
      <pc:sldChg chg="addSp modSp">
        <pc:chgData name="Paul Winser" userId="c3146a91-e6bd-4264-bd86-e164e04bc32d" providerId="ADAL" clId="{E2E59CC3-E3D0-4306-A59D-F0FC9F10B2BB}" dt="2024-12-04T13:05:33.129" v="45"/>
        <pc:sldMkLst>
          <pc:docMk/>
          <pc:sldMk cId="1122736127" sldId="372"/>
        </pc:sldMkLst>
        <pc:spChg chg="add mod">
          <ac:chgData name="Paul Winser" userId="c3146a91-e6bd-4264-bd86-e164e04bc32d" providerId="ADAL" clId="{E2E59CC3-E3D0-4306-A59D-F0FC9F10B2BB}" dt="2024-12-04T13:05:33.129" v="45"/>
          <ac:spMkLst>
            <pc:docMk/>
            <pc:sldMk cId="1122736127" sldId="372"/>
            <ac:spMk id="2" creationId="{81D8CFB9-654C-346B-D639-7853B3813E9E}"/>
          </ac:spMkLst>
        </pc:spChg>
      </pc:sldChg>
      <pc:sldChg chg="addSp modSp mod">
        <pc:chgData name="Paul Winser" userId="c3146a91-e6bd-4264-bd86-e164e04bc32d" providerId="ADAL" clId="{E2E59CC3-E3D0-4306-A59D-F0FC9F10B2BB}" dt="2024-12-04T13:05:40.437" v="48"/>
        <pc:sldMkLst>
          <pc:docMk/>
          <pc:sldMk cId="598144980" sldId="373"/>
        </pc:sldMkLst>
        <pc:spChg chg="add mod">
          <ac:chgData name="Paul Winser" userId="c3146a91-e6bd-4264-bd86-e164e04bc32d" providerId="ADAL" clId="{E2E59CC3-E3D0-4306-A59D-F0FC9F10B2BB}" dt="2024-12-04T13:05:40.437" v="48"/>
          <ac:spMkLst>
            <pc:docMk/>
            <pc:sldMk cId="598144980" sldId="373"/>
            <ac:spMk id="4" creationId="{B1B74AD1-A1A6-2903-A865-FE5A262CFEFF}"/>
          </ac:spMkLst>
        </pc:spChg>
        <pc:picChg chg="mod">
          <ac:chgData name="Paul Winser" userId="c3146a91-e6bd-4264-bd86-e164e04bc32d" providerId="ADAL" clId="{E2E59CC3-E3D0-4306-A59D-F0FC9F10B2BB}" dt="2024-12-04T13:05:39.460" v="47" actId="1076"/>
          <ac:picMkLst>
            <pc:docMk/>
            <pc:sldMk cId="598144980" sldId="373"/>
            <ac:picMk id="3" creationId="{02A4C6BA-6A7F-4912-B7A4-4910EB9E1D3D}"/>
          </ac:picMkLst>
        </pc:picChg>
      </pc:sldChg>
      <pc:sldChg chg="addSp modSp mod">
        <pc:chgData name="Paul Winser" userId="c3146a91-e6bd-4264-bd86-e164e04bc32d" providerId="ADAL" clId="{E2E59CC3-E3D0-4306-A59D-F0FC9F10B2BB}" dt="2024-12-04T13:05:49.700" v="52" actId="1076"/>
        <pc:sldMkLst>
          <pc:docMk/>
          <pc:sldMk cId="1275189928" sldId="374"/>
        </pc:sldMkLst>
        <pc:spChg chg="add mod">
          <ac:chgData name="Paul Winser" userId="c3146a91-e6bd-4264-bd86-e164e04bc32d" providerId="ADAL" clId="{E2E59CC3-E3D0-4306-A59D-F0FC9F10B2BB}" dt="2024-12-04T13:05:43.108" v="49"/>
          <ac:spMkLst>
            <pc:docMk/>
            <pc:sldMk cId="1275189928" sldId="374"/>
            <ac:spMk id="3" creationId="{AB6CFEAA-10E5-B338-10C5-7DEFB4F5C31C}"/>
          </ac:spMkLst>
        </pc:spChg>
        <pc:spChg chg="mod">
          <ac:chgData name="Paul Winser" userId="c3146a91-e6bd-4264-bd86-e164e04bc32d" providerId="ADAL" clId="{E2E59CC3-E3D0-4306-A59D-F0FC9F10B2BB}" dt="2024-12-04T13:05:49.700" v="52" actId="1076"/>
          <ac:spMkLst>
            <pc:docMk/>
            <pc:sldMk cId="1275189928" sldId="374"/>
            <ac:spMk id="6" creationId="{3B60F748-DBB2-4785-BB33-335FB0B4F5F1}"/>
          </ac:spMkLst>
        </pc:spChg>
        <pc:picChg chg="mod">
          <ac:chgData name="Paul Winser" userId="c3146a91-e6bd-4264-bd86-e164e04bc32d" providerId="ADAL" clId="{E2E59CC3-E3D0-4306-A59D-F0FC9F10B2BB}" dt="2024-12-04T13:05:46.852" v="51" actId="1076"/>
          <ac:picMkLst>
            <pc:docMk/>
            <pc:sldMk cId="1275189928" sldId="374"/>
            <ac:picMk id="4" creationId="{13EF3A4E-E60C-F5E3-0CA5-B19E42C29798}"/>
          </ac:picMkLst>
        </pc:picChg>
      </pc:sldChg>
      <pc:sldChg chg="addSp modSp">
        <pc:chgData name="Paul Winser" userId="c3146a91-e6bd-4264-bd86-e164e04bc32d" providerId="ADAL" clId="{E2E59CC3-E3D0-4306-A59D-F0FC9F10B2BB}" dt="2024-12-04T13:05:51.667" v="53"/>
        <pc:sldMkLst>
          <pc:docMk/>
          <pc:sldMk cId="70706289" sldId="375"/>
        </pc:sldMkLst>
        <pc:spChg chg="add mod">
          <ac:chgData name="Paul Winser" userId="c3146a91-e6bd-4264-bd86-e164e04bc32d" providerId="ADAL" clId="{E2E59CC3-E3D0-4306-A59D-F0FC9F10B2BB}" dt="2024-12-04T13:05:51.667" v="53"/>
          <ac:spMkLst>
            <pc:docMk/>
            <pc:sldMk cId="70706289" sldId="375"/>
            <ac:spMk id="4" creationId="{D259CD14-52FC-3A47-FF8E-41DE377D413B}"/>
          </ac:spMkLst>
        </pc:spChg>
      </pc:sldChg>
      <pc:sldChg chg="addSp modSp">
        <pc:chgData name="Paul Winser" userId="c3146a91-e6bd-4264-bd86-e164e04bc32d" providerId="ADAL" clId="{E2E59CC3-E3D0-4306-A59D-F0FC9F10B2BB}" dt="2024-12-04T13:05:53.441" v="54"/>
        <pc:sldMkLst>
          <pc:docMk/>
          <pc:sldMk cId="535640946" sldId="376"/>
        </pc:sldMkLst>
        <pc:spChg chg="add mod">
          <ac:chgData name="Paul Winser" userId="c3146a91-e6bd-4264-bd86-e164e04bc32d" providerId="ADAL" clId="{E2E59CC3-E3D0-4306-A59D-F0FC9F10B2BB}" dt="2024-12-04T13:05:53.441" v="54"/>
          <ac:spMkLst>
            <pc:docMk/>
            <pc:sldMk cId="535640946" sldId="376"/>
            <ac:spMk id="3" creationId="{6C548238-EFC3-3162-99FF-A1FEC6A989F5}"/>
          </ac:spMkLst>
        </pc:spChg>
      </pc:sldChg>
      <pc:sldChg chg="addSp modSp">
        <pc:chgData name="Paul Winser" userId="c3146a91-e6bd-4264-bd86-e164e04bc32d" providerId="ADAL" clId="{E2E59CC3-E3D0-4306-A59D-F0FC9F10B2BB}" dt="2024-12-04T13:05:55.800" v="55"/>
        <pc:sldMkLst>
          <pc:docMk/>
          <pc:sldMk cId="375901286" sldId="377"/>
        </pc:sldMkLst>
        <pc:spChg chg="add mod">
          <ac:chgData name="Paul Winser" userId="c3146a91-e6bd-4264-bd86-e164e04bc32d" providerId="ADAL" clId="{E2E59CC3-E3D0-4306-A59D-F0FC9F10B2BB}" dt="2024-12-04T13:05:55.800" v="55"/>
          <ac:spMkLst>
            <pc:docMk/>
            <pc:sldMk cId="375901286" sldId="377"/>
            <ac:spMk id="2" creationId="{F722FA94-1C19-40D9-0B5D-DB99149AAC40}"/>
          </ac:spMkLst>
        </pc:spChg>
      </pc:sldChg>
      <pc:sldChg chg="addSp modSp">
        <pc:chgData name="Paul Winser" userId="c3146a91-e6bd-4264-bd86-e164e04bc32d" providerId="ADAL" clId="{E2E59CC3-E3D0-4306-A59D-F0FC9F10B2BB}" dt="2024-12-04T13:05:57.686" v="56"/>
        <pc:sldMkLst>
          <pc:docMk/>
          <pc:sldMk cId="3877861406" sldId="378"/>
        </pc:sldMkLst>
        <pc:spChg chg="add mod">
          <ac:chgData name="Paul Winser" userId="c3146a91-e6bd-4264-bd86-e164e04bc32d" providerId="ADAL" clId="{E2E59CC3-E3D0-4306-A59D-F0FC9F10B2BB}" dt="2024-12-04T13:05:57.686" v="56"/>
          <ac:spMkLst>
            <pc:docMk/>
            <pc:sldMk cId="3877861406" sldId="378"/>
            <ac:spMk id="2" creationId="{41F114E5-8611-01B1-03F4-AFF4BD6F0C20}"/>
          </ac:spMkLst>
        </pc:spChg>
      </pc:sldChg>
      <pc:sldChg chg="addSp modSp">
        <pc:chgData name="Paul Winser" userId="c3146a91-e6bd-4264-bd86-e164e04bc32d" providerId="ADAL" clId="{E2E59CC3-E3D0-4306-A59D-F0FC9F10B2BB}" dt="2024-12-04T13:05:59.479" v="57"/>
        <pc:sldMkLst>
          <pc:docMk/>
          <pc:sldMk cId="3797310184" sldId="379"/>
        </pc:sldMkLst>
        <pc:spChg chg="add mod">
          <ac:chgData name="Paul Winser" userId="c3146a91-e6bd-4264-bd86-e164e04bc32d" providerId="ADAL" clId="{E2E59CC3-E3D0-4306-A59D-F0FC9F10B2BB}" dt="2024-12-04T13:05:59.479" v="57"/>
          <ac:spMkLst>
            <pc:docMk/>
            <pc:sldMk cId="3797310184" sldId="379"/>
            <ac:spMk id="2" creationId="{6AD40430-5478-48EE-69FF-955FAAEFF930}"/>
          </ac:spMkLst>
        </pc:spChg>
      </pc:sldChg>
      <pc:sldChg chg="addSp modSp">
        <pc:chgData name="Paul Winser" userId="c3146a91-e6bd-4264-bd86-e164e04bc32d" providerId="ADAL" clId="{E2E59CC3-E3D0-4306-A59D-F0FC9F10B2BB}" dt="2024-12-04T13:06:01.591" v="58"/>
        <pc:sldMkLst>
          <pc:docMk/>
          <pc:sldMk cId="1438768234" sldId="380"/>
        </pc:sldMkLst>
        <pc:spChg chg="add mod">
          <ac:chgData name="Paul Winser" userId="c3146a91-e6bd-4264-bd86-e164e04bc32d" providerId="ADAL" clId="{E2E59CC3-E3D0-4306-A59D-F0FC9F10B2BB}" dt="2024-12-04T13:06:01.591" v="58"/>
          <ac:spMkLst>
            <pc:docMk/>
            <pc:sldMk cId="1438768234" sldId="380"/>
            <ac:spMk id="3" creationId="{B923CD17-23FD-B25D-1E03-7ED8D454ACEF}"/>
          </ac:spMkLst>
        </pc:spChg>
      </pc:sldChg>
      <pc:sldChg chg="addSp modSp mod">
        <pc:chgData name="Paul Winser" userId="c3146a91-e6bd-4264-bd86-e164e04bc32d" providerId="ADAL" clId="{E2E59CC3-E3D0-4306-A59D-F0FC9F10B2BB}" dt="2024-12-04T13:04:29.775" v="13" actId="122"/>
        <pc:sldMkLst>
          <pc:docMk/>
          <pc:sldMk cId="2256062460" sldId="381"/>
        </pc:sldMkLst>
        <pc:spChg chg="add mod">
          <ac:chgData name="Paul Winser" userId="c3146a91-e6bd-4264-bd86-e164e04bc32d" providerId="ADAL" clId="{E2E59CC3-E3D0-4306-A59D-F0FC9F10B2BB}" dt="2024-12-04T13:04:27.325" v="12"/>
          <ac:spMkLst>
            <pc:docMk/>
            <pc:sldMk cId="2256062460" sldId="381"/>
            <ac:spMk id="2" creationId="{7058021F-4872-6C47-47E3-708EB9C2CB7C}"/>
          </ac:spMkLst>
        </pc:spChg>
        <pc:spChg chg="mod">
          <ac:chgData name="Paul Winser" userId="c3146a91-e6bd-4264-bd86-e164e04bc32d" providerId="ADAL" clId="{E2E59CC3-E3D0-4306-A59D-F0FC9F10B2BB}" dt="2024-12-04T13:04:29.775" v="13" actId="122"/>
          <ac:spMkLst>
            <pc:docMk/>
            <pc:sldMk cId="2256062460" sldId="381"/>
            <ac:spMk id="8" creationId="{37C4D3BB-DF4F-483C-B143-13842490C13C}"/>
          </ac:spMkLst>
        </pc:spChg>
      </pc:sldChg>
      <pc:sldChg chg="addSp modSp">
        <pc:chgData name="Paul Winser" userId="c3146a91-e6bd-4264-bd86-e164e04bc32d" providerId="ADAL" clId="{E2E59CC3-E3D0-4306-A59D-F0FC9F10B2BB}" dt="2024-12-04T13:04:36.537" v="16"/>
        <pc:sldMkLst>
          <pc:docMk/>
          <pc:sldMk cId="3395816639" sldId="382"/>
        </pc:sldMkLst>
        <pc:spChg chg="add mod">
          <ac:chgData name="Paul Winser" userId="c3146a91-e6bd-4264-bd86-e164e04bc32d" providerId="ADAL" clId="{E2E59CC3-E3D0-4306-A59D-F0FC9F10B2BB}" dt="2024-12-04T13:04:36.537" v="16"/>
          <ac:spMkLst>
            <pc:docMk/>
            <pc:sldMk cId="3395816639" sldId="382"/>
            <ac:spMk id="2" creationId="{C9F8FBD2-A0C4-A9C5-AFBE-7A3915106119}"/>
          </ac:spMkLst>
        </pc:spChg>
      </pc:sldChg>
      <pc:sldChg chg="addSp modSp">
        <pc:chgData name="Paul Winser" userId="c3146a91-e6bd-4264-bd86-e164e04bc32d" providerId="ADAL" clId="{E2E59CC3-E3D0-4306-A59D-F0FC9F10B2BB}" dt="2024-12-04T13:04:50.710" v="26"/>
        <pc:sldMkLst>
          <pc:docMk/>
          <pc:sldMk cId="4115623956" sldId="383"/>
        </pc:sldMkLst>
        <pc:spChg chg="add mod">
          <ac:chgData name="Paul Winser" userId="c3146a91-e6bd-4264-bd86-e164e04bc32d" providerId="ADAL" clId="{E2E59CC3-E3D0-4306-A59D-F0FC9F10B2BB}" dt="2024-12-04T13:04:50.710" v="26"/>
          <ac:spMkLst>
            <pc:docMk/>
            <pc:sldMk cId="4115623956" sldId="383"/>
            <ac:spMk id="3" creationId="{648152FE-F4C3-15A8-CCD7-AA538BA5F11A}"/>
          </ac:spMkLst>
        </pc:spChg>
      </pc:sldChg>
      <pc:sldChg chg="addSp modSp">
        <pc:chgData name="Paul Winser" userId="c3146a91-e6bd-4264-bd86-e164e04bc32d" providerId="ADAL" clId="{E2E59CC3-E3D0-4306-A59D-F0FC9F10B2BB}" dt="2024-12-04T13:06:05.743" v="59"/>
        <pc:sldMkLst>
          <pc:docMk/>
          <pc:sldMk cId="0" sldId="384"/>
        </pc:sldMkLst>
        <pc:spChg chg="add mod">
          <ac:chgData name="Paul Winser" userId="c3146a91-e6bd-4264-bd86-e164e04bc32d" providerId="ADAL" clId="{E2E59CC3-E3D0-4306-A59D-F0FC9F10B2BB}" dt="2024-12-04T13:06:05.743" v="59"/>
          <ac:spMkLst>
            <pc:docMk/>
            <pc:sldMk cId="0" sldId="384"/>
            <ac:spMk id="2" creationId="{5E6FBD5C-58F9-6010-B6F0-B1D1B0AF6A7A}"/>
          </ac:spMkLst>
        </pc:spChg>
      </pc:sldChg>
      <pc:sldChg chg="addSp modSp modNotesTx">
        <pc:chgData name="Paul Winser" userId="c3146a91-e6bd-4264-bd86-e164e04bc32d" providerId="ADAL" clId="{E2E59CC3-E3D0-4306-A59D-F0FC9F10B2BB}" dt="2024-12-04T13:04:15.210" v="6"/>
        <pc:sldMkLst>
          <pc:docMk/>
          <pc:sldMk cId="3888673114" sldId="385"/>
        </pc:sldMkLst>
        <pc:spChg chg="add mod">
          <ac:chgData name="Paul Winser" userId="c3146a91-e6bd-4264-bd86-e164e04bc32d" providerId="ADAL" clId="{E2E59CC3-E3D0-4306-A59D-F0FC9F10B2BB}" dt="2024-12-04T13:04:15.210" v="6"/>
          <ac:spMkLst>
            <pc:docMk/>
            <pc:sldMk cId="3888673114" sldId="385"/>
            <ac:spMk id="2" creationId="{0C9259E2-8866-6168-DEF6-4084106C4A3B}"/>
          </ac:spMkLst>
        </pc:spChg>
      </pc:sldChg>
    </pc:docChg>
  </pc:docChgLst>
  <pc:docChgLst>
    <pc:chgData name="Paul Winser" userId="c3146a91-e6bd-4264-bd86-e164e04bc32d" providerId="ADAL" clId="{508E0BFC-A5CF-4080-BE6C-1FB09D88B936}"/>
    <pc:docChg chg="undo custSel addSld modSld">
      <pc:chgData name="Paul Winser" userId="c3146a91-e6bd-4264-bd86-e164e04bc32d" providerId="ADAL" clId="{508E0BFC-A5CF-4080-BE6C-1FB09D88B936}" dt="2024-11-12T15:44:51.380" v="216" actId="5793"/>
      <pc:docMkLst>
        <pc:docMk/>
      </pc:docMkLst>
      <pc:sldChg chg="delSp modSp mod">
        <pc:chgData name="Paul Winser" userId="c3146a91-e6bd-4264-bd86-e164e04bc32d" providerId="ADAL" clId="{508E0BFC-A5CF-4080-BE6C-1FB09D88B936}" dt="2024-11-12T15:35:19.748" v="27" actId="20577"/>
        <pc:sldMkLst>
          <pc:docMk/>
          <pc:sldMk cId="0" sldId="257"/>
        </pc:sldMkLst>
        <pc:spChg chg="del">
          <ac:chgData name="Paul Winser" userId="c3146a91-e6bd-4264-bd86-e164e04bc32d" providerId="ADAL" clId="{508E0BFC-A5CF-4080-BE6C-1FB09D88B936}" dt="2024-11-12T15:35:16.559" v="25" actId="478"/>
          <ac:spMkLst>
            <pc:docMk/>
            <pc:sldMk cId="0" sldId="257"/>
            <ac:spMk id="2" creationId="{8A07BB2C-4CA8-CAD7-1BD5-B8828819B252}"/>
          </ac:spMkLst>
        </pc:spChg>
        <pc:spChg chg="mod">
          <ac:chgData name="Paul Winser" userId="c3146a91-e6bd-4264-bd86-e164e04bc32d" providerId="ADAL" clId="{508E0BFC-A5CF-4080-BE6C-1FB09D88B936}" dt="2024-11-12T15:35:19.748" v="27" actId="20577"/>
          <ac:spMkLst>
            <pc:docMk/>
            <pc:sldMk cId="0" sldId="257"/>
            <ac:spMk id="30723" creationId="{3C79F714-332C-AB63-03D9-E6D0CAE0623F}"/>
          </ac:spMkLst>
        </pc:spChg>
      </pc:sldChg>
      <pc:sldChg chg="delSp mod">
        <pc:chgData name="Paul Winser" userId="c3146a91-e6bd-4264-bd86-e164e04bc32d" providerId="ADAL" clId="{508E0BFC-A5CF-4080-BE6C-1FB09D88B936}" dt="2024-11-12T15:35:28.881" v="29" actId="478"/>
        <pc:sldMkLst>
          <pc:docMk/>
          <pc:sldMk cId="0" sldId="258"/>
        </pc:sldMkLst>
        <pc:spChg chg="del">
          <ac:chgData name="Paul Winser" userId="c3146a91-e6bd-4264-bd86-e164e04bc32d" providerId="ADAL" clId="{508E0BFC-A5CF-4080-BE6C-1FB09D88B936}" dt="2024-11-12T15:35:28.881" v="29" actId="478"/>
          <ac:spMkLst>
            <pc:docMk/>
            <pc:sldMk cId="0" sldId="258"/>
            <ac:spMk id="2" creationId="{DA5F2EFE-4664-D57B-DB8C-5EE2BE0CD12D}"/>
          </ac:spMkLst>
        </pc:spChg>
      </pc:sldChg>
      <pc:sldChg chg="delSp mod">
        <pc:chgData name="Paul Winser" userId="c3146a91-e6bd-4264-bd86-e164e04bc32d" providerId="ADAL" clId="{508E0BFC-A5CF-4080-BE6C-1FB09D88B936}" dt="2024-11-12T15:35:25.809" v="28" actId="478"/>
        <pc:sldMkLst>
          <pc:docMk/>
          <pc:sldMk cId="0" sldId="272"/>
        </pc:sldMkLst>
        <pc:spChg chg="del">
          <ac:chgData name="Paul Winser" userId="c3146a91-e6bd-4264-bd86-e164e04bc32d" providerId="ADAL" clId="{508E0BFC-A5CF-4080-BE6C-1FB09D88B936}" dt="2024-11-12T15:35:25.809" v="28" actId="478"/>
          <ac:spMkLst>
            <pc:docMk/>
            <pc:sldMk cId="0" sldId="272"/>
            <ac:spMk id="2" creationId="{138F98F6-667D-F7FB-B3F4-3875886754F3}"/>
          </ac:spMkLst>
        </pc:spChg>
      </pc:sldChg>
      <pc:sldChg chg="delSp modSp mod">
        <pc:chgData name="Paul Winser" userId="c3146a91-e6bd-4264-bd86-e164e04bc32d" providerId="ADAL" clId="{508E0BFC-A5CF-4080-BE6C-1FB09D88B936}" dt="2024-11-12T15:35:50.532" v="39" actId="5793"/>
        <pc:sldMkLst>
          <pc:docMk/>
          <pc:sldMk cId="2236349469" sldId="318"/>
        </pc:sldMkLst>
        <pc:spChg chg="del">
          <ac:chgData name="Paul Winser" userId="c3146a91-e6bd-4264-bd86-e164e04bc32d" providerId="ADAL" clId="{508E0BFC-A5CF-4080-BE6C-1FB09D88B936}" dt="2024-11-12T15:35:39.824" v="30" actId="478"/>
          <ac:spMkLst>
            <pc:docMk/>
            <pc:sldMk cId="2236349469" sldId="318"/>
            <ac:spMk id="2" creationId="{AE7DBD76-36E9-810A-6182-84F17596B6B2}"/>
          </ac:spMkLst>
        </pc:spChg>
        <pc:spChg chg="mod">
          <ac:chgData name="Paul Winser" userId="c3146a91-e6bd-4264-bd86-e164e04bc32d" providerId="ADAL" clId="{508E0BFC-A5CF-4080-BE6C-1FB09D88B936}" dt="2024-11-12T15:35:50.532" v="39" actId="5793"/>
          <ac:spMkLst>
            <pc:docMk/>
            <pc:sldMk cId="2236349469" sldId="318"/>
            <ac:spMk id="6" creationId="{D56C4AE0-0E86-4463-AE60-13472F52C06A}"/>
          </ac:spMkLst>
        </pc:spChg>
        <pc:spChg chg="mod">
          <ac:chgData name="Paul Winser" userId="c3146a91-e6bd-4264-bd86-e164e04bc32d" providerId="ADAL" clId="{508E0BFC-A5CF-4080-BE6C-1FB09D88B936}" dt="2024-11-12T15:35:45.442" v="33" actId="5793"/>
          <ac:spMkLst>
            <pc:docMk/>
            <pc:sldMk cId="2236349469" sldId="318"/>
            <ac:spMk id="34819" creationId="{453C7683-8588-7ABC-32E0-8A4E68218620}"/>
          </ac:spMkLst>
        </pc:spChg>
      </pc:sldChg>
      <pc:sldChg chg="delSp modSp mod">
        <pc:chgData name="Paul Winser" userId="c3146a91-e6bd-4264-bd86-e164e04bc32d" providerId="ADAL" clId="{508E0BFC-A5CF-4080-BE6C-1FB09D88B936}" dt="2024-11-12T15:37:08.832" v="70" actId="478"/>
        <pc:sldMkLst>
          <pc:docMk/>
          <pc:sldMk cId="211838768" sldId="319"/>
        </pc:sldMkLst>
        <pc:spChg chg="del mod">
          <ac:chgData name="Paul Winser" userId="c3146a91-e6bd-4264-bd86-e164e04bc32d" providerId="ADAL" clId="{508E0BFC-A5CF-4080-BE6C-1FB09D88B936}" dt="2024-11-12T15:37:08.832" v="70" actId="478"/>
          <ac:spMkLst>
            <pc:docMk/>
            <pc:sldMk cId="211838768" sldId="319"/>
            <ac:spMk id="2" creationId="{74333265-D3C2-7104-3DA4-EA5E10F6FA63}"/>
          </ac:spMkLst>
        </pc:spChg>
      </pc:sldChg>
      <pc:sldChg chg="delSp mod">
        <pc:chgData name="Paul Winser" userId="c3146a91-e6bd-4264-bd86-e164e04bc32d" providerId="ADAL" clId="{508E0BFC-A5CF-4080-BE6C-1FB09D88B936}" dt="2024-11-12T15:39:38.789" v="122" actId="478"/>
        <pc:sldMkLst>
          <pc:docMk/>
          <pc:sldMk cId="2402631685" sldId="321"/>
        </pc:sldMkLst>
        <pc:spChg chg="del">
          <ac:chgData name="Paul Winser" userId="c3146a91-e6bd-4264-bd86-e164e04bc32d" providerId="ADAL" clId="{508E0BFC-A5CF-4080-BE6C-1FB09D88B936}" dt="2024-11-12T15:39:38.789" v="122" actId="478"/>
          <ac:spMkLst>
            <pc:docMk/>
            <pc:sldMk cId="2402631685" sldId="321"/>
            <ac:spMk id="2" creationId="{76A64A15-4C0A-D989-A3FA-103C185E26D2}"/>
          </ac:spMkLst>
        </pc:spChg>
      </pc:sldChg>
      <pc:sldChg chg="delSp modSp mod">
        <pc:chgData name="Paul Winser" userId="c3146a91-e6bd-4264-bd86-e164e04bc32d" providerId="ADAL" clId="{508E0BFC-A5CF-4080-BE6C-1FB09D88B936}" dt="2024-11-12T15:37:26.383" v="80" actId="14100"/>
        <pc:sldMkLst>
          <pc:docMk/>
          <pc:sldMk cId="2565067211" sldId="346"/>
        </pc:sldMkLst>
        <pc:spChg chg="del mod">
          <ac:chgData name="Paul Winser" userId="c3146a91-e6bd-4264-bd86-e164e04bc32d" providerId="ADAL" clId="{508E0BFC-A5CF-4080-BE6C-1FB09D88B936}" dt="2024-11-12T15:37:17.074" v="75" actId="478"/>
          <ac:spMkLst>
            <pc:docMk/>
            <pc:sldMk cId="2565067211" sldId="346"/>
            <ac:spMk id="2" creationId="{45D8D5C4-F9EE-B7FE-52C9-32B3DDA0F224}"/>
          </ac:spMkLst>
        </pc:spChg>
        <pc:spChg chg="mod">
          <ac:chgData name="Paul Winser" userId="c3146a91-e6bd-4264-bd86-e164e04bc32d" providerId="ADAL" clId="{508E0BFC-A5CF-4080-BE6C-1FB09D88B936}" dt="2024-11-12T15:37:26.383" v="80" actId="14100"/>
          <ac:spMkLst>
            <pc:docMk/>
            <pc:sldMk cId="2565067211" sldId="346"/>
            <ac:spMk id="34819" creationId="{453C7683-8588-7ABC-32E0-8A4E68218620}"/>
          </ac:spMkLst>
        </pc:spChg>
      </pc:sldChg>
      <pc:sldChg chg="delSp modSp mod">
        <pc:chgData name="Paul Winser" userId="c3146a91-e6bd-4264-bd86-e164e04bc32d" providerId="ADAL" clId="{508E0BFC-A5CF-4080-BE6C-1FB09D88B936}" dt="2024-11-12T15:40:02.992" v="139" actId="14100"/>
        <pc:sldMkLst>
          <pc:docMk/>
          <pc:sldMk cId="1139649401" sldId="347"/>
        </pc:sldMkLst>
        <pc:spChg chg="del">
          <ac:chgData name="Paul Winser" userId="c3146a91-e6bd-4264-bd86-e164e04bc32d" providerId="ADAL" clId="{508E0BFC-A5CF-4080-BE6C-1FB09D88B936}" dt="2024-11-12T15:39:42.144" v="123" actId="478"/>
          <ac:spMkLst>
            <pc:docMk/>
            <pc:sldMk cId="1139649401" sldId="347"/>
            <ac:spMk id="4" creationId="{15E4512A-85A1-3445-4186-D480DB15D9DB}"/>
          </ac:spMkLst>
        </pc:spChg>
        <pc:spChg chg="mod">
          <ac:chgData name="Paul Winser" userId="c3146a91-e6bd-4264-bd86-e164e04bc32d" providerId="ADAL" clId="{508E0BFC-A5CF-4080-BE6C-1FB09D88B936}" dt="2024-11-12T15:39:56.225" v="134" actId="14100"/>
          <ac:spMkLst>
            <pc:docMk/>
            <pc:sldMk cId="1139649401" sldId="347"/>
            <ac:spMk id="5" creationId="{ACB8EAAC-0C4C-4DD1-AF49-28480E69E521}"/>
          </ac:spMkLst>
        </pc:spChg>
        <pc:spChg chg="mod">
          <ac:chgData name="Paul Winser" userId="c3146a91-e6bd-4264-bd86-e164e04bc32d" providerId="ADAL" clId="{508E0BFC-A5CF-4080-BE6C-1FB09D88B936}" dt="2024-11-12T15:40:02.992" v="139" actId="14100"/>
          <ac:spMkLst>
            <pc:docMk/>
            <pc:sldMk cId="1139649401" sldId="347"/>
            <ac:spMk id="34819" creationId="{453C7683-8588-7ABC-32E0-8A4E68218620}"/>
          </ac:spMkLst>
        </pc:spChg>
      </pc:sldChg>
      <pc:sldChg chg="delSp modSp mod">
        <pc:chgData name="Paul Winser" userId="c3146a91-e6bd-4264-bd86-e164e04bc32d" providerId="ADAL" clId="{508E0BFC-A5CF-4080-BE6C-1FB09D88B936}" dt="2024-11-12T15:36:03.188" v="46" actId="478"/>
        <pc:sldMkLst>
          <pc:docMk/>
          <pc:sldMk cId="956628714" sldId="349"/>
        </pc:sldMkLst>
        <pc:spChg chg="del">
          <ac:chgData name="Paul Winser" userId="c3146a91-e6bd-4264-bd86-e164e04bc32d" providerId="ADAL" clId="{508E0BFC-A5CF-4080-BE6C-1FB09D88B936}" dt="2024-11-12T15:36:03.188" v="46" actId="478"/>
          <ac:spMkLst>
            <pc:docMk/>
            <pc:sldMk cId="956628714" sldId="349"/>
            <ac:spMk id="2" creationId="{D94BAC1C-4981-226E-0562-43655D2D0CED}"/>
          </ac:spMkLst>
        </pc:spChg>
        <pc:spChg chg="mod">
          <ac:chgData name="Paul Winser" userId="c3146a91-e6bd-4264-bd86-e164e04bc32d" providerId="ADAL" clId="{508E0BFC-A5CF-4080-BE6C-1FB09D88B936}" dt="2024-11-12T15:36:01.297" v="45" actId="5793"/>
          <ac:spMkLst>
            <pc:docMk/>
            <pc:sldMk cId="956628714" sldId="349"/>
            <ac:spMk id="34819" creationId="{453C7683-8588-7ABC-32E0-8A4E68218620}"/>
          </ac:spMkLst>
        </pc:spChg>
      </pc:sldChg>
      <pc:sldChg chg="delSp modSp mod">
        <pc:chgData name="Paul Winser" userId="c3146a91-e6bd-4264-bd86-e164e04bc32d" providerId="ADAL" clId="{508E0BFC-A5CF-4080-BE6C-1FB09D88B936}" dt="2024-11-12T15:39:32.115" v="121" actId="14100"/>
        <pc:sldMkLst>
          <pc:docMk/>
          <pc:sldMk cId="412422481" sldId="352"/>
        </pc:sldMkLst>
        <pc:spChg chg="mod">
          <ac:chgData name="Paul Winser" userId="c3146a91-e6bd-4264-bd86-e164e04bc32d" providerId="ADAL" clId="{508E0BFC-A5CF-4080-BE6C-1FB09D88B936}" dt="2024-11-12T15:39:32.115" v="121" actId="14100"/>
          <ac:spMkLst>
            <pc:docMk/>
            <pc:sldMk cId="412422481" sldId="352"/>
            <ac:spMk id="2" creationId="{98BB8D5E-D2E9-3728-30FC-14D597EF4147}"/>
          </ac:spMkLst>
        </pc:spChg>
        <pc:spChg chg="del">
          <ac:chgData name="Paul Winser" userId="c3146a91-e6bd-4264-bd86-e164e04bc32d" providerId="ADAL" clId="{508E0BFC-A5CF-4080-BE6C-1FB09D88B936}" dt="2024-11-12T15:38:54.543" v="108" actId="478"/>
          <ac:spMkLst>
            <pc:docMk/>
            <pc:sldMk cId="412422481" sldId="352"/>
            <ac:spMk id="3" creationId="{37E69E3B-6AC7-3EEB-B02D-5D5DCCD6A59B}"/>
          </ac:spMkLst>
        </pc:spChg>
        <pc:spChg chg="mod">
          <ac:chgData name="Paul Winser" userId="c3146a91-e6bd-4264-bd86-e164e04bc32d" providerId="ADAL" clId="{508E0BFC-A5CF-4080-BE6C-1FB09D88B936}" dt="2024-11-12T15:39:28.631" v="119" actId="14100"/>
          <ac:spMkLst>
            <pc:docMk/>
            <pc:sldMk cId="412422481" sldId="352"/>
            <ac:spMk id="4" creationId="{D704B3F6-413B-450B-9F80-CE517A759DA0}"/>
          </ac:spMkLst>
        </pc:spChg>
      </pc:sldChg>
      <pc:sldChg chg="delSp modSp mod">
        <pc:chgData name="Paul Winser" userId="c3146a91-e6bd-4264-bd86-e164e04bc32d" providerId="ADAL" clId="{508E0BFC-A5CF-4080-BE6C-1FB09D88B936}" dt="2024-11-12T15:38:05.731" v="92" actId="403"/>
        <pc:sldMkLst>
          <pc:docMk/>
          <pc:sldMk cId="4259004274" sldId="353"/>
        </pc:sldMkLst>
        <pc:spChg chg="del">
          <ac:chgData name="Paul Winser" userId="c3146a91-e6bd-4264-bd86-e164e04bc32d" providerId="ADAL" clId="{508E0BFC-A5CF-4080-BE6C-1FB09D88B936}" dt="2024-11-12T15:37:57.250" v="90" actId="478"/>
          <ac:spMkLst>
            <pc:docMk/>
            <pc:sldMk cId="4259004274" sldId="353"/>
            <ac:spMk id="2" creationId="{D1CD4465-73EB-7200-934D-FB44C1C5D243}"/>
          </ac:spMkLst>
        </pc:spChg>
        <pc:spChg chg="mod">
          <ac:chgData name="Paul Winser" userId="c3146a91-e6bd-4264-bd86-e164e04bc32d" providerId="ADAL" clId="{508E0BFC-A5CF-4080-BE6C-1FB09D88B936}" dt="2024-11-12T15:38:05.731" v="92" actId="403"/>
          <ac:spMkLst>
            <pc:docMk/>
            <pc:sldMk cId="4259004274" sldId="353"/>
            <ac:spMk id="34819" creationId="{453C7683-8588-7ABC-32E0-8A4E68218620}"/>
          </ac:spMkLst>
        </pc:spChg>
        <pc:graphicFrameChg chg="modGraphic">
          <ac:chgData name="Paul Winser" userId="c3146a91-e6bd-4264-bd86-e164e04bc32d" providerId="ADAL" clId="{508E0BFC-A5CF-4080-BE6C-1FB09D88B936}" dt="2024-11-12T15:38:00.112" v="91" actId="404"/>
          <ac:graphicFrameMkLst>
            <pc:docMk/>
            <pc:sldMk cId="4259004274" sldId="353"/>
            <ac:graphicFrameMk id="3" creationId="{DD0A3D70-6262-4DFF-B92E-DE6E44976B4E}"/>
          </ac:graphicFrameMkLst>
        </pc:graphicFrameChg>
      </pc:sldChg>
      <pc:sldChg chg="delSp mod">
        <pc:chgData name="Paul Winser" userId="c3146a91-e6bd-4264-bd86-e164e04bc32d" providerId="ADAL" clId="{508E0BFC-A5CF-4080-BE6C-1FB09D88B936}" dt="2024-11-12T15:38:14.705" v="94" actId="478"/>
        <pc:sldMkLst>
          <pc:docMk/>
          <pc:sldMk cId="547425809" sldId="355"/>
        </pc:sldMkLst>
        <pc:spChg chg="del">
          <ac:chgData name="Paul Winser" userId="c3146a91-e6bd-4264-bd86-e164e04bc32d" providerId="ADAL" clId="{508E0BFC-A5CF-4080-BE6C-1FB09D88B936}" dt="2024-11-12T15:38:12.929" v="93" actId="478"/>
          <ac:spMkLst>
            <pc:docMk/>
            <pc:sldMk cId="547425809" sldId="355"/>
            <ac:spMk id="2" creationId="{EDC2B8AE-BD80-4AAC-7FE1-47CB0C96ACE2}"/>
          </ac:spMkLst>
        </pc:spChg>
        <pc:spChg chg="del">
          <ac:chgData name="Paul Winser" userId="c3146a91-e6bd-4264-bd86-e164e04bc32d" providerId="ADAL" clId="{508E0BFC-A5CF-4080-BE6C-1FB09D88B936}" dt="2024-11-12T15:38:14.705" v="94" actId="478"/>
          <ac:spMkLst>
            <pc:docMk/>
            <pc:sldMk cId="547425809" sldId="355"/>
            <ac:spMk id="34819" creationId="{453C7683-8588-7ABC-32E0-8A4E68218620}"/>
          </ac:spMkLst>
        </pc:spChg>
      </pc:sldChg>
      <pc:sldChg chg="delSp modSp mod">
        <pc:chgData name="Paul Winser" userId="c3146a91-e6bd-4264-bd86-e164e04bc32d" providerId="ADAL" clId="{508E0BFC-A5CF-4080-BE6C-1FB09D88B936}" dt="2024-11-12T15:38:30.723" v="99" actId="1076"/>
        <pc:sldMkLst>
          <pc:docMk/>
          <pc:sldMk cId="3103237433" sldId="357"/>
        </pc:sldMkLst>
        <pc:spChg chg="del">
          <ac:chgData name="Paul Winser" userId="c3146a91-e6bd-4264-bd86-e164e04bc32d" providerId="ADAL" clId="{508E0BFC-A5CF-4080-BE6C-1FB09D88B936}" dt="2024-11-12T15:38:24.433" v="97" actId="478"/>
          <ac:spMkLst>
            <pc:docMk/>
            <pc:sldMk cId="3103237433" sldId="357"/>
            <ac:spMk id="3" creationId="{25CC19BF-92F1-BD33-F063-F153AEAA2C3B}"/>
          </ac:spMkLst>
        </pc:spChg>
        <pc:graphicFrameChg chg="mod modGraphic">
          <ac:chgData name="Paul Winser" userId="c3146a91-e6bd-4264-bd86-e164e04bc32d" providerId="ADAL" clId="{508E0BFC-A5CF-4080-BE6C-1FB09D88B936}" dt="2024-11-12T15:38:30.723" v="99" actId="1076"/>
          <ac:graphicFrameMkLst>
            <pc:docMk/>
            <pc:sldMk cId="3103237433" sldId="357"/>
            <ac:graphicFrameMk id="2" creationId="{8C0D44AE-6F08-4406-8294-E5A20F1AEC15}"/>
          </ac:graphicFrameMkLst>
        </pc:graphicFrameChg>
      </pc:sldChg>
      <pc:sldChg chg="delSp modSp mod">
        <pc:chgData name="Paul Winser" userId="c3146a91-e6bd-4264-bd86-e164e04bc32d" providerId="ADAL" clId="{508E0BFC-A5CF-4080-BE6C-1FB09D88B936}" dt="2024-11-12T15:38:39.476" v="105" actId="5793"/>
        <pc:sldMkLst>
          <pc:docMk/>
          <pc:sldMk cId="611909999" sldId="358"/>
        </pc:sldMkLst>
        <pc:spChg chg="del">
          <ac:chgData name="Paul Winser" userId="c3146a91-e6bd-4264-bd86-e164e04bc32d" providerId="ADAL" clId="{508E0BFC-A5CF-4080-BE6C-1FB09D88B936}" dt="2024-11-12T15:38:34.993" v="100" actId="478"/>
          <ac:spMkLst>
            <pc:docMk/>
            <pc:sldMk cId="611909999" sldId="358"/>
            <ac:spMk id="4" creationId="{89864BFB-75AD-FC2E-3B0A-EC85A92F41B0}"/>
          </ac:spMkLst>
        </pc:spChg>
        <pc:spChg chg="mod">
          <ac:chgData name="Paul Winser" userId="c3146a91-e6bd-4264-bd86-e164e04bc32d" providerId="ADAL" clId="{508E0BFC-A5CF-4080-BE6C-1FB09D88B936}" dt="2024-11-12T15:38:39.476" v="105" actId="5793"/>
          <ac:spMkLst>
            <pc:docMk/>
            <pc:sldMk cId="611909999" sldId="358"/>
            <ac:spMk id="5" creationId="{9A082948-2DA2-41A3-B7C2-BDDFB482D7CB}"/>
          </ac:spMkLst>
        </pc:spChg>
      </pc:sldChg>
      <pc:sldChg chg="delSp modSp mod">
        <pc:chgData name="Paul Winser" userId="c3146a91-e6bd-4264-bd86-e164e04bc32d" providerId="ADAL" clId="{508E0BFC-A5CF-4080-BE6C-1FB09D88B936}" dt="2024-11-12T15:38:48.143" v="107" actId="14100"/>
        <pc:sldMkLst>
          <pc:docMk/>
          <pc:sldMk cId="3476216232" sldId="359"/>
        </pc:sldMkLst>
        <pc:spChg chg="del">
          <ac:chgData name="Paul Winser" userId="c3146a91-e6bd-4264-bd86-e164e04bc32d" providerId="ADAL" clId="{508E0BFC-A5CF-4080-BE6C-1FB09D88B936}" dt="2024-11-12T15:38:44.674" v="106" actId="478"/>
          <ac:spMkLst>
            <pc:docMk/>
            <pc:sldMk cId="3476216232" sldId="359"/>
            <ac:spMk id="4" creationId="{36F2A146-ACAE-D783-4295-2C3DC1C21AF0}"/>
          </ac:spMkLst>
        </pc:spChg>
        <pc:spChg chg="mod">
          <ac:chgData name="Paul Winser" userId="c3146a91-e6bd-4264-bd86-e164e04bc32d" providerId="ADAL" clId="{508E0BFC-A5CF-4080-BE6C-1FB09D88B936}" dt="2024-11-12T15:38:48.143" v="107" actId="14100"/>
          <ac:spMkLst>
            <pc:docMk/>
            <pc:sldMk cId="3476216232" sldId="359"/>
            <ac:spMk id="5" creationId="{9A082948-2DA2-41A3-B7C2-BDDFB482D7CB}"/>
          </ac:spMkLst>
        </pc:spChg>
      </pc:sldChg>
      <pc:sldChg chg="modSp mod">
        <pc:chgData name="Paul Winser" userId="c3146a91-e6bd-4264-bd86-e164e04bc32d" providerId="ADAL" clId="{508E0BFC-A5CF-4080-BE6C-1FB09D88B936}" dt="2024-11-12T15:40:44.855" v="149" actId="113"/>
        <pc:sldMkLst>
          <pc:docMk/>
          <pc:sldMk cId="1436891541" sldId="360"/>
        </pc:sldMkLst>
        <pc:spChg chg="mod">
          <ac:chgData name="Paul Winser" userId="c3146a91-e6bd-4264-bd86-e164e04bc32d" providerId="ADAL" clId="{508E0BFC-A5CF-4080-BE6C-1FB09D88B936}" dt="2024-11-12T15:40:44.855" v="149" actId="113"/>
          <ac:spMkLst>
            <pc:docMk/>
            <pc:sldMk cId="1436891541" sldId="360"/>
            <ac:spMk id="34819" creationId="{453C7683-8588-7ABC-32E0-8A4E68218620}"/>
          </ac:spMkLst>
        </pc:spChg>
      </pc:sldChg>
      <pc:sldChg chg="modSp mod">
        <pc:chgData name="Paul Winser" userId="c3146a91-e6bd-4264-bd86-e164e04bc32d" providerId="ADAL" clId="{508E0BFC-A5CF-4080-BE6C-1FB09D88B936}" dt="2024-11-12T15:41:06.155" v="157" actId="404"/>
        <pc:sldMkLst>
          <pc:docMk/>
          <pc:sldMk cId="1261955203" sldId="361"/>
        </pc:sldMkLst>
        <pc:graphicFrameChg chg="modGraphic">
          <ac:chgData name="Paul Winser" userId="c3146a91-e6bd-4264-bd86-e164e04bc32d" providerId="ADAL" clId="{508E0BFC-A5CF-4080-BE6C-1FB09D88B936}" dt="2024-11-12T15:41:06.155" v="157" actId="404"/>
          <ac:graphicFrameMkLst>
            <pc:docMk/>
            <pc:sldMk cId="1261955203" sldId="361"/>
            <ac:graphicFrameMk id="3" creationId="{3D9445D7-4881-4DD5-B745-429A8FD80E99}"/>
          </ac:graphicFrameMkLst>
        </pc:graphicFrameChg>
      </pc:sldChg>
      <pc:sldChg chg="delSp modSp mod">
        <pc:chgData name="Paul Winser" userId="c3146a91-e6bd-4264-bd86-e164e04bc32d" providerId="ADAL" clId="{508E0BFC-A5CF-4080-BE6C-1FB09D88B936}" dt="2024-11-12T15:41:25.268" v="162" actId="478"/>
        <pc:sldMkLst>
          <pc:docMk/>
          <pc:sldMk cId="2586097023" sldId="362"/>
        </pc:sldMkLst>
        <pc:spChg chg="del">
          <ac:chgData name="Paul Winser" userId="c3146a91-e6bd-4264-bd86-e164e04bc32d" providerId="ADAL" clId="{508E0BFC-A5CF-4080-BE6C-1FB09D88B936}" dt="2024-11-12T15:41:25.268" v="162" actId="478"/>
          <ac:spMkLst>
            <pc:docMk/>
            <pc:sldMk cId="2586097023" sldId="362"/>
            <ac:spMk id="2" creationId="{2D4B6CFC-AD29-34D5-BEAE-54E12B54C436}"/>
          </ac:spMkLst>
        </pc:spChg>
        <pc:spChg chg="mod">
          <ac:chgData name="Paul Winser" userId="c3146a91-e6bd-4264-bd86-e164e04bc32d" providerId="ADAL" clId="{508E0BFC-A5CF-4080-BE6C-1FB09D88B936}" dt="2024-11-12T15:41:18.194" v="160" actId="14100"/>
          <ac:spMkLst>
            <pc:docMk/>
            <pc:sldMk cId="2586097023" sldId="362"/>
            <ac:spMk id="5" creationId="{5D78CC95-EADD-443D-9C6C-EF6A92B101F1}"/>
          </ac:spMkLst>
        </pc:spChg>
        <pc:graphicFrameChg chg="mod">
          <ac:chgData name="Paul Winser" userId="c3146a91-e6bd-4264-bd86-e164e04bc32d" providerId="ADAL" clId="{508E0BFC-A5CF-4080-BE6C-1FB09D88B936}" dt="2024-11-12T15:41:20.781" v="161" actId="1076"/>
          <ac:graphicFrameMkLst>
            <pc:docMk/>
            <pc:sldMk cId="2586097023" sldId="362"/>
            <ac:graphicFrameMk id="4" creationId="{B8758484-6D07-4272-AFE6-8729D6B93ABB}"/>
          </ac:graphicFrameMkLst>
        </pc:graphicFrameChg>
      </pc:sldChg>
      <pc:sldChg chg="delSp modSp mod">
        <pc:chgData name="Paul Winser" userId="c3146a91-e6bd-4264-bd86-e164e04bc32d" providerId="ADAL" clId="{508E0BFC-A5CF-4080-BE6C-1FB09D88B936}" dt="2024-11-12T15:41:43.553" v="169" actId="478"/>
        <pc:sldMkLst>
          <pc:docMk/>
          <pc:sldMk cId="3662285605" sldId="363"/>
        </pc:sldMkLst>
        <pc:spChg chg="del">
          <ac:chgData name="Paul Winser" userId="c3146a91-e6bd-4264-bd86-e164e04bc32d" providerId="ADAL" clId="{508E0BFC-A5CF-4080-BE6C-1FB09D88B936}" dt="2024-11-12T15:41:43.553" v="169" actId="478"/>
          <ac:spMkLst>
            <pc:docMk/>
            <pc:sldMk cId="3662285605" sldId="363"/>
            <ac:spMk id="2" creationId="{9152BA4E-3638-9646-1685-B8817CBC6645}"/>
          </ac:spMkLst>
        </pc:spChg>
        <pc:spChg chg="mod">
          <ac:chgData name="Paul Winser" userId="c3146a91-e6bd-4264-bd86-e164e04bc32d" providerId="ADAL" clId="{508E0BFC-A5CF-4080-BE6C-1FB09D88B936}" dt="2024-11-12T15:41:37.958" v="167" actId="14100"/>
          <ac:spMkLst>
            <pc:docMk/>
            <pc:sldMk cId="3662285605" sldId="363"/>
            <ac:spMk id="5" creationId="{5D78CC95-EADD-443D-9C6C-EF6A92B101F1}"/>
          </ac:spMkLst>
        </pc:spChg>
        <pc:graphicFrameChg chg="mod">
          <ac:chgData name="Paul Winser" userId="c3146a91-e6bd-4264-bd86-e164e04bc32d" providerId="ADAL" clId="{508E0BFC-A5CF-4080-BE6C-1FB09D88B936}" dt="2024-11-12T15:41:42.157" v="168" actId="1076"/>
          <ac:graphicFrameMkLst>
            <pc:docMk/>
            <pc:sldMk cId="3662285605" sldId="363"/>
            <ac:graphicFrameMk id="4" creationId="{B8758484-6D07-4272-AFE6-8729D6B93ABB}"/>
          </ac:graphicFrameMkLst>
        </pc:graphicFrameChg>
      </pc:sldChg>
      <pc:sldChg chg="modSp mod">
        <pc:chgData name="Paul Winser" userId="c3146a91-e6bd-4264-bd86-e164e04bc32d" providerId="ADAL" clId="{508E0BFC-A5CF-4080-BE6C-1FB09D88B936}" dt="2024-11-12T15:41:54.043" v="172" actId="14100"/>
        <pc:sldMkLst>
          <pc:docMk/>
          <pc:sldMk cId="2587244497" sldId="364"/>
        </pc:sldMkLst>
        <pc:spChg chg="mod">
          <ac:chgData name="Paul Winser" userId="c3146a91-e6bd-4264-bd86-e164e04bc32d" providerId="ADAL" clId="{508E0BFC-A5CF-4080-BE6C-1FB09D88B936}" dt="2024-11-12T15:41:54.043" v="172" actId="14100"/>
          <ac:spMkLst>
            <pc:docMk/>
            <pc:sldMk cId="2587244497" sldId="364"/>
            <ac:spMk id="4" creationId="{5FF930C8-F544-DB95-9154-0CFD57101AFD}"/>
          </ac:spMkLst>
        </pc:spChg>
        <pc:spChg chg="mod">
          <ac:chgData name="Paul Winser" userId="c3146a91-e6bd-4264-bd86-e164e04bc32d" providerId="ADAL" clId="{508E0BFC-A5CF-4080-BE6C-1FB09D88B936}" dt="2024-11-12T15:41:49.891" v="171" actId="20577"/>
          <ac:spMkLst>
            <pc:docMk/>
            <pc:sldMk cId="2587244497" sldId="364"/>
            <ac:spMk id="5" creationId="{5D78CC95-EADD-443D-9C6C-EF6A92B101F1}"/>
          </ac:spMkLst>
        </pc:spChg>
      </pc:sldChg>
      <pc:sldChg chg="delSp modSp mod">
        <pc:chgData name="Paul Winser" userId="c3146a91-e6bd-4264-bd86-e164e04bc32d" providerId="ADAL" clId="{508E0BFC-A5CF-4080-BE6C-1FB09D88B936}" dt="2024-11-12T15:42:13.457" v="178" actId="1076"/>
        <pc:sldMkLst>
          <pc:docMk/>
          <pc:sldMk cId="1224442848" sldId="365"/>
        </pc:sldMkLst>
        <pc:spChg chg="del">
          <ac:chgData name="Paul Winser" userId="c3146a91-e6bd-4264-bd86-e164e04bc32d" providerId="ADAL" clId="{508E0BFC-A5CF-4080-BE6C-1FB09D88B936}" dt="2024-11-12T15:42:07.568" v="176" actId="478"/>
          <ac:spMkLst>
            <pc:docMk/>
            <pc:sldMk cId="1224442848" sldId="365"/>
            <ac:spMk id="2" creationId="{AFCB41A4-FC27-31B5-6CD0-D4AD74653F9D}"/>
          </ac:spMkLst>
        </pc:spChg>
        <pc:spChg chg="mod">
          <ac:chgData name="Paul Winser" userId="c3146a91-e6bd-4264-bd86-e164e04bc32d" providerId="ADAL" clId="{508E0BFC-A5CF-4080-BE6C-1FB09D88B936}" dt="2024-11-12T15:42:13.457" v="178" actId="1076"/>
          <ac:spMkLst>
            <pc:docMk/>
            <pc:sldMk cId="1224442848" sldId="365"/>
            <ac:spMk id="5" creationId="{5D78CC95-EADD-443D-9C6C-EF6A92B101F1}"/>
          </ac:spMkLst>
        </pc:spChg>
        <pc:spChg chg="mod">
          <ac:chgData name="Paul Winser" userId="c3146a91-e6bd-4264-bd86-e164e04bc32d" providerId="ADAL" clId="{508E0BFC-A5CF-4080-BE6C-1FB09D88B936}" dt="2024-11-12T15:42:05.536" v="175" actId="1076"/>
          <ac:spMkLst>
            <pc:docMk/>
            <pc:sldMk cId="1224442848" sldId="365"/>
            <ac:spMk id="6" creationId="{6672A07A-01B8-4559-93C8-D280087163C2}"/>
          </ac:spMkLst>
        </pc:spChg>
        <pc:picChg chg="mod">
          <ac:chgData name="Paul Winser" userId="c3146a91-e6bd-4264-bd86-e164e04bc32d" providerId="ADAL" clId="{508E0BFC-A5CF-4080-BE6C-1FB09D88B936}" dt="2024-11-12T15:42:03.065" v="174" actId="1076"/>
          <ac:picMkLst>
            <pc:docMk/>
            <pc:sldMk cId="1224442848" sldId="365"/>
            <ac:picMk id="4" creationId="{74BD7F17-2F3F-F532-8A75-6B511D5E6807}"/>
          </ac:picMkLst>
        </pc:picChg>
      </pc:sldChg>
      <pc:sldChg chg="delSp modSp mod">
        <pc:chgData name="Paul Winser" userId="c3146a91-e6bd-4264-bd86-e164e04bc32d" providerId="ADAL" clId="{508E0BFC-A5CF-4080-BE6C-1FB09D88B936}" dt="2024-11-12T15:42:19.086" v="180" actId="478"/>
        <pc:sldMkLst>
          <pc:docMk/>
          <pc:sldMk cId="2521206289" sldId="366"/>
        </pc:sldMkLst>
        <pc:spChg chg="del">
          <ac:chgData name="Paul Winser" userId="c3146a91-e6bd-4264-bd86-e164e04bc32d" providerId="ADAL" clId="{508E0BFC-A5CF-4080-BE6C-1FB09D88B936}" dt="2024-11-12T15:42:19.086" v="180" actId="478"/>
          <ac:spMkLst>
            <pc:docMk/>
            <pc:sldMk cId="2521206289" sldId="366"/>
            <ac:spMk id="2" creationId="{E7432E39-179F-602C-936D-BA69B2276D40}"/>
          </ac:spMkLst>
        </pc:spChg>
        <pc:picChg chg="mod">
          <ac:chgData name="Paul Winser" userId="c3146a91-e6bd-4264-bd86-e164e04bc32d" providerId="ADAL" clId="{508E0BFC-A5CF-4080-BE6C-1FB09D88B936}" dt="2024-11-12T15:42:16.374" v="179" actId="1076"/>
          <ac:picMkLst>
            <pc:docMk/>
            <pc:sldMk cId="2521206289" sldId="366"/>
            <ac:picMk id="4" creationId="{E0C13A33-5DE8-2B0B-399B-A1B355733BA1}"/>
          </ac:picMkLst>
        </pc:picChg>
      </pc:sldChg>
      <pc:sldChg chg="modSp mod">
        <pc:chgData name="Paul Winser" userId="c3146a91-e6bd-4264-bd86-e164e04bc32d" providerId="ADAL" clId="{508E0BFC-A5CF-4080-BE6C-1FB09D88B936}" dt="2024-11-12T15:42:40.375" v="188" actId="1076"/>
        <pc:sldMkLst>
          <pc:docMk/>
          <pc:sldMk cId="1496313021" sldId="367"/>
        </pc:sldMkLst>
        <pc:spChg chg="mod">
          <ac:chgData name="Paul Winser" userId="c3146a91-e6bd-4264-bd86-e164e04bc32d" providerId="ADAL" clId="{508E0BFC-A5CF-4080-BE6C-1FB09D88B936}" dt="2024-11-12T15:42:38.399" v="187" actId="1076"/>
          <ac:spMkLst>
            <pc:docMk/>
            <pc:sldMk cId="1496313021" sldId="367"/>
            <ac:spMk id="2" creationId="{99957F9A-9388-A1D0-0108-C8D85527AFA6}"/>
          </ac:spMkLst>
        </pc:spChg>
        <pc:spChg chg="mod">
          <ac:chgData name="Paul Winser" userId="c3146a91-e6bd-4264-bd86-e164e04bc32d" providerId="ADAL" clId="{508E0BFC-A5CF-4080-BE6C-1FB09D88B936}" dt="2024-11-12T15:42:33.203" v="185" actId="113"/>
          <ac:spMkLst>
            <pc:docMk/>
            <pc:sldMk cId="1496313021" sldId="367"/>
            <ac:spMk id="5" creationId="{5D78CC95-EADD-443D-9C6C-EF6A92B101F1}"/>
          </ac:spMkLst>
        </pc:spChg>
        <pc:picChg chg="mod">
          <ac:chgData name="Paul Winser" userId="c3146a91-e6bd-4264-bd86-e164e04bc32d" providerId="ADAL" clId="{508E0BFC-A5CF-4080-BE6C-1FB09D88B936}" dt="2024-11-12T15:42:40.375" v="188" actId="1076"/>
          <ac:picMkLst>
            <pc:docMk/>
            <pc:sldMk cId="1496313021" sldId="367"/>
            <ac:picMk id="3" creationId="{48722BDE-A7D2-5DFC-8EFD-4E53757A1B7B}"/>
          </ac:picMkLst>
        </pc:picChg>
      </pc:sldChg>
      <pc:sldChg chg="delSp modSp mod">
        <pc:chgData name="Paul Winser" userId="c3146a91-e6bd-4264-bd86-e164e04bc32d" providerId="ADAL" clId="{508E0BFC-A5CF-4080-BE6C-1FB09D88B936}" dt="2024-11-12T15:42:59.879" v="190" actId="1076"/>
        <pc:sldMkLst>
          <pc:docMk/>
          <pc:sldMk cId="3508176827" sldId="368"/>
        </pc:sldMkLst>
        <pc:spChg chg="del">
          <ac:chgData name="Paul Winser" userId="c3146a91-e6bd-4264-bd86-e164e04bc32d" providerId="ADAL" clId="{508E0BFC-A5CF-4080-BE6C-1FB09D88B936}" dt="2024-11-12T15:42:47.823" v="189" actId="478"/>
          <ac:spMkLst>
            <pc:docMk/>
            <pc:sldMk cId="3508176827" sldId="368"/>
            <ac:spMk id="2" creationId="{855647BF-E5BA-1018-F4C6-6D69DF610D55}"/>
          </ac:spMkLst>
        </pc:spChg>
        <pc:spChg chg="mod">
          <ac:chgData name="Paul Winser" userId="c3146a91-e6bd-4264-bd86-e164e04bc32d" providerId="ADAL" clId="{508E0BFC-A5CF-4080-BE6C-1FB09D88B936}" dt="2024-11-12T15:42:59.879" v="190" actId="1076"/>
          <ac:spMkLst>
            <pc:docMk/>
            <pc:sldMk cId="3508176827" sldId="368"/>
            <ac:spMk id="5" creationId="{5D78CC95-EADD-443D-9C6C-EF6A92B101F1}"/>
          </ac:spMkLst>
        </pc:spChg>
      </pc:sldChg>
      <pc:sldChg chg="delSp mod">
        <pc:chgData name="Paul Winser" userId="c3146a91-e6bd-4264-bd86-e164e04bc32d" providerId="ADAL" clId="{508E0BFC-A5CF-4080-BE6C-1FB09D88B936}" dt="2024-11-12T15:43:03.070" v="191" actId="478"/>
        <pc:sldMkLst>
          <pc:docMk/>
          <pc:sldMk cId="2427046024" sldId="369"/>
        </pc:sldMkLst>
        <pc:spChg chg="del">
          <ac:chgData name="Paul Winser" userId="c3146a91-e6bd-4264-bd86-e164e04bc32d" providerId="ADAL" clId="{508E0BFC-A5CF-4080-BE6C-1FB09D88B936}" dt="2024-11-12T15:43:03.070" v="191" actId="478"/>
          <ac:spMkLst>
            <pc:docMk/>
            <pc:sldMk cId="2427046024" sldId="369"/>
            <ac:spMk id="2" creationId="{287E91A5-37BF-B3CD-0E7E-4743375DFC3F}"/>
          </ac:spMkLst>
        </pc:spChg>
      </pc:sldChg>
      <pc:sldChg chg="delSp mod">
        <pc:chgData name="Paul Winser" userId="c3146a91-e6bd-4264-bd86-e164e04bc32d" providerId="ADAL" clId="{508E0BFC-A5CF-4080-BE6C-1FB09D88B936}" dt="2024-11-12T15:43:07.969" v="192" actId="478"/>
        <pc:sldMkLst>
          <pc:docMk/>
          <pc:sldMk cId="2089839261" sldId="370"/>
        </pc:sldMkLst>
        <pc:spChg chg="del">
          <ac:chgData name="Paul Winser" userId="c3146a91-e6bd-4264-bd86-e164e04bc32d" providerId="ADAL" clId="{508E0BFC-A5CF-4080-BE6C-1FB09D88B936}" dt="2024-11-12T15:43:07.969" v="192" actId="478"/>
          <ac:spMkLst>
            <pc:docMk/>
            <pc:sldMk cId="2089839261" sldId="370"/>
            <ac:spMk id="2" creationId="{EEB53508-8490-DC0F-D817-27526B9A40BA}"/>
          </ac:spMkLst>
        </pc:spChg>
      </pc:sldChg>
      <pc:sldChg chg="delSp mod">
        <pc:chgData name="Paul Winser" userId="c3146a91-e6bd-4264-bd86-e164e04bc32d" providerId="ADAL" clId="{508E0BFC-A5CF-4080-BE6C-1FB09D88B936}" dt="2024-11-12T15:43:11.599" v="193" actId="478"/>
        <pc:sldMkLst>
          <pc:docMk/>
          <pc:sldMk cId="350342921" sldId="371"/>
        </pc:sldMkLst>
        <pc:spChg chg="del">
          <ac:chgData name="Paul Winser" userId="c3146a91-e6bd-4264-bd86-e164e04bc32d" providerId="ADAL" clId="{508E0BFC-A5CF-4080-BE6C-1FB09D88B936}" dt="2024-11-12T15:43:11.599" v="193" actId="478"/>
          <ac:spMkLst>
            <pc:docMk/>
            <pc:sldMk cId="350342921" sldId="371"/>
            <ac:spMk id="2" creationId="{631CC386-8150-5A6A-428F-45A337256E1D}"/>
          </ac:spMkLst>
        </pc:spChg>
      </pc:sldChg>
      <pc:sldChg chg="delSp modSp mod">
        <pc:chgData name="Paul Winser" userId="c3146a91-e6bd-4264-bd86-e164e04bc32d" providerId="ADAL" clId="{508E0BFC-A5CF-4080-BE6C-1FB09D88B936}" dt="2024-11-12T15:43:21.103" v="196" actId="1076"/>
        <pc:sldMkLst>
          <pc:docMk/>
          <pc:sldMk cId="1122736127" sldId="372"/>
        </pc:sldMkLst>
        <pc:spChg chg="del">
          <ac:chgData name="Paul Winser" userId="c3146a91-e6bd-4264-bd86-e164e04bc32d" providerId="ADAL" clId="{508E0BFC-A5CF-4080-BE6C-1FB09D88B936}" dt="2024-11-12T15:43:15.759" v="194" actId="478"/>
          <ac:spMkLst>
            <pc:docMk/>
            <pc:sldMk cId="1122736127" sldId="372"/>
            <ac:spMk id="2" creationId="{41B17B81-8381-217E-70E1-7230A8CB736C}"/>
          </ac:spMkLst>
        </pc:spChg>
        <pc:picChg chg="mod">
          <ac:chgData name="Paul Winser" userId="c3146a91-e6bd-4264-bd86-e164e04bc32d" providerId="ADAL" clId="{508E0BFC-A5CF-4080-BE6C-1FB09D88B936}" dt="2024-11-12T15:43:21.103" v="196" actId="1076"/>
          <ac:picMkLst>
            <pc:docMk/>
            <pc:sldMk cId="1122736127" sldId="372"/>
            <ac:picMk id="4" creationId="{42CFF537-3034-42BA-6DCA-93A1A9D1416D}"/>
          </ac:picMkLst>
        </pc:picChg>
      </pc:sldChg>
      <pc:sldChg chg="delSp mod">
        <pc:chgData name="Paul Winser" userId="c3146a91-e6bd-4264-bd86-e164e04bc32d" providerId="ADAL" clId="{508E0BFC-A5CF-4080-BE6C-1FB09D88B936}" dt="2024-11-12T15:43:25.952" v="197" actId="478"/>
        <pc:sldMkLst>
          <pc:docMk/>
          <pc:sldMk cId="598144980" sldId="373"/>
        </pc:sldMkLst>
        <pc:spChg chg="del">
          <ac:chgData name="Paul Winser" userId="c3146a91-e6bd-4264-bd86-e164e04bc32d" providerId="ADAL" clId="{508E0BFC-A5CF-4080-BE6C-1FB09D88B936}" dt="2024-11-12T15:43:25.952" v="197" actId="478"/>
          <ac:spMkLst>
            <pc:docMk/>
            <pc:sldMk cId="598144980" sldId="373"/>
            <ac:spMk id="8" creationId="{895A421F-2E4F-4BDD-4049-42BB2DB19B65}"/>
          </ac:spMkLst>
        </pc:spChg>
      </pc:sldChg>
      <pc:sldChg chg="modSp mod">
        <pc:chgData name="Paul Winser" userId="c3146a91-e6bd-4264-bd86-e164e04bc32d" providerId="ADAL" clId="{508E0BFC-A5CF-4080-BE6C-1FB09D88B936}" dt="2024-11-12T15:43:29.732" v="198" actId="20577"/>
        <pc:sldMkLst>
          <pc:docMk/>
          <pc:sldMk cId="1275189928" sldId="374"/>
        </pc:sldMkLst>
        <pc:spChg chg="mod">
          <ac:chgData name="Paul Winser" userId="c3146a91-e6bd-4264-bd86-e164e04bc32d" providerId="ADAL" clId="{508E0BFC-A5CF-4080-BE6C-1FB09D88B936}" dt="2024-11-12T15:43:29.732" v="198" actId="20577"/>
          <ac:spMkLst>
            <pc:docMk/>
            <pc:sldMk cId="1275189928" sldId="374"/>
            <ac:spMk id="5" creationId="{5D78CC95-EADD-443D-9C6C-EF6A92B101F1}"/>
          </ac:spMkLst>
        </pc:spChg>
      </pc:sldChg>
      <pc:sldChg chg="modSp mod">
        <pc:chgData name="Paul Winser" userId="c3146a91-e6bd-4264-bd86-e164e04bc32d" providerId="ADAL" clId="{508E0BFC-A5CF-4080-BE6C-1FB09D88B936}" dt="2024-11-12T15:44:01.551" v="206" actId="1076"/>
        <pc:sldMkLst>
          <pc:docMk/>
          <pc:sldMk cId="70706289" sldId="375"/>
        </pc:sldMkLst>
        <pc:spChg chg="mod">
          <ac:chgData name="Paul Winser" userId="c3146a91-e6bd-4264-bd86-e164e04bc32d" providerId="ADAL" clId="{508E0BFC-A5CF-4080-BE6C-1FB09D88B936}" dt="2024-11-12T15:43:57.879" v="205" actId="1076"/>
          <ac:spMkLst>
            <pc:docMk/>
            <pc:sldMk cId="70706289" sldId="375"/>
            <ac:spMk id="2" creationId="{9D71C17C-D5DD-5C7B-10B8-1AC40A73B6F0}"/>
          </ac:spMkLst>
        </pc:spChg>
        <pc:spChg chg="mod">
          <ac:chgData name="Paul Winser" userId="c3146a91-e6bd-4264-bd86-e164e04bc32d" providerId="ADAL" clId="{508E0BFC-A5CF-4080-BE6C-1FB09D88B936}" dt="2024-11-12T15:43:45.037" v="201" actId="14100"/>
          <ac:spMkLst>
            <pc:docMk/>
            <pc:sldMk cId="70706289" sldId="375"/>
            <ac:spMk id="5" creationId="{5D78CC95-EADD-443D-9C6C-EF6A92B101F1}"/>
          </ac:spMkLst>
        </pc:spChg>
        <pc:picChg chg="mod">
          <ac:chgData name="Paul Winser" userId="c3146a91-e6bd-4264-bd86-e164e04bc32d" providerId="ADAL" clId="{508E0BFC-A5CF-4080-BE6C-1FB09D88B936}" dt="2024-11-12T15:44:01.551" v="206" actId="1076"/>
          <ac:picMkLst>
            <pc:docMk/>
            <pc:sldMk cId="70706289" sldId="375"/>
            <ac:picMk id="3" creationId="{B110F852-ADE8-88DA-A90F-544EA8135051}"/>
          </ac:picMkLst>
        </pc:picChg>
      </pc:sldChg>
      <pc:sldChg chg="delSp mod">
        <pc:chgData name="Paul Winser" userId="c3146a91-e6bd-4264-bd86-e164e04bc32d" providerId="ADAL" clId="{508E0BFC-A5CF-4080-BE6C-1FB09D88B936}" dt="2024-11-12T15:44:11.168" v="207" actId="478"/>
        <pc:sldMkLst>
          <pc:docMk/>
          <pc:sldMk cId="535640946" sldId="376"/>
        </pc:sldMkLst>
        <pc:spChg chg="del">
          <ac:chgData name="Paul Winser" userId="c3146a91-e6bd-4264-bd86-e164e04bc32d" providerId="ADAL" clId="{508E0BFC-A5CF-4080-BE6C-1FB09D88B936}" dt="2024-11-12T15:44:11.168" v="207" actId="478"/>
          <ac:spMkLst>
            <pc:docMk/>
            <pc:sldMk cId="535640946" sldId="376"/>
            <ac:spMk id="3" creationId="{0B8AC27C-65B1-B3FC-8093-2EE95B361F3E}"/>
          </ac:spMkLst>
        </pc:spChg>
      </pc:sldChg>
      <pc:sldChg chg="delSp modSp mod">
        <pc:chgData name="Paul Winser" userId="c3146a91-e6bd-4264-bd86-e164e04bc32d" providerId="ADAL" clId="{508E0BFC-A5CF-4080-BE6C-1FB09D88B936}" dt="2024-11-12T15:44:45.878" v="214" actId="1076"/>
        <pc:sldMkLst>
          <pc:docMk/>
          <pc:sldMk cId="3797310184" sldId="379"/>
        </pc:sldMkLst>
        <pc:spChg chg="del">
          <ac:chgData name="Paul Winser" userId="c3146a91-e6bd-4264-bd86-e164e04bc32d" providerId="ADAL" clId="{508E0BFC-A5CF-4080-BE6C-1FB09D88B936}" dt="2024-11-12T15:44:27.212" v="208" actId="478"/>
          <ac:spMkLst>
            <pc:docMk/>
            <pc:sldMk cId="3797310184" sldId="379"/>
            <ac:spMk id="4" creationId="{0CB79D97-F72E-DA0E-95B6-2D1BF09FDB97}"/>
          </ac:spMkLst>
        </pc:spChg>
        <pc:spChg chg="mod">
          <ac:chgData name="Paul Winser" userId="c3146a91-e6bd-4264-bd86-e164e04bc32d" providerId="ADAL" clId="{508E0BFC-A5CF-4080-BE6C-1FB09D88B936}" dt="2024-11-12T15:44:39.455" v="211" actId="1076"/>
          <ac:spMkLst>
            <pc:docMk/>
            <pc:sldMk cId="3797310184" sldId="379"/>
            <ac:spMk id="5" creationId="{5D78CC95-EADD-443D-9C6C-EF6A92B101F1}"/>
          </ac:spMkLst>
        </pc:spChg>
        <pc:spChg chg="mod">
          <ac:chgData name="Paul Winser" userId="c3146a91-e6bd-4264-bd86-e164e04bc32d" providerId="ADAL" clId="{508E0BFC-A5CF-4080-BE6C-1FB09D88B936}" dt="2024-11-12T15:44:45.878" v="214" actId="1076"/>
          <ac:spMkLst>
            <pc:docMk/>
            <pc:sldMk cId="3797310184" sldId="379"/>
            <ac:spMk id="8" creationId="{1484693E-3634-442E-A971-4FB381EBB25C}"/>
          </ac:spMkLst>
        </pc:spChg>
        <pc:picChg chg="mod">
          <ac:chgData name="Paul Winser" userId="c3146a91-e6bd-4264-bd86-e164e04bc32d" providerId="ADAL" clId="{508E0BFC-A5CF-4080-BE6C-1FB09D88B936}" dt="2024-11-12T15:44:43.478" v="213" actId="1076"/>
          <ac:picMkLst>
            <pc:docMk/>
            <pc:sldMk cId="3797310184" sldId="379"/>
            <ac:picMk id="3" creationId="{8ADA6AD1-A8E1-76B0-FC56-1594B0E7140D}"/>
          </ac:picMkLst>
        </pc:picChg>
      </pc:sldChg>
      <pc:sldChg chg="delSp modSp mod">
        <pc:chgData name="Paul Winser" userId="c3146a91-e6bd-4264-bd86-e164e04bc32d" providerId="ADAL" clId="{508E0BFC-A5CF-4080-BE6C-1FB09D88B936}" dt="2024-11-12T15:36:57.512" v="68" actId="14100"/>
        <pc:sldMkLst>
          <pc:docMk/>
          <pc:sldMk cId="2256062460" sldId="381"/>
        </pc:sldMkLst>
        <pc:spChg chg="del">
          <ac:chgData name="Paul Winser" userId="c3146a91-e6bd-4264-bd86-e164e04bc32d" providerId="ADAL" clId="{508E0BFC-A5CF-4080-BE6C-1FB09D88B936}" dt="2024-11-12T15:36:11.439" v="48" actId="478"/>
          <ac:spMkLst>
            <pc:docMk/>
            <pc:sldMk cId="2256062460" sldId="381"/>
            <ac:spMk id="2" creationId="{D94BAC1C-4981-226E-0562-43655D2D0CED}"/>
          </ac:spMkLst>
        </pc:spChg>
        <pc:spChg chg="mod">
          <ac:chgData name="Paul Winser" userId="c3146a91-e6bd-4264-bd86-e164e04bc32d" providerId="ADAL" clId="{508E0BFC-A5CF-4080-BE6C-1FB09D88B936}" dt="2024-11-12T15:36:39.138" v="63" actId="20577"/>
          <ac:spMkLst>
            <pc:docMk/>
            <pc:sldMk cId="2256062460" sldId="381"/>
            <ac:spMk id="4" creationId="{3FE4BD95-F3A4-459F-A5D4-A7613A08E0FC}"/>
          </ac:spMkLst>
        </pc:spChg>
        <pc:spChg chg="mod">
          <ac:chgData name="Paul Winser" userId="c3146a91-e6bd-4264-bd86-e164e04bc32d" providerId="ADAL" clId="{508E0BFC-A5CF-4080-BE6C-1FB09D88B936}" dt="2024-11-12T15:36:53.888" v="67" actId="1076"/>
          <ac:spMkLst>
            <pc:docMk/>
            <pc:sldMk cId="2256062460" sldId="381"/>
            <ac:spMk id="5" creationId="{2E5802FE-584C-4115-8C66-C338CCAB42A7}"/>
          </ac:spMkLst>
        </pc:spChg>
        <pc:spChg chg="mod">
          <ac:chgData name="Paul Winser" userId="c3146a91-e6bd-4264-bd86-e164e04bc32d" providerId="ADAL" clId="{508E0BFC-A5CF-4080-BE6C-1FB09D88B936}" dt="2024-11-12T15:36:10.285" v="47" actId="1076"/>
          <ac:spMkLst>
            <pc:docMk/>
            <pc:sldMk cId="2256062460" sldId="381"/>
            <ac:spMk id="8" creationId="{37C4D3BB-DF4F-483C-B143-13842490C13C}"/>
          </ac:spMkLst>
        </pc:spChg>
        <pc:picChg chg="mod">
          <ac:chgData name="Paul Winser" userId="c3146a91-e6bd-4264-bd86-e164e04bc32d" providerId="ADAL" clId="{508E0BFC-A5CF-4080-BE6C-1FB09D88B936}" dt="2024-11-12T15:36:57.512" v="68" actId="14100"/>
          <ac:picMkLst>
            <pc:docMk/>
            <pc:sldMk cId="2256062460" sldId="381"/>
            <ac:picMk id="6" creationId="{5FADF8F3-1367-A8AC-3561-5024CB5A7CF2}"/>
          </ac:picMkLst>
        </pc:picChg>
      </pc:sldChg>
      <pc:sldChg chg="delSp modSp mod">
        <pc:chgData name="Paul Winser" userId="c3146a91-e6bd-4264-bd86-e164e04bc32d" providerId="ADAL" clId="{508E0BFC-A5CF-4080-BE6C-1FB09D88B936}" dt="2024-11-12T15:37:50.018" v="88" actId="1036"/>
        <pc:sldMkLst>
          <pc:docMk/>
          <pc:sldMk cId="3395816639" sldId="382"/>
        </pc:sldMkLst>
        <pc:spChg chg="del">
          <ac:chgData name="Paul Winser" userId="c3146a91-e6bd-4264-bd86-e164e04bc32d" providerId="ADAL" clId="{508E0BFC-A5CF-4080-BE6C-1FB09D88B936}" dt="2024-11-12T15:37:31.841" v="81" actId="478"/>
          <ac:spMkLst>
            <pc:docMk/>
            <pc:sldMk cId="3395816639" sldId="382"/>
            <ac:spMk id="2" creationId="{45D8D5C4-F9EE-B7FE-52C9-32B3DDA0F224}"/>
          </ac:spMkLst>
        </pc:spChg>
        <pc:spChg chg="mod">
          <ac:chgData name="Paul Winser" userId="c3146a91-e6bd-4264-bd86-e164e04bc32d" providerId="ADAL" clId="{508E0BFC-A5CF-4080-BE6C-1FB09D88B936}" dt="2024-11-12T15:37:44.481" v="86" actId="1076"/>
          <ac:spMkLst>
            <pc:docMk/>
            <pc:sldMk cId="3395816639" sldId="382"/>
            <ac:spMk id="4" creationId="{F7288D9A-B272-4914-BC40-47884B9A393A}"/>
          </ac:spMkLst>
        </pc:spChg>
        <pc:spChg chg="mod">
          <ac:chgData name="Paul Winser" userId="c3146a91-e6bd-4264-bd86-e164e04bc32d" providerId="ADAL" clId="{508E0BFC-A5CF-4080-BE6C-1FB09D88B936}" dt="2024-11-12T15:37:50.018" v="88" actId="1036"/>
          <ac:spMkLst>
            <pc:docMk/>
            <pc:sldMk cId="3395816639" sldId="382"/>
            <ac:spMk id="5" creationId="{476B66E3-762A-4A2A-868C-AB0CD399AD10}"/>
          </ac:spMkLst>
        </pc:spChg>
      </pc:sldChg>
      <pc:sldChg chg="modSp mod">
        <pc:chgData name="Paul Winser" userId="c3146a91-e6bd-4264-bd86-e164e04bc32d" providerId="ADAL" clId="{508E0BFC-A5CF-4080-BE6C-1FB09D88B936}" dt="2024-11-12T15:40:59.901" v="155" actId="1076"/>
        <pc:sldMkLst>
          <pc:docMk/>
          <pc:sldMk cId="4115623956" sldId="383"/>
        </pc:sldMkLst>
        <pc:spChg chg="mod">
          <ac:chgData name="Paul Winser" userId="c3146a91-e6bd-4264-bd86-e164e04bc32d" providerId="ADAL" clId="{508E0BFC-A5CF-4080-BE6C-1FB09D88B936}" dt="2024-11-12T15:40:59.901" v="155" actId="1076"/>
          <ac:spMkLst>
            <pc:docMk/>
            <pc:sldMk cId="4115623956" sldId="383"/>
            <ac:spMk id="34819" creationId="{453C7683-8588-7ABC-32E0-8A4E68218620}"/>
          </ac:spMkLst>
        </pc:spChg>
      </pc:sldChg>
      <pc:sldChg chg="modSp mod">
        <pc:chgData name="Paul Winser" userId="c3146a91-e6bd-4264-bd86-e164e04bc32d" providerId="ADAL" clId="{508E0BFC-A5CF-4080-BE6C-1FB09D88B936}" dt="2024-11-12T15:44:51.380" v="216" actId="5793"/>
        <pc:sldMkLst>
          <pc:docMk/>
          <pc:sldMk cId="0" sldId="384"/>
        </pc:sldMkLst>
        <pc:spChg chg="mod">
          <ac:chgData name="Paul Winser" userId="c3146a91-e6bd-4264-bd86-e164e04bc32d" providerId="ADAL" clId="{508E0BFC-A5CF-4080-BE6C-1FB09D88B936}" dt="2024-11-12T15:44:51.380" v="216" actId="5793"/>
          <ac:spMkLst>
            <pc:docMk/>
            <pc:sldMk cId="0" sldId="384"/>
            <ac:spMk id="5" creationId="{9FA6E9AD-5E58-B78C-95E8-0BA1B8E3BEA7}"/>
          </ac:spMkLst>
        </pc:spChg>
      </pc:sldChg>
      <pc:sldChg chg="delSp modSp add mod">
        <pc:chgData name="Paul Winser" userId="c3146a91-e6bd-4264-bd86-e164e04bc32d" providerId="ADAL" clId="{508E0BFC-A5CF-4080-BE6C-1FB09D88B936}" dt="2024-11-12T15:34:51.027" v="12" actId="478"/>
        <pc:sldMkLst>
          <pc:docMk/>
          <pc:sldMk cId="3888673114" sldId="385"/>
        </pc:sldMkLst>
        <pc:spChg chg="del">
          <ac:chgData name="Paul Winser" userId="c3146a91-e6bd-4264-bd86-e164e04bc32d" providerId="ADAL" clId="{508E0BFC-A5CF-4080-BE6C-1FB09D88B936}" dt="2024-11-12T15:34:51.027" v="12" actId="478"/>
          <ac:spMkLst>
            <pc:docMk/>
            <pc:sldMk cId="3888673114" sldId="385"/>
            <ac:spMk id="2" creationId="{8A07BB2C-4CA8-CAD7-1BD5-B8828819B252}"/>
          </ac:spMkLst>
        </pc:spChg>
        <pc:spChg chg="mod">
          <ac:chgData name="Paul Winser" userId="c3146a91-e6bd-4264-bd86-e164e04bc32d" providerId="ADAL" clId="{508E0BFC-A5CF-4080-BE6C-1FB09D88B936}" dt="2024-11-12T15:34:48.317" v="11" actId="403"/>
          <ac:spMkLst>
            <pc:docMk/>
            <pc:sldMk cId="3888673114" sldId="385"/>
            <ac:spMk id="30723" creationId="{3C79F714-332C-AB63-03D9-E6D0CAE0623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a:t>Click to edit Master text styles</a:t>
            </a:r>
          </a:p>
          <a:p>
            <a:pPr lvl="1" rtl="1"/>
            <a:r>
              <a:rPr lang="ar" noProof="0"/>
              <a:t>Second level</a:t>
            </a:r>
          </a:p>
          <a:p>
            <a:pPr lvl="2" rtl="1"/>
            <a:r>
              <a:rPr lang="ar" noProof="0"/>
              <a:t>Third level</a:t>
            </a:r>
          </a:p>
          <a:p>
            <a:pPr lvl="3" rtl="1"/>
            <a:r>
              <a:rPr lang="ar" noProof="0"/>
              <a:t>Fourth level</a:t>
            </a:r>
          </a:p>
          <a:p>
            <a:pPr lvl="4" rtl="1"/>
            <a:r>
              <a:rPr lang="ar" noProof="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endParaRPr lang="en-US" altLang="en-US"/>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fld id="{4D3E6F70-5D4D-4B7F-8590-7D87CFB0B671}"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Arial" charset="0"/>
        <a:ea typeface="+mn-ea"/>
        <a:cs typeface="+mn-cs"/>
      </a:defRPr>
    </a:lvl1pPr>
    <a:lvl2pPr marL="457200" algn="r" rtl="1" eaLnBrk="0" fontAlgn="base" hangingPunct="0">
      <a:spcBef>
        <a:spcPct val="30000"/>
      </a:spcBef>
      <a:spcAft>
        <a:spcPct val="0"/>
      </a:spcAft>
      <a:defRPr sz="1200" kern="1200">
        <a:solidFill>
          <a:schemeClr val="tx1"/>
        </a:solidFill>
        <a:latin typeface="Arial" charset="0"/>
        <a:ea typeface="+mn-ea"/>
        <a:cs typeface="+mn-cs"/>
      </a:defRPr>
    </a:lvl2pPr>
    <a:lvl3pPr marL="914400" algn="r" rtl="1" eaLnBrk="0" fontAlgn="base" hangingPunct="0">
      <a:spcBef>
        <a:spcPct val="30000"/>
      </a:spcBef>
      <a:spcAft>
        <a:spcPct val="0"/>
      </a:spcAft>
      <a:defRPr sz="1200" kern="1200">
        <a:solidFill>
          <a:schemeClr val="tx1"/>
        </a:solidFill>
        <a:latin typeface="Arial" charset="0"/>
        <a:ea typeface="+mn-ea"/>
        <a:cs typeface="+mn-cs"/>
      </a:defRPr>
    </a:lvl3pPr>
    <a:lvl4pPr marL="1371600" algn="r" rtl="1" eaLnBrk="0" fontAlgn="base" hangingPunct="0">
      <a:spcBef>
        <a:spcPct val="30000"/>
      </a:spcBef>
      <a:spcAft>
        <a:spcPct val="0"/>
      </a:spcAft>
      <a:defRPr sz="1200" kern="1200">
        <a:solidFill>
          <a:schemeClr val="tx1"/>
        </a:solidFill>
        <a:latin typeface="Arial" charset="0"/>
        <a:ea typeface="+mn-ea"/>
        <a:cs typeface="+mn-cs"/>
      </a:defRPr>
    </a:lvl4pPr>
    <a:lvl5pPr marL="1828800" algn="r" rtl="1" eaLnBrk="0" fontAlgn="base" hangingPunct="0">
      <a:spcBef>
        <a:spcPct val="30000"/>
      </a:spcBef>
      <a:spcAft>
        <a:spcPct val="0"/>
      </a:spcAft>
      <a:defRPr sz="1200" kern="1200">
        <a:solidFill>
          <a:schemeClr val="tx1"/>
        </a:solidFill>
        <a:latin typeface="Arial" charset="0"/>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latin typeface="Arial" panose="020B0604020202020204" pitchFamily="34" charset="0"/>
            </a:endParaRPr>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pPr/>
              <a:t>1</a:t>
            </a:fld>
            <a:endParaRPr lang="en-GB"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a:t>2</a:t>
            </a:fld>
            <a:endParaRPr lang="en-GB"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a:t>3</a:t>
            </a:fld>
            <a:endParaRPr lang="en-GB" altLang="en-US"/>
          </a:p>
        </p:txBody>
      </p:sp>
    </p:spTree>
    <p:extLst>
      <p:ext uri="{BB962C8B-B14F-4D97-AF65-F5344CB8AC3E}">
        <p14:creationId xmlns:p14="http://schemas.microsoft.com/office/powerpoint/2010/main" val="4361607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pPr/>
              <a:t>4</a:t>
            </a:fld>
            <a:endParaRPr lang="en-GB"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5</a:t>
            </a:fld>
            <a:endParaRPr lang="en-GB"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6</a:t>
            </a:fld>
            <a:endParaRPr lang="en-GB" altLang="en-US"/>
          </a:p>
        </p:txBody>
      </p:sp>
    </p:spTree>
    <p:extLst>
      <p:ext uri="{BB962C8B-B14F-4D97-AF65-F5344CB8AC3E}">
        <p14:creationId xmlns:p14="http://schemas.microsoft.com/office/powerpoint/2010/main" val="29193369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7</a:t>
            </a:fld>
            <a:endParaRPr lang="en-GB" altLang="en-US"/>
          </a:p>
        </p:txBody>
      </p:sp>
    </p:spTree>
    <p:extLst>
      <p:ext uri="{BB962C8B-B14F-4D97-AF65-F5344CB8AC3E}">
        <p14:creationId xmlns:p14="http://schemas.microsoft.com/office/powerpoint/2010/main" val="5315322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8</a:t>
            </a:fld>
            <a:endParaRPr lang="en-GB" altLang="en-US"/>
          </a:p>
        </p:txBody>
      </p:sp>
    </p:spTree>
    <p:extLst>
      <p:ext uri="{BB962C8B-B14F-4D97-AF65-F5344CB8AC3E}">
        <p14:creationId xmlns:p14="http://schemas.microsoft.com/office/powerpoint/2010/main" val="7314253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9</a:t>
            </a:fld>
            <a:endParaRPr lang="en-GB" altLang="en-US"/>
          </a:p>
        </p:txBody>
      </p:sp>
    </p:spTree>
    <p:extLst>
      <p:ext uri="{BB962C8B-B14F-4D97-AF65-F5344CB8AC3E}">
        <p14:creationId xmlns:p14="http://schemas.microsoft.com/office/powerpoint/2010/main" val="9041394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10</a:t>
            </a:fld>
            <a:endParaRPr lang="en-GB" altLang="en-US"/>
          </a:p>
        </p:txBody>
      </p:sp>
    </p:spTree>
    <p:extLst>
      <p:ext uri="{BB962C8B-B14F-4D97-AF65-F5344CB8AC3E}">
        <p14:creationId xmlns:p14="http://schemas.microsoft.com/office/powerpoint/2010/main" val="17497464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11</a:t>
            </a:fld>
            <a:endParaRPr lang="en-GB" altLang="en-US"/>
          </a:p>
        </p:txBody>
      </p:sp>
    </p:spTree>
    <p:extLst>
      <p:ext uri="{BB962C8B-B14F-4D97-AF65-F5344CB8AC3E}">
        <p14:creationId xmlns:p14="http://schemas.microsoft.com/office/powerpoint/2010/main" val="26838614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12</a:t>
            </a:fld>
            <a:endParaRPr lang="en-GB" altLang="en-US"/>
          </a:p>
        </p:txBody>
      </p:sp>
    </p:spTree>
    <p:extLst>
      <p:ext uri="{BB962C8B-B14F-4D97-AF65-F5344CB8AC3E}">
        <p14:creationId xmlns:p14="http://schemas.microsoft.com/office/powerpoint/2010/main" val="5260598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13</a:t>
            </a:fld>
            <a:endParaRPr lang="en-GB" altLang="en-US"/>
          </a:p>
        </p:txBody>
      </p:sp>
    </p:spTree>
    <p:extLst>
      <p:ext uri="{BB962C8B-B14F-4D97-AF65-F5344CB8AC3E}">
        <p14:creationId xmlns:p14="http://schemas.microsoft.com/office/powerpoint/2010/main" val="24474998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14</a:t>
            </a:fld>
            <a:endParaRPr lang="en-GB" altLang="en-US"/>
          </a:p>
        </p:txBody>
      </p:sp>
    </p:spTree>
    <p:extLst>
      <p:ext uri="{BB962C8B-B14F-4D97-AF65-F5344CB8AC3E}">
        <p14:creationId xmlns:p14="http://schemas.microsoft.com/office/powerpoint/2010/main" val="7241518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15</a:t>
            </a:fld>
            <a:endParaRPr lang="en-GB" altLang="en-US"/>
          </a:p>
        </p:txBody>
      </p:sp>
    </p:spTree>
    <p:extLst>
      <p:ext uri="{BB962C8B-B14F-4D97-AF65-F5344CB8AC3E}">
        <p14:creationId xmlns:p14="http://schemas.microsoft.com/office/powerpoint/2010/main" val="10434244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16</a:t>
            </a:fld>
            <a:endParaRPr lang="en-GB" altLang="en-US"/>
          </a:p>
        </p:txBody>
      </p:sp>
    </p:spTree>
    <p:extLst>
      <p:ext uri="{BB962C8B-B14F-4D97-AF65-F5344CB8AC3E}">
        <p14:creationId xmlns:p14="http://schemas.microsoft.com/office/powerpoint/2010/main" val="41540430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17</a:t>
            </a:fld>
            <a:endParaRPr lang="en-GB" altLang="en-US"/>
          </a:p>
        </p:txBody>
      </p:sp>
    </p:spTree>
    <p:extLst>
      <p:ext uri="{BB962C8B-B14F-4D97-AF65-F5344CB8AC3E}">
        <p14:creationId xmlns:p14="http://schemas.microsoft.com/office/powerpoint/2010/main" val="10822088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18</a:t>
            </a:fld>
            <a:endParaRPr lang="en-GB" altLang="en-US"/>
          </a:p>
        </p:txBody>
      </p:sp>
    </p:spTree>
    <p:extLst>
      <p:ext uri="{BB962C8B-B14F-4D97-AF65-F5344CB8AC3E}">
        <p14:creationId xmlns:p14="http://schemas.microsoft.com/office/powerpoint/2010/main" val="3310059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19</a:t>
            </a:fld>
            <a:endParaRPr lang="en-GB" altLang="en-US"/>
          </a:p>
        </p:txBody>
      </p:sp>
    </p:spTree>
    <p:extLst>
      <p:ext uri="{BB962C8B-B14F-4D97-AF65-F5344CB8AC3E}">
        <p14:creationId xmlns:p14="http://schemas.microsoft.com/office/powerpoint/2010/main" val="12064501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20</a:t>
            </a:fld>
            <a:endParaRPr lang="en-GB" altLang="en-US"/>
          </a:p>
        </p:txBody>
      </p:sp>
    </p:spTree>
    <p:extLst>
      <p:ext uri="{BB962C8B-B14F-4D97-AF65-F5344CB8AC3E}">
        <p14:creationId xmlns:p14="http://schemas.microsoft.com/office/powerpoint/2010/main" val="6709820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21</a:t>
            </a:fld>
            <a:endParaRPr lang="en-GB" altLang="en-US"/>
          </a:p>
        </p:txBody>
      </p:sp>
    </p:spTree>
    <p:extLst>
      <p:ext uri="{BB962C8B-B14F-4D97-AF65-F5344CB8AC3E}">
        <p14:creationId xmlns:p14="http://schemas.microsoft.com/office/powerpoint/2010/main" val="7317262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22</a:t>
            </a:fld>
            <a:endParaRPr lang="en-GB" altLang="en-US"/>
          </a:p>
        </p:txBody>
      </p:sp>
    </p:spTree>
    <p:extLst>
      <p:ext uri="{BB962C8B-B14F-4D97-AF65-F5344CB8AC3E}">
        <p14:creationId xmlns:p14="http://schemas.microsoft.com/office/powerpoint/2010/main" val="8035489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23</a:t>
            </a:fld>
            <a:endParaRPr lang="en-GB" altLang="en-US"/>
          </a:p>
        </p:txBody>
      </p:sp>
    </p:spTree>
    <p:extLst>
      <p:ext uri="{BB962C8B-B14F-4D97-AF65-F5344CB8AC3E}">
        <p14:creationId xmlns:p14="http://schemas.microsoft.com/office/powerpoint/2010/main" val="20971315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24</a:t>
            </a:fld>
            <a:endParaRPr lang="en-GB" altLang="en-US"/>
          </a:p>
        </p:txBody>
      </p:sp>
    </p:spTree>
    <p:extLst>
      <p:ext uri="{BB962C8B-B14F-4D97-AF65-F5344CB8AC3E}">
        <p14:creationId xmlns:p14="http://schemas.microsoft.com/office/powerpoint/2010/main" val="5059875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25</a:t>
            </a:fld>
            <a:endParaRPr lang="en-GB" altLang="en-US"/>
          </a:p>
        </p:txBody>
      </p:sp>
    </p:spTree>
    <p:extLst>
      <p:ext uri="{BB962C8B-B14F-4D97-AF65-F5344CB8AC3E}">
        <p14:creationId xmlns:p14="http://schemas.microsoft.com/office/powerpoint/2010/main" val="36300169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26</a:t>
            </a:fld>
            <a:endParaRPr lang="en-GB" altLang="en-US"/>
          </a:p>
        </p:txBody>
      </p:sp>
    </p:spTree>
    <p:extLst>
      <p:ext uri="{BB962C8B-B14F-4D97-AF65-F5344CB8AC3E}">
        <p14:creationId xmlns:p14="http://schemas.microsoft.com/office/powerpoint/2010/main" val="30400147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27</a:t>
            </a:fld>
            <a:endParaRPr lang="en-GB" altLang="en-US"/>
          </a:p>
        </p:txBody>
      </p:sp>
    </p:spTree>
    <p:extLst>
      <p:ext uri="{BB962C8B-B14F-4D97-AF65-F5344CB8AC3E}">
        <p14:creationId xmlns:p14="http://schemas.microsoft.com/office/powerpoint/2010/main" val="31154892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28</a:t>
            </a:fld>
            <a:endParaRPr lang="en-GB" altLang="en-US"/>
          </a:p>
        </p:txBody>
      </p:sp>
    </p:spTree>
    <p:extLst>
      <p:ext uri="{BB962C8B-B14F-4D97-AF65-F5344CB8AC3E}">
        <p14:creationId xmlns:p14="http://schemas.microsoft.com/office/powerpoint/2010/main" val="37757753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29</a:t>
            </a:fld>
            <a:endParaRPr lang="en-GB" altLang="en-US"/>
          </a:p>
        </p:txBody>
      </p:sp>
    </p:spTree>
    <p:extLst>
      <p:ext uri="{BB962C8B-B14F-4D97-AF65-F5344CB8AC3E}">
        <p14:creationId xmlns:p14="http://schemas.microsoft.com/office/powerpoint/2010/main" val="17249541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30</a:t>
            </a:fld>
            <a:endParaRPr lang="en-GB" altLang="en-US"/>
          </a:p>
        </p:txBody>
      </p:sp>
    </p:spTree>
    <p:extLst>
      <p:ext uri="{BB962C8B-B14F-4D97-AF65-F5344CB8AC3E}">
        <p14:creationId xmlns:p14="http://schemas.microsoft.com/office/powerpoint/2010/main" val="34589215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31</a:t>
            </a:fld>
            <a:endParaRPr lang="en-GB" altLang="en-US"/>
          </a:p>
        </p:txBody>
      </p:sp>
    </p:spTree>
    <p:extLst>
      <p:ext uri="{BB962C8B-B14F-4D97-AF65-F5344CB8AC3E}">
        <p14:creationId xmlns:p14="http://schemas.microsoft.com/office/powerpoint/2010/main" val="29457273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32</a:t>
            </a:fld>
            <a:endParaRPr lang="en-GB" altLang="en-US"/>
          </a:p>
        </p:txBody>
      </p:sp>
    </p:spTree>
    <p:extLst>
      <p:ext uri="{BB962C8B-B14F-4D97-AF65-F5344CB8AC3E}">
        <p14:creationId xmlns:p14="http://schemas.microsoft.com/office/powerpoint/2010/main" val="64805481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33</a:t>
            </a:fld>
            <a:endParaRPr lang="en-GB" altLang="en-US"/>
          </a:p>
        </p:txBody>
      </p:sp>
    </p:spTree>
    <p:extLst>
      <p:ext uri="{BB962C8B-B14F-4D97-AF65-F5344CB8AC3E}">
        <p14:creationId xmlns:p14="http://schemas.microsoft.com/office/powerpoint/2010/main" val="11029851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34</a:t>
            </a:fld>
            <a:endParaRPr lang="en-GB" altLang="en-US"/>
          </a:p>
        </p:txBody>
      </p:sp>
    </p:spTree>
    <p:extLst>
      <p:ext uri="{BB962C8B-B14F-4D97-AF65-F5344CB8AC3E}">
        <p14:creationId xmlns:p14="http://schemas.microsoft.com/office/powerpoint/2010/main" val="230034794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35</a:t>
            </a:fld>
            <a:endParaRPr lang="en-GB" altLang="en-US"/>
          </a:p>
        </p:txBody>
      </p:sp>
    </p:spTree>
    <p:extLst>
      <p:ext uri="{BB962C8B-B14F-4D97-AF65-F5344CB8AC3E}">
        <p14:creationId xmlns:p14="http://schemas.microsoft.com/office/powerpoint/2010/main" val="44604641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36</a:t>
            </a:fld>
            <a:endParaRPr lang="en-GB" altLang="en-US"/>
          </a:p>
        </p:txBody>
      </p:sp>
    </p:spTree>
    <p:extLst>
      <p:ext uri="{BB962C8B-B14F-4D97-AF65-F5344CB8AC3E}">
        <p14:creationId xmlns:p14="http://schemas.microsoft.com/office/powerpoint/2010/main" val="97149049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37</a:t>
            </a:fld>
            <a:endParaRPr lang="en-GB" altLang="en-US"/>
          </a:p>
        </p:txBody>
      </p:sp>
    </p:spTree>
    <p:extLst>
      <p:ext uri="{BB962C8B-B14F-4D97-AF65-F5344CB8AC3E}">
        <p14:creationId xmlns:p14="http://schemas.microsoft.com/office/powerpoint/2010/main" val="29226193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38</a:t>
            </a:fld>
            <a:endParaRPr lang="en-GB" altLang="en-US"/>
          </a:p>
        </p:txBody>
      </p:sp>
    </p:spTree>
    <p:extLst>
      <p:ext uri="{BB962C8B-B14F-4D97-AF65-F5344CB8AC3E}">
        <p14:creationId xmlns:p14="http://schemas.microsoft.com/office/powerpoint/2010/main" val="418068642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39</a:t>
            </a:fld>
            <a:endParaRPr lang="en-GB" altLang="en-US"/>
          </a:p>
        </p:txBody>
      </p:sp>
    </p:spTree>
    <p:extLst>
      <p:ext uri="{BB962C8B-B14F-4D97-AF65-F5344CB8AC3E}">
        <p14:creationId xmlns:p14="http://schemas.microsoft.com/office/powerpoint/2010/main" val="165778530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40</a:t>
            </a:fld>
            <a:endParaRPr lang="en-GB" altLang="en-US"/>
          </a:p>
        </p:txBody>
      </p:sp>
    </p:spTree>
    <p:extLst>
      <p:ext uri="{BB962C8B-B14F-4D97-AF65-F5344CB8AC3E}">
        <p14:creationId xmlns:p14="http://schemas.microsoft.com/office/powerpoint/2010/main" val="349289496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41</a:t>
            </a:fld>
            <a:endParaRPr lang="en-GB" altLang="en-US"/>
          </a:p>
        </p:txBody>
      </p:sp>
    </p:spTree>
    <p:extLst>
      <p:ext uri="{BB962C8B-B14F-4D97-AF65-F5344CB8AC3E}">
        <p14:creationId xmlns:p14="http://schemas.microsoft.com/office/powerpoint/2010/main" val="240224979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latin typeface="Arial" panose="020B0604020202020204" pitchFamily="34" charset="0"/>
            </a:endParaRPr>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pPr/>
              <a:t>42</a:t>
            </a:fld>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p>
            <a:pPr rtl="1"/>
            <a:r>
              <a:rPr lang="ar"/>
              <a:t>Unit X: xxxxxxxxxxxxxxxxxxxxx</a:t>
            </a:r>
            <a:endParaRPr lang="en-GB" altLang="en-US" dirty="0"/>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stStyle>
          <a:p>
            <a:pPr rtl="1"/>
            <a:r>
              <a:rPr lang="ar"/>
              <a:t>Learning aim x</a:t>
            </a:r>
            <a:endParaRPr lang="en-US" altLang="en-US" dirty="0"/>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p>
            <a:pPr rtl="1"/>
            <a:r>
              <a:rPr lang="ar"/>
              <a:t>Subhead</a:t>
            </a:r>
          </a:p>
          <a:p>
            <a:pPr rtl="1"/>
            <a:r>
              <a:rPr lang="ar"/>
              <a:t>Bullet text</a:t>
            </a:r>
          </a:p>
          <a:p>
            <a:pPr rtl="1"/>
            <a:endParaRPr lang="en-GB" dirty="0"/>
          </a:p>
        </p:txBody>
      </p:sp>
      <p:sp>
        <p:nvSpPr>
          <p:cNvPr id="7" name="Content Placeholder 6"/>
          <p:cNvSpPr>
            <a:spLocks noGrp="1"/>
          </p:cNvSpPr>
          <p:nvPr>
            <p:ph sz="half" idx="10"/>
          </p:nvPr>
        </p:nvSpPr>
        <p:spPr>
          <a:xfrm>
            <a:off x="3421063" y="2212975"/>
            <a:ext cx="2303462" cy="3449638"/>
          </a:xfrm>
          <a:prstGeom prst="rect">
            <a:avLst/>
          </a:prstGeom>
        </p:spPr>
        <p:txBody>
          <a:bodyPr rtlCol="1"/>
          <a:lstStyle/>
          <a:p>
            <a:pPr rtl="1"/>
            <a:r>
              <a:rPr lang="ar"/>
              <a:t>Subhead</a:t>
            </a:r>
          </a:p>
          <a:p>
            <a:pPr rtl="1"/>
            <a:r>
              <a:rPr lang="ar"/>
              <a:t>Bullet text</a:t>
            </a:r>
          </a:p>
          <a:p>
            <a:pPr rtl="1"/>
            <a:endParaRPr lang="en-GB" dirty="0"/>
          </a:p>
        </p:txBody>
      </p:sp>
      <p:sp>
        <p:nvSpPr>
          <p:cNvPr id="8" name="Content Placeholder 6"/>
          <p:cNvSpPr>
            <a:spLocks noGrp="1"/>
          </p:cNvSpPr>
          <p:nvPr>
            <p:ph sz="half" idx="11"/>
          </p:nvPr>
        </p:nvSpPr>
        <p:spPr>
          <a:xfrm>
            <a:off x="6156325" y="2212975"/>
            <a:ext cx="2592388" cy="3736975"/>
          </a:xfrm>
          <a:prstGeom prst="rect">
            <a:avLst/>
          </a:prstGeom>
        </p:spPr>
        <p:txBody>
          <a:bodyPr rtlCol="1"/>
          <a:lstStyle/>
          <a:p>
            <a:pPr rtl="1"/>
            <a:r>
              <a:rPr lang="ar"/>
              <a:t>Subhead</a:t>
            </a:r>
          </a:p>
          <a:p>
            <a:pPr rtl="1"/>
            <a:r>
              <a:rPr lang="ar"/>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p>
            <a:pPr rtl="1"/>
            <a:r>
              <a:rPr lang="ar"/>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p>
            <a:pPr rtl="1"/>
            <a:r>
              <a:rPr lang="ar"/>
              <a:t>Heading</a:t>
            </a:r>
            <a:endParaRPr lang="en-GB" altLang="en-US" dirty="0"/>
          </a:p>
        </p:txBody>
      </p:sp>
      <p:sp>
        <p:nvSpPr>
          <p:cNvPr id="10" name="Content Placeholder 2"/>
          <p:cNvSpPr>
            <a:spLocks noGrp="1"/>
          </p:cNvSpPr>
          <p:nvPr>
            <p:ph sz="half" idx="1"/>
          </p:nvPr>
        </p:nvSpPr>
        <p:spPr>
          <a:xfrm>
            <a:off x="468313" y="2195513"/>
            <a:ext cx="4027487" cy="3681412"/>
          </a:xfrm>
          <a:prstGeom prst="rect">
            <a:avLst/>
          </a:prstGeom>
        </p:spPr>
        <p:txBody>
          <a:bodyPr rtlCol="1"/>
          <a:lstStyle/>
          <a:p>
            <a:pPr rtl="1"/>
            <a:r>
              <a:rPr lang="ar"/>
              <a:t>Blue subhead</a:t>
            </a:r>
          </a:p>
          <a:p>
            <a:pPr rtl="1"/>
            <a:r>
              <a:rPr lang="ar"/>
              <a:t>Bullet text</a:t>
            </a:r>
          </a:p>
          <a:p>
            <a:pPr rtl="1"/>
            <a:endParaRPr lang="en-GB" dirty="0"/>
          </a:p>
          <a:p>
            <a:pPr rtl="1"/>
            <a:endParaRPr lang="en-GB" dirty="0"/>
          </a:p>
        </p:txBody>
      </p:sp>
      <p:sp>
        <p:nvSpPr>
          <p:cNvPr id="11" name="Content Placeholder 3"/>
          <p:cNvSpPr>
            <a:spLocks noGrp="1"/>
          </p:cNvSpPr>
          <p:nvPr>
            <p:ph sz="half" idx="2"/>
          </p:nvPr>
        </p:nvSpPr>
        <p:spPr>
          <a:xfrm>
            <a:off x="4648200" y="2195512"/>
            <a:ext cx="4027488" cy="3681411"/>
          </a:xfrm>
          <a:prstGeom prst="rect">
            <a:avLst/>
          </a:prstGeom>
        </p:spPr>
        <p:txBody>
          <a:bodyPr rtlCol="1"/>
          <a:lstStyle/>
          <a:p>
            <a:pPr rtl="1"/>
            <a:r>
              <a:rPr lang="ar"/>
              <a:t>Blue subhead</a:t>
            </a:r>
          </a:p>
          <a:p>
            <a:pPr rtl="1"/>
            <a:r>
              <a:rPr lang="ar"/>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29230881"/>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38162300"/>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5649852"/>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11169128"/>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35013648"/>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4.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6" Type="http://schemas.openxmlformats.org/officeDocument/2006/relationships/image" Target="../media/image5.jpeg"/><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audio" Target="../media/audio1.bin"/><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2" Type="http://schemas.openxmlformats.org/officeDocument/2006/relationships/slideLayout" Target="../slideLayouts/slideLayout53.xml"/><Relationship Id="rId16" Type="http://schemas.openxmlformats.org/officeDocument/2006/relationships/image" Target="../media/image6.jpeg"/><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audio" Target="../media/audio1.bin"/><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2" Type="http://schemas.openxmlformats.org/officeDocument/2006/relationships/slideLayout" Target="../slideLayouts/slideLayout66.xml"/><Relationship Id="rId16" Type="http://schemas.openxmlformats.org/officeDocument/2006/relationships/image" Target="../media/image7.png"/><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5" Type="http://schemas.openxmlformats.org/officeDocument/2006/relationships/audio" Target="../media/audio1.bin"/><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theme" Target="../theme/theme7.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image" Target="../media/image8.jpeg"/><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audio" Target="../media/audio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theme" Target="../theme/theme8.xml"/><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slideLayout" Target="../slideLayouts/slideLayout101.xml"/><Relationship Id="rId2" Type="http://schemas.openxmlformats.org/officeDocument/2006/relationships/slideLayout" Target="../slideLayouts/slideLayout91.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5" Type="http://schemas.openxmlformats.org/officeDocument/2006/relationships/image" Target="../media/image9.jpeg"/><Relationship Id="rId10" Type="http://schemas.openxmlformats.org/officeDocument/2006/relationships/slideLayout" Target="../slideLayouts/slideLayout99.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9.xml"/><Relationship Id="rId13" Type="http://schemas.openxmlformats.org/officeDocument/2006/relationships/theme" Target="../theme/theme9.xml"/><Relationship Id="rId3" Type="http://schemas.openxmlformats.org/officeDocument/2006/relationships/slideLayout" Target="../slideLayouts/slideLayout104.xml"/><Relationship Id="rId7" Type="http://schemas.openxmlformats.org/officeDocument/2006/relationships/slideLayout" Target="../slideLayouts/slideLayout108.xml"/><Relationship Id="rId12" Type="http://schemas.openxmlformats.org/officeDocument/2006/relationships/slideLayout" Target="../slideLayouts/slideLayout113.xml"/><Relationship Id="rId2" Type="http://schemas.openxmlformats.org/officeDocument/2006/relationships/slideLayout" Target="../slideLayouts/slideLayout103.xml"/><Relationship Id="rId1" Type="http://schemas.openxmlformats.org/officeDocument/2006/relationships/slideLayout" Target="../slideLayouts/slideLayout102.xml"/><Relationship Id="rId6" Type="http://schemas.openxmlformats.org/officeDocument/2006/relationships/slideLayout" Target="../slideLayouts/slideLayout107.xml"/><Relationship Id="rId11" Type="http://schemas.openxmlformats.org/officeDocument/2006/relationships/slideLayout" Target="../slideLayouts/slideLayout112.xml"/><Relationship Id="rId5" Type="http://schemas.openxmlformats.org/officeDocument/2006/relationships/slideLayout" Target="../slideLayouts/slideLayout106.xml"/><Relationship Id="rId15" Type="http://schemas.openxmlformats.org/officeDocument/2006/relationships/image" Target="../media/image10.jpeg"/><Relationship Id="rId10" Type="http://schemas.openxmlformats.org/officeDocument/2006/relationships/slideLayout" Target="../slideLayouts/slideLayout111.xml"/><Relationship Id="rId4" Type="http://schemas.openxmlformats.org/officeDocument/2006/relationships/slideLayout" Target="../slideLayouts/slideLayout105.xml"/><Relationship Id="rId9" Type="http://schemas.openxmlformats.org/officeDocument/2006/relationships/slideLayout" Target="../slideLayouts/slideLayout110.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21.xml"/><Relationship Id="rId13" Type="http://schemas.openxmlformats.org/officeDocument/2006/relationships/theme" Target="../theme/theme10.xml"/><Relationship Id="rId3" Type="http://schemas.openxmlformats.org/officeDocument/2006/relationships/slideLayout" Target="../slideLayouts/slideLayout116.xml"/><Relationship Id="rId7" Type="http://schemas.openxmlformats.org/officeDocument/2006/relationships/slideLayout" Target="../slideLayouts/slideLayout120.xml"/><Relationship Id="rId12" Type="http://schemas.openxmlformats.org/officeDocument/2006/relationships/slideLayout" Target="../slideLayouts/slideLayout125.xml"/><Relationship Id="rId2" Type="http://schemas.openxmlformats.org/officeDocument/2006/relationships/slideLayout" Target="../slideLayouts/slideLayout115.xml"/><Relationship Id="rId1" Type="http://schemas.openxmlformats.org/officeDocument/2006/relationships/slideLayout" Target="../slideLayouts/slideLayout114.xml"/><Relationship Id="rId6" Type="http://schemas.openxmlformats.org/officeDocument/2006/relationships/slideLayout" Target="../slideLayouts/slideLayout119.xml"/><Relationship Id="rId11" Type="http://schemas.openxmlformats.org/officeDocument/2006/relationships/slideLayout" Target="../slideLayouts/slideLayout124.xml"/><Relationship Id="rId5" Type="http://schemas.openxmlformats.org/officeDocument/2006/relationships/slideLayout" Target="../slideLayouts/slideLayout118.xml"/><Relationship Id="rId15" Type="http://schemas.openxmlformats.org/officeDocument/2006/relationships/image" Target="../media/image11.jpeg"/><Relationship Id="rId10" Type="http://schemas.openxmlformats.org/officeDocument/2006/relationships/slideLayout" Target="../slideLayouts/slideLayout123.xml"/><Relationship Id="rId4" Type="http://schemas.openxmlformats.org/officeDocument/2006/relationships/slideLayout" Target="../slideLayouts/slideLayout117.xml"/><Relationship Id="rId9" Type="http://schemas.openxmlformats.org/officeDocument/2006/relationships/slideLayout" Target="../slideLayouts/slideLayout122.xml"/><Relationship Id="rId14" Type="http://schemas.openxmlformats.org/officeDocument/2006/relationships/audio" Target="../media/audio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 id="2147484931"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 id="2147484932"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3236" y="190"/>
            <a:ext cx="9137528"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 id="2147484933"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65.xml"/></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77.xml"/></Relationships>
</file>

<file path=ppt/slides/_rels/slide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xml"/><Relationship Id="rId1" Type="http://schemas.openxmlformats.org/officeDocument/2006/relationships/slideLayout" Target="../slideLayouts/slideLayout77.xml"/></Relationships>
</file>

<file path=ppt/slides/_rels/slide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77.xml"/></Relationships>
</file>

<file path=ppt/slides/_rels/slide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xml"/><Relationship Id="rId1" Type="http://schemas.openxmlformats.org/officeDocument/2006/relationships/slideLayout" Target="../slideLayouts/slideLayout77.xml"/></Relationships>
</file>

<file path=ppt/slides/_rels/slide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6.xml"/><Relationship Id="rId1" Type="http://schemas.openxmlformats.org/officeDocument/2006/relationships/slideLayout" Target="../slideLayouts/slideLayout77.xml"/></Relationships>
</file>

<file path=ppt/slides/_rels/slide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7.xml"/><Relationship Id="rId1" Type="http://schemas.openxmlformats.org/officeDocument/2006/relationships/slideLayout" Target="../slideLayouts/slideLayout77.xml"/></Relationships>
</file>

<file path=ppt/slides/_rels/slide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xml"/><Relationship Id="rId1" Type="http://schemas.openxmlformats.org/officeDocument/2006/relationships/slideLayout" Target="../slideLayouts/slideLayout77.xml"/><Relationship Id="rId4" Type="http://schemas.openxmlformats.org/officeDocument/2006/relationships/image" Target="../media/image12.jpeg"/></Relationships>
</file>

<file path=ppt/slides/_rels/slide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77.xml"/></Relationships>
</file>

<file path=ppt/slides/_rels/slide1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0.xml"/><Relationship Id="rId1" Type="http://schemas.openxmlformats.org/officeDocument/2006/relationships/slideLayout" Target="../slideLayouts/slideLayout77.xml"/></Relationships>
</file>

<file path=ppt/slides/_rels/slide1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1.xml"/><Relationship Id="rId1" Type="http://schemas.openxmlformats.org/officeDocument/2006/relationships/slideLayout" Target="../slideLayouts/slideLayout77.xml"/></Relationships>
</file>

<file path=ppt/slides/_rels/slide1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2.xml"/><Relationship Id="rId1" Type="http://schemas.openxmlformats.org/officeDocument/2006/relationships/slideLayout" Target="../slideLayouts/slideLayout77.xml"/></Relationships>
</file>

<file path=ppt/slides/_rels/slide1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3.xml"/><Relationship Id="rId1" Type="http://schemas.openxmlformats.org/officeDocument/2006/relationships/slideLayout" Target="../slideLayouts/slideLayout77.xml"/></Relationships>
</file>

<file path=ppt/slides/_rels/slide1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4.xml"/><Relationship Id="rId1" Type="http://schemas.openxmlformats.org/officeDocument/2006/relationships/slideLayout" Target="../slideLayouts/slideLayout77.xml"/></Relationships>
</file>

<file path=ppt/slides/_rels/slide1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5.xml"/><Relationship Id="rId1" Type="http://schemas.openxmlformats.org/officeDocument/2006/relationships/slideLayout" Target="../slideLayouts/slideLayout77.xml"/><Relationship Id="rId4" Type="http://schemas.openxmlformats.org/officeDocument/2006/relationships/image" Target="../media/image13.jpeg"/></Relationships>
</file>

<file path=ppt/slides/_rels/slide1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6.xml"/><Relationship Id="rId1" Type="http://schemas.openxmlformats.org/officeDocument/2006/relationships/slideLayout" Target="../slideLayouts/slideLayout77.xml"/><Relationship Id="rId4" Type="http://schemas.openxmlformats.org/officeDocument/2006/relationships/image" Target="../media/image14.jpeg"/></Relationships>
</file>

<file path=ppt/slides/_rels/slide1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7.xml"/><Relationship Id="rId1" Type="http://schemas.openxmlformats.org/officeDocument/2006/relationships/slideLayout" Target="../slideLayouts/slideLayout77.xml"/></Relationships>
</file>

<file path=ppt/slides/_rels/slide1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8.xml"/><Relationship Id="rId1" Type="http://schemas.openxmlformats.org/officeDocument/2006/relationships/slideLayout" Target="../slideLayouts/slideLayout77.xml"/></Relationships>
</file>

<file path=ppt/slides/_rels/slide1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9.xml"/><Relationship Id="rId1" Type="http://schemas.openxmlformats.org/officeDocument/2006/relationships/slideLayout" Target="../slideLayouts/slideLayout77.xml"/><Relationship Id="rId4" Type="http://schemas.openxmlformats.org/officeDocument/2006/relationships/image" Target="../media/image15.jpeg"/></Relationships>
</file>

<file path=ppt/slides/_rels/slide2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0.xml"/><Relationship Id="rId1" Type="http://schemas.openxmlformats.org/officeDocument/2006/relationships/slideLayout" Target="../slideLayouts/slideLayout77.xml"/></Relationships>
</file>

<file path=ppt/slides/_rels/slide2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1.xml"/><Relationship Id="rId1" Type="http://schemas.openxmlformats.org/officeDocument/2006/relationships/slideLayout" Target="../slideLayouts/slideLayout77.xml"/><Relationship Id="rId4" Type="http://schemas.openxmlformats.org/officeDocument/2006/relationships/image" Target="../media/image16.jpeg"/></Relationships>
</file>

<file path=ppt/slides/_rels/slide2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2.xml"/><Relationship Id="rId1" Type="http://schemas.openxmlformats.org/officeDocument/2006/relationships/slideLayout" Target="../slideLayouts/slideLayout77.xml"/></Relationships>
</file>

<file path=ppt/slides/_rels/slide2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3.xml"/><Relationship Id="rId1" Type="http://schemas.openxmlformats.org/officeDocument/2006/relationships/slideLayout" Target="../slideLayouts/slideLayout77.xml"/></Relationships>
</file>

<file path=ppt/slides/_rels/slide2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4.xml"/><Relationship Id="rId1" Type="http://schemas.openxmlformats.org/officeDocument/2006/relationships/slideLayout" Target="../slideLayouts/slideLayout77.xml"/></Relationships>
</file>

<file path=ppt/slides/_rels/slide2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5.xml"/><Relationship Id="rId1" Type="http://schemas.openxmlformats.org/officeDocument/2006/relationships/slideLayout" Target="../slideLayouts/slideLayout77.xml"/><Relationship Id="rId5" Type="http://schemas.openxmlformats.org/officeDocument/2006/relationships/image" Target="../media/image18.jpeg"/><Relationship Id="rId4" Type="http://schemas.openxmlformats.org/officeDocument/2006/relationships/image" Target="../media/image17.jpeg"/></Relationships>
</file>

<file path=ppt/slides/_rels/slide2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6.xml"/><Relationship Id="rId1" Type="http://schemas.openxmlformats.org/officeDocument/2006/relationships/slideLayout" Target="../slideLayouts/slideLayout77.xml"/><Relationship Id="rId4" Type="http://schemas.openxmlformats.org/officeDocument/2006/relationships/image" Target="../media/image19.jpeg"/></Relationships>
</file>

<file path=ppt/slides/_rels/slide2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7.xml"/><Relationship Id="rId1" Type="http://schemas.openxmlformats.org/officeDocument/2006/relationships/slideLayout" Target="../slideLayouts/slideLayout77.xml"/><Relationship Id="rId4" Type="http://schemas.openxmlformats.org/officeDocument/2006/relationships/image" Target="../media/image20.jpeg"/></Relationships>
</file>

<file path=ppt/slides/_rels/slide2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8.xml"/><Relationship Id="rId1" Type="http://schemas.openxmlformats.org/officeDocument/2006/relationships/slideLayout" Target="../slideLayouts/slideLayout77.xml"/><Relationship Id="rId4" Type="http://schemas.openxmlformats.org/officeDocument/2006/relationships/image" Target="../media/image21.jpeg"/></Relationships>
</file>

<file path=ppt/slides/_rels/slide2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9.xml"/><Relationship Id="rId1" Type="http://schemas.openxmlformats.org/officeDocument/2006/relationships/slideLayout" Target="../slideLayouts/slideLayout77.xml"/><Relationship Id="rId4" Type="http://schemas.openxmlformats.org/officeDocument/2006/relationships/image" Target="../media/image22.jpeg"/></Relationships>
</file>

<file path=ppt/slides/_rels/slide3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0.xml"/><Relationship Id="rId1" Type="http://schemas.openxmlformats.org/officeDocument/2006/relationships/slideLayout" Target="../slideLayouts/slideLayout77.xml"/><Relationship Id="rId4" Type="http://schemas.openxmlformats.org/officeDocument/2006/relationships/image" Target="../media/image23.jpeg"/></Relationships>
</file>

<file path=ppt/slides/_rels/slide3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1.xml"/><Relationship Id="rId1" Type="http://schemas.openxmlformats.org/officeDocument/2006/relationships/slideLayout" Target="../slideLayouts/slideLayout77.xml"/></Relationships>
</file>

<file path=ppt/slides/_rels/slide3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2.xml"/><Relationship Id="rId1" Type="http://schemas.openxmlformats.org/officeDocument/2006/relationships/slideLayout" Target="../slideLayouts/slideLayout77.xml"/><Relationship Id="rId4" Type="http://schemas.openxmlformats.org/officeDocument/2006/relationships/image" Target="../media/image24.jpeg"/></Relationships>
</file>

<file path=ppt/slides/_rels/slide3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3.xml"/><Relationship Id="rId1" Type="http://schemas.openxmlformats.org/officeDocument/2006/relationships/slideLayout" Target="../slideLayouts/slideLayout77.xml"/><Relationship Id="rId4" Type="http://schemas.openxmlformats.org/officeDocument/2006/relationships/image" Target="../media/image25.jpeg"/></Relationships>
</file>

<file path=ppt/slides/_rels/slide3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4.xml"/><Relationship Id="rId1" Type="http://schemas.openxmlformats.org/officeDocument/2006/relationships/slideLayout" Target="../slideLayouts/slideLayout77.xml"/><Relationship Id="rId4" Type="http://schemas.openxmlformats.org/officeDocument/2006/relationships/image" Target="../media/image26.jpeg"/></Relationships>
</file>

<file path=ppt/slides/_rels/slide3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5.xml"/><Relationship Id="rId1" Type="http://schemas.openxmlformats.org/officeDocument/2006/relationships/slideLayout" Target="../slideLayouts/slideLayout77.xml"/><Relationship Id="rId4" Type="http://schemas.openxmlformats.org/officeDocument/2006/relationships/image" Target="../media/image27.jpeg"/></Relationships>
</file>

<file path=ppt/slides/_rels/slide3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6.xml"/><Relationship Id="rId1" Type="http://schemas.openxmlformats.org/officeDocument/2006/relationships/slideLayout" Target="../slideLayouts/slideLayout77.xml"/><Relationship Id="rId4" Type="http://schemas.openxmlformats.org/officeDocument/2006/relationships/image" Target="../media/image28.jpeg"/></Relationships>
</file>

<file path=ppt/slides/_rels/slide3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7.xml"/><Relationship Id="rId1" Type="http://schemas.openxmlformats.org/officeDocument/2006/relationships/slideLayout" Target="../slideLayouts/slideLayout77.xml"/></Relationships>
</file>

<file path=ppt/slides/_rels/slide3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8.xml"/><Relationship Id="rId1" Type="http://schemas.openxmlformats.org/officeDocument/2006/relationships/slideLayout" Target="../slideLayouts/slideLayout77.xml"/></Relationships>
</file>

<file path=ppt/slides/_rels/slide3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9.xml"/><Relationship Id="rId1" Type="http://schemas.openxmlformats.org/officeDocument/2006/relationships/slideLayout" Target="../slideLayouts/slideLayout77.xml"/></Relationships>
</file>

<file path=ppt/slides/_rels/slide4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0.xml"/><Relationship Id="rId1" Type="http://schemas.openxmlformats.org/officeDocument/2006/relationships/slideLayout" Target="../slideLayouts/slideLayout77.xml"/><Relationship Id="rId4" Type="http://schemas.openxmlformats.org/officeDocument/2006/relationships/image" Target="../media/image29.jpeg"/></Relationships>
</file>

<file path=ppt/slides/_rels/slide4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1.xml"/><Relationship Id="rId1" Type="http://schemas.openxmlformats.org/officeDocument/2006/relationships/slideLayout" Target="../slideLayouts/slideLayout77.xml"/></Relationships>
</file>

<file path=ppt/slides/_rels/slide4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2.xml"/><Relationship Id="rId1" Type="http://schemas.openxmlformats.org/officeDocument/2006/relationships/slideLayout" Target="../slideLayouts/slideLayout6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xfrm>
            <a:off x="685800" y="2130426"/>
            <a:ext cx="7772400" cy="1470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latin typeface="Sakkal Majalla" panose="02000000000000000000" pitchFamily="2" charset="-78"/>
                <a:cs typeface="Sakkal Majalla" panose="02000000000000000000" pitchFamily="2" charset="-78"/>
              </a:rPr>
              <a:t>الوحدة 24: صيانة الأنظمة الميكانيكية</a:t>
            </a:r>
            <a:br>
              <a:rPr lang="en-GB" altLang="en-US" sz="4600" dirty="0">
                <a:latin typeface="Sakkal Majalla" panose="02000000000000000000" pitchFamily="2" charset="-78"/>
                <a:cs typeface="Sakkal Majalla" panose="02000000000000000000" pitchFamily="2" charset="-78"/>
              </a:rPr>
            </a:br>
            <a:endParaRPr lang="en-GB" altLang="en-US" sz="4600" dirty="0">
              <a:latin typeface="Sakkal Majalla" panose="02000000000000000000" pitchFamily="2" charset="-78"/>
              <a:cs typeface="Sakkal Majalla" panose="02000000000000000000" pitchFamily="2" charset="-78"/>
            </a:endParaRPr>
          </a:p>
        </p:txBody>
      </p:sp>
      <p:sp>
        <p:nvSpPr>
          <p:cNvPr id="28680" name="Footer Placeholder 2">
            <a:extLst>
              <a:ext uri="{FF2B5EF4-FFF2-40B4-BE49-F238E27FC236}">
                <a16:creationId xmlns:a16="http://schemas.microsoft.com/office/drawing/2014/main" id="{250B1923-7747-07CF-317E-05CAA217CFCA}"/>
              </a:ext>
            </a:extLst>
          </p:cNvPr>
          <p:cNvSpPr>
            <a:spLocks noGrp="1"/>
          </p:cNvSpPr>
          <p:nvPr>
            <p:ph type="ftr" sz="quarter" idx="10"/>
          </p:nvPr>
        </p:nvSpPr>
        <p:spPr>
          <a:xfrm>
            <a:off x="0" y="6459538"/>
            <a:ext cx="9144000" cy="287337"/>
          </a:xfrm>
        </p:spPr>
        <p:txBody>
          <a:bodyPr wrap="square" rtlCol="1" anchor="t">
            <a:noAutofit/>
          </a:bodyPr>
          <a:lstStyle/>
          <a:p>
            <a:pPr algn="ctr" rtl="1">
              <a:lnSpc>
                <a:spcPct val="90000"/>
              </a:lnSpc>
              <a:spcAft>
                <a:spcPts val="600"/>
              </a:spcAft>
              <a:defRPr/>
            </a:pPr>
            <a:r>
              <a:rPr lang="ar" sz="1400" dirty="0">
                <a:latin typeface="Sakkal Majalla" panose="02000000000000000000" pitchFamily="2" charset="-78"/>
                <a:cs typeface="Sakkal Majalla" panose="02000000000000000000" pitchFamily="2" charset="-78"/>
              </a:rPr>
              <a:t>© حقوق التأليف والنشر لعام 2024 محفوظة لشركة بيرسون إديوكيشن ليمتد. يُسمح بالنسخ للمؤسسة المشترية فقط. </a:t>
            </a:r>
          </a:p>
        </p:txBody>
      </p:sp>
      <p:sp>
        <p:nvSpPr>
          <p:cNvPr id="2" name="Footer Placeholder 2">
            <a:extLst>
              <a:ext uri="{FF2B5EF4-FFF2-40B4-BE49-F238E27FC236}">
                <a16:creationId xmlns:a16="http://schemas.microsoft.com/office/drawing/2014/main" id="{016DB71D-2C1B-DD7F-C1D5-B65B6F00488D}"/>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A103000399215</a:t>
            </a:r>
            <a:endParaRPr lang="ar" sz="1000" dirty="0"/>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323529" y="1628799"/>
            <a:ext cx="8352928" cy="165618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algn="ctr" rtl="1">
              <a:buNone/>
            </a:pPr>
            <a:r>
              <a:rPr lang="ar" sz="2600" b="1" dirty="0">
                <a:latin typeface="Sakkal Majalla" panose="02000000000000000000" pitchFamily="2" charset="-78"/>
                <a:cs typeface="Sakkal Majalla" panose="02000000000000000000" pitchFamily="2" charset="-78"/>
              </a:rPr>
              <a:t>موجز عن الوحدة</a:t>
            </a:r>
          </a:p>
          <a:p>
            <a:pPr marL="0" indent="0" algn="ctr" rtl="1">
              <a:buNone/>
            </a:pPr>
            <a:r>
              <a:rPr lang="ar" sz="2200" dirty="0">
                <a:latin typeface="Sakkal Majalla" panose="02000000000000000000" pitchFamily="2" charset="-78"/>
                <a:cs typeface="Sakkal Majalla" panose="02000000000000000000" pitchFamily="2" charset="-78"/>
              </a:rPr>
              <a:t>يدرس الطلاب العناصر والإجراءات التي تدخل في صيانة الأنظمة الميكانيكية، وتنفيذ أعمال الصيانة على النظام الميكانيكي</a:t>
            </a:r>
            <a:endParaRPr lang="en-GB" altLang="en-US" sz="22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3B5F09E2-79A5-4B62-290A-E3BED7F0A7B2}"/>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A103000399215</a:t>
            </a:r>
            <a:endParaRPr lang="ar" sz="1000" dirty="0"/>
          </a:p>
        </p:txBody>
      </p:sp>
    </p:spTree>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467543" y="1147789"/>
            <a:ext cx="8208912" cy="429743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algn="ctr" rtl="1">
              <a:buNone/>
            </a:pPr>
            <a:r>
              <a:rPr lang="ar" sz="2600" b="1" dirty="0">
                <a:latin typeface="Sakkal Majalla" panose="02000000000000000000" pitchFamily="2" charset="-78"/>
                <a:cs typeface="Sakkal Majalla" panose="02000000000000000000" pitchFamily="2" charset="-78"/>
              </a:rPr>
              <a:t>مقدمة الوحدة</a:t>
            </a:r>
          </a:p>
          <a:p>
            <a:pPr marL="0" indent="0" algn="ctr" rtl="1">
              <a:buNone/>
            </a:pPr>
            <a:endParaRPr lang="en-GB" altLang="en-US" sz="1600" dirty="0">
              <a:latin typeface="Sakkal Majalla" panose="02000000000000000000" pitchFamily="2" charset="-78"/>
              <a:cs typeface="Sakkal Majalla" panose="02000000000000000000" pitchFamily="2" charset="-78"/>
            </a:endParaRPr>
          </a:p>
          <a:p>
            <a:pPr marL="0" indent="0" algn="ctr" rtl="1">
              <a:buNone/>
            </a:pPr>
            <a:r>
              <a:rPr lang="ar" sz="1800" dirty="0">
                <a:latin typeface="Sakkal Majalla" panose="02000000000000000000" pitchFamily="2" charset="-78"/>
                <a:cs typeface="Sakkal Majalla" panose="02000000000000000000" pitchFamily="2" charset="-78"/>
              </a:rPr>
              <a:t>تُدار العديد من الأجهزة التي نعتمد عليها لإكمال مهامنا، مثل السلالم المتحركة في مراكز التسوق والسيارات، بواسطة أنظمة ميكانيكية. تستخدم الأنظمة الميكانيكية الحركة لإنجاز المهام باستخدام القدرة، مثل تلك الناتجة عن محرك كهربائي. تُعرف عملية نقل الطاقة من مصدر قدرة إلى مكان آخر حيثُ يمكن استخدامها لإنجاز المهام الإنتاجية باسم نقل القدرة.</a:t>
            </a:r>
          </a:p>
          <a:p>
            <a:pPr marL="0" indent="0" algn="ctr" rtl="1">
              <a:buNone/>
            </a:pPr>
            <a:endParaRPr lang="en-GB" altLang="en-US" sz="1800" dirty="0">
              <a:latin typeface="Sakkal Majalla" panose="02000000000000000000" pitchFamily="2" charset="-78"/>
              <a:cs typeface="Sakkal Majalla" panose="02000000000000000000" pitchFamily="2" charset="-78"/>
            </a:endParaRPr>
          </a:p>
          <a:p>
            <a:pPr marL="0" indent="0" algn="ctr" rtl="1">
              <a:buNone/>
            </a:pPr>
            <a:r>
              <a:rPr lang="ar" sz="1800" dirty="0">
                <a:latin typeface="Sakkal Majalla" panose="02000000000000000000" pitchFamily="2" charset="-78"/>
                <a:cs typeface="Sakkal Majalla" panose="02000000000000000000" pitchFamily="2" charset="-78"/>
              </a:rPr>
              <a:t>سوف يتناول هذا الموضوع صيانة الأنظمة الميكانيكية المختلفة، بما في ذلك استخدام موانع التسرب والمحامل وأدوات القفل والتثبيت وكذلك استخدام مواد وأنظمة التشحيم. ستدرس تشغيل الأنظمة الميكانيكية بشكل عام ونقل القدرة بشكل خاص. وفي النهاية، ستكون قادرًا على أداء مهام صيانة دورية لنظام ميكانيكي بأمان.</a:t>
            </a:r>
          </a:p>
          <a:p>
            <a:pPr marL="0" indent="0" algn="ctr" rtl="1">
              <a:buNone/>
            </a:pPr>
            <a:endParaRPr lang="en-GB" altLang="en-US" sz="1800" dirty="0">
              <a:latin typeface="Sakkal Majalla" panose="02000000000000000000" pitchFamily="2" charset="-78"/>
              <a:cs typeface="Sakkal Majalla" panose="02000000000000000000" pitchFamily="2" charset="-78"/>
            </a:endParaRPr>
          </a:p>
          <a:p>
            <a:pPr marL="0" indent="0" algn="ctr" rtl="1">
              <a:buNone/>
            </a:pPr>
            <a:r>
              <a:rPr lang="ar" sz="1800" dirty="0">
                <a:latin typeface="Sakkal Majalla" panose="02000000000000000000" pitchFamily="2" charset="-78"/>
                <a:cs typeface="Sakkal Majalla" panose="02000000000000000000" pitchFamily="2" charset="-78"/>
              </a:rPr>
              <a:t>بصفتك مهندسًا، قد تكون مسؤولًا عن تنفيذ أعمال الصيانة بكفاءة واحترافية لضمان استمرارية عمل الأنظمة الميكانيكية. ستساعدك هذه الدورة على الاستعداد للعمل في وظائف هندسية متخصصة على مستوى الفنيين، أو متابعة دراسة الهندسة في التعليم العالي، أو التقدم للتدريب الهندسي أو التدريب المهني.</a:t>
            </a:r>
          </a:p>
        </p:txBody>
      </p:sp>
      <p:sp>
        <p:nvSpPr>
          <p:cNvPr id="2" name="Footer Placeholder 2">
            <a:extLst>
              <a:ext uri="{FF2B5EF4-FFF2-40B4-BE49-F238E27FC236}">
                <a16:creationId xmlns:a16="http://schemas.microsoft.com/office/drawing/2014/main" id="{0C9259E2-8866-6168-DEF6-4084106C4A3B}"/>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A103000399215</a:t>
            </a:r>
            <a:endParaRPr lang="ar" sz="1000" dirty="0"/>
          </a:p>
        </p:txBody>
      </p:sp>
    </p:spTree>
    <p:extLst>
      <p:ext uri="{BB962C8B-B14F-4D97-AF65-F5344CB8AC3E}">
        <p14:creationId xmlns:p14="http://schemas.microsoft.com/office/powerpoint/2010/main" val="3888673114"/>
      </p:ext>
    </p:extLst>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xfrm>
            <a:off x="457200" y="1195388"/>
            <a:ext cx="822960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latin typeface="Sakkal Majalla" panose="02000000000000000000" pitchFamily="2" charset="-78"/>
                <a:cs typeface="Sakkal Majalla" panose="02000000000000000000" pitchFamily="2" charset="-78"/>
              </a:rPr>
              <a:t>نتاجات التعلم</a:t>
            </a:r>
            <a:endParaRPr lang="en-GB" altLang="en-US" sz="4600" dirty="0">
              <a:latin typeface="Sakkal Majalla" panose="02000000000000000000" pitchFamily="2" charset="-78"/>
              <a:cs typeface="Sakkal Majalla" panose="02000000000000000000" pitchFamily="2" charset="-78"/>
            </a:endParaRPr>
          </a:p>
        </p:txBody>
      </p:sp>
      <p:sp>
        <p:nvSpPr>
          <p:cNvPr id="32771" name="Content Placeholder 3">
            <a:extLst>
              <a:ext uri="{FF2B5EF4-FFF2-40B4-BE49-F238E27FC236}">
                <a16:creationId xmlns:a16="http://schemas.microsoft.com/office/drawing/2014/main" id="{44DFA49F-83B7-E61C-00EB-D6046D571A05}"/>
              </a:ext>
            </a:extLst>
          </p:cNvPr>
          <p:cNvSpPr>
            <a:spLocks noGrp="1" noChangeArrowheads="1"/>
          </p:cNvSpPr>
          <p:nvPr>
            <p:ph sz="half" idx="2"/>
          </p:nvPr>
        </p:nvSpPr>
        <p:spPr bwMode="auto">
          <a:xfrm>
            <a:off x="479209" y="2058988"/>
            <a:ext cx="7991475" cy="3962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404813" indent="-387350" defTabSz="431800" rtl="1">
              <a:buNone/>
            </a:pPr>
            <a:r>
              <a:rPr lang="ar" sz="2200" b="1" dirty="0">
                <a:latin typeface="Sakkal Majalla" panose="02000000000000000000" pitchFamily="2" charset="-78"/>
                <a:cs typeface="Sakkal Majalla" panose="02000000000000000000" pitchFamily="2" charset="-78"/>
              </a:rPr>
              <a:t>أ	دراسة خصائص مواد التشحيم واستخدامها في الأنظمة الميكانيكية</a:t>
            </a:r>
          </a:p>
          <a:p>
            <a:pPr marL="404813" indent="-387350" defTabSz="431800" rtl="1">
              <a:buNone/>
            </a:pPr>
            <a:endParaRPr lang="en-GB" altLang="en-US" sz="2200" b="1" dirty="0">
              <a:latin typeface="Sakkal Majalla" panose="02000000000000000000" pitchFamily="2" charset="-78"/>
              <a:cs typeface="Sakkal Majalla" panose="02000000000000000000" pitchFamily="2" charset="-78"/>
            </a:endParaRPr>
          </a:p>
          <a:p>
            <a:pPr marL="404813" indent="-387350" defTabSz="431800" rtl="1">
              <a:buNone/>
            </a:pPr>
            <a:r>
              <a:rPr lang="ar" sz="2200" b="1" dirty="0">
                <a:latin typeface="Sakkal Majalla" panose="02000000000000000000" pitchFamily="2" charset="-78"/>
                <a:cs typeface="Sakkal Majalla" panose="02000000000000000000" pitchFamily="2" charset="-78"/>
              </a:rPr>
              <a:t>ب	التحقق من خصائص المكونات الاستهلاكية الشائعة واستخداماتها في الأنظمة الميكانيكية </a:t>
            </a:r>
          </a:p>
          <a:p>
            <a:pPr marL="404813" indent="-387350" defTabSz="431800" rtl="1">
              <a:buNone/>
            </a:pPr>
            <a:endParaRPr lang="en-GB" altLang="en-US" sz="2200" b="1" dirty="0">
              <a:latin typeface="Sakkal Majalla" panose="02000000000000000000" pitchFamily="2" charset="-78"/>
              <a:cs typeface="Sakkal Majalla" panose="02000000000000000000" pitchFamily="2" charset="-78"/>
            </a:endParaRPr>
          </a:p>
          <a:p>
            <a:pPr marL="404813" indent="-387350" defTabSz="431800" rtl="1">
              <a:buNone/>
            </a:pPr>
            <a:r>
              <a:rPr lang="ar" sz="2200" b="1" dirty="0">
                <a:latin typeface="Sakkal Majalla" panose="02000000000000000000" pitchFamily="2" charset="-78"/>
                <a:cs typeface="Sakkal Majalla" panose="02000000000000000000" pitchFamily="2" charset="-78"/>
              </a:rPr>
              <a:t>ج	التحقق من تشغيل مكونات نقل القدرة واستخدامها في الأنظمة الميكانيكية</a:t>
            </a:r>
          </a:p>
          <a:p>
            <a:pPr marL="404813" indent="-387350" defTabSz="431800" rtl="1">
              <a:buNone/>
            </a:pPr>
            <a:endParaRPr lang="en-GB" altLang="en-US" sz="2200" b="1" dirty="0">
              <a:latin typeface="Sakkal Majalla" panose="02000000000000000000" pitchFamily="2" charset="-78"/>
              <a:cs typeface="Sakkal Majalla" panose="02000000000000000000" pitchFamily="2" charset="-78"/>
            </a:endParaRPr>
          </a:p>
          <a:p>
            <a:pPr marL="404813" indent="-387350" defTabSz="431800" rtl="1">
              <a:buNone/>
            </a:pPr>
            <a:r>
              <a:rPr lang="ar" sz="2200" b="1" dirty="0">
                <a:latin typeface="Sakkal Majalla" panose="02000000000000000000" pitchFamily="2" charset="-78"/>
                <a:cs typeface="Sakkal Majalla" panose="02000000000000000000" pitchFamily="2" charset="-78"/>
              </a:rPr>
              <a:t>د	إجراء الصيانة الروتينية بأمان واستدامة للمساعدة على ضمان التشغيل المستمر للنظام الميكانيكي</a:t>
            </a:r>
          </a:p>
        </p:txBody>
      </p:sp>
      <p:sp>
        <p:nvSpPr>
          <p:cNvPr id="2" name="Footer Placeholder 2">
            <a:extLst>
              <a:ext uri="{FF2B5EF4-FFF2-40B4-BE49-F238E27FC236}">
                <a16:creationId xmlns:a16="http://schemas.microsoft.com/office/drawing/2014/main" id="{002BE094-D3AF-85D3-E826-CAF83CCC3A3E}"/>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A103000399215</a:t>
            </a:r>
            <a:endParaRPr lang="ar" sz="1000" dirty="0"/>
          </a:p>
        </p:txBody>
      </p:sp>
    </p:spTree>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latin typeface="Sakkal Majalla" panose="02000000000000000000" pitchFamily="2" charset="-78"/>
                <a:cs typeface="Sakkal Majalla" panose="02000000000000000000" pitchFamily="2" charset="-78"/>
              </a:rPr>
              <a:t>نتاج التعلم أ</a:t>
            </a:r>
            <a:br>
              <a:rPr lang="en-US" altLang="en-US" sz="2600" dirty="0">
                <a:latin typeface="Sakkal Majalla" panose="02000000000000000000" pitchFamily="2" charset="-78"/>
                <a:cs typeface="Sakkal Majalla" panose="02000000000000000000" pitchFamily="2" charset="-78"/>
              </a:rPr>
            </a:br>
            <a:br>
              <a:rPr lang="en-US" altLang="en-US" sz="2600" dirty="0">
                <a:latin typeface="Sakkal Majalla" panose="02000000000000000000" pitchFamily="2" charset="-78"/>
                <a:cs typeface="Sakkal Majalla" panose="02000000000000000000" pitchFamily="2" charset="-78"/>
              </a:rPr>
            </a:br>
            <a:endParaRPr lang="en-GB" altLang="en-US" sz="26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2"/>
            <a:ext cx="7991475" cy="17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دراسة خصائص مواد التشحيم واستخدامها في الأنظمة الميكانيكية</a:t>
            </a:r>
          </a:p>
          <a:p>
            <a:pPr algn="ctr" rtl="1"/>
            <a:endParaRPr lang="en-GB" altLang="en-US" sz="3800" b="1" dirty="0">
              <a:highlight>
                <a:srgbClr val="FFFF00"/>
              </a:highlight>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10841089-7691-F588-E310-BDB43A945C47}"/>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A103000399215</a:t>
            </a:r>
            <a:endParaRPr lang="ar" sz="1000" dirty="0"/>
          </a:p>
        </p:txBody>
      </p:sp>
    </p:spTree>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580112" y="1210443"/>
            <a:ext cx="3384376" cy="538760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500" b="1" dirty="0">
                <a:effectLst/>
                <a:latin typeface="Sakkal Majalla" panose="02000000000000000000" pitchFamily="2" charset="-78"/>
                <a:cs typeface="Sakkal Majalla" panose="02000000000000000000" pitchFamily="2" charset="-78"/>
              </a:rPr>
              <a:t>وظائف مواد التشحيم</a:t>
            </a:r>
            <a:endParaRPr lang="en-GB" sz="1500" b="1" dirty="0">
              <a:latin typeface="Sakkal Majalla" panose="02000000000000000000" pitchFamily="2" charset="-78"/>
              <a:cs typeface="Sakkal Majalla" panose="02000000000000000000" pitchFamily="2" charset="-78"/>
            </a:endParaRPr>
          </a:p>
          <a:p>
            <a:pPr marL="447675" indent="-182563"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فصل الأجزاء المتحركة</a:t>
            </a:r>
          </a:p>
          <a:p>
            <a:pPr marL="447675" indent="-182563"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نقل الحرارة</a:t>
            </a:r>
          </a:p>
          <a:p>
            <a:pPr marL="447675" indent="-182563"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تقليل الاحتكاك</a:t>
            </a:r>
          </a:p>
          <a:p>
            <a:pPr marL="447675" indent="-182563"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إزالة الملوثات والحطام المتطاير</a:t>
            </a:r>
          </a:p>
          <a:p>
            <a:pPr marL="447675" indent="-182563"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نقل القدرة</a:t>
            </a:r>
          </a:p>
          <a:p>
            <a:pPr marL="447675" indent="-182563"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الحماية من التآكل والصدأ</a:t>
            </a:r>
          </a:p>
          <a:p>
            <a:pPr marL="447675" indent="-182563"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توفير إحكام لمنع تسرب الغازات</a:t>
            </a:r>
            <a:endParaRPr lang="en-GB" sz="1500" dirty="0">
              <a:latin typeface="Sakkal Majalla" panose="02000000000000000000" pitchFamily="2" charset="-78"/>
              <a:cs typeface="Sakkal Majalla" panose="02000000000000000000" pitchFamily="2" charset="-78"/>
            </a:endParaRPr>
          </a:p>
          <a:p>
            <a:pPr marL="0" indent="0" rtl="1">
              <a:buNone/>
            </a:pPr>
            <a:r>
              <a:rPr lang="ar" sz="1500" b="1" dirty="0">
                <a:effectLst/>
                <a:latin typeface="Sakkal Majalla" panose="02000000000000000000" pitchFamily="2" charset="-78"/>
                <a:cs typeface="Sakkal Majalla" panose="02000000000000000000" pitchFamily="2" charset="-78"/>
              </a:rPr>
              <a:t>اللزوجة</a:t>
            </a:r>
            <a:endParaRPr lang="en-GB" sz="1500" b="1" dirty="0">
              <a:latin typeface="Sakkal Majalla" panose="02000000000000000000" pitchFamily="2" charset="-78"/>
              <a:cs typeface="Sakkal Majalla" panose="02000000000000000000" pitchFamily="2" charset="-78"/>
            </a:endParaRPr>
          </a:p>
          <a:p>
            <a:pPr marL="447675" indent="-177800" rtl="1">
              <a:buFont typeface="Arial" panose="020B0604020202020204" pitchFamily="34" charset="0"/>
              <a:buChar char="•"/>
            </a:pPr>
            <a:r>
              <a:rPr lang="ar" sz="1500" dirty="0">
                <a:latin typeface="Sakkal Majalla" panose="02000000000000000000" pitchFamily="2" charset="-78"/>
                <a:cs typeface="Sakkal Majalla" panose="02000000000000000000" pitchFamily="2" charset="-78"/>
              </a:rPr>
              <a:t>اللزوجة هي مقاومة السائل للتدفق عند </a:t>
            </a:r>
          </a:p>
          <a:p>
            <a:pPr marL="447675" indent="-177800" rtl="1">
              <a:buFont typeface="Arial" panose="020B0604020202020204" pitchFamily="34" charset="0"/>
              <a:buChar char="•"/>
            </a:pPr>
            <a:r>
              <a:rPr lang="ar" sz="1500" dirty="0">
                <a:latin typeface="Sakkal Majalla" panose="02000000000000000000" pitchFamily="2" charset="-78"/>
                <a:cs typeface="Sakkal Majalla" panose="02000000000000000000" pitchFamily="2" charset="-78"/>
              </a:rPr>
              <a:t>درجة حرارة معينة والاحتكاك الداخلي لسائل متحرك</a:t>
            </a:r>
          </a:p>
          <a:p>
            <a:pPr marL="0" indent="0" rtl="1">
              <a:buNone/>
            </a:pPr>
            <a:r>
              <a:rPr lang="ar" sz="1500" b="1" dirty="0">
                <a:effectLst/>
                <a:latin typeface="Sakkal Majalla" panose="02000000000000000000" pitchFamily="2" charset="-78"/>
                <a:cs typeface="Sakkal Majalla" panose="02000000000000000000" pitchFamily="2" charset="-78"/>
              </a:rPr>
              <a:t>الإضافات</a:t>
            </a:r>
            <a:endParaRPr lang="en-GB" sz="1500" b="1" dirty="0">
              <a:latin typeface="Sakkal Majalla" panose="02000000000000000000" pitchFamily="2" charset="-78"/>
              <a:cs typeface="Sakkal Majalla" panose="02000000000000000000" pitchFamily="2" charset="-78"/>
            </a:endParaRPr>
          </a:p>
          <a:p>
            <a:pPr marL="447675"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يمكن للإضافات تحسين أداء مواد التشحيم. تشمل بعض الإضافات الشائعة ما يأتي:</a:t>
            </a:r>
            <a:endParaRPr lang="en-GB" sz="1500" dirty="0">
              <a:latin typeface="Sakkal Majalla" panose="02000000000000000000" pitchFamily="2" charset="-78"/>
              <a:cs typeface="Sakkal Majalla" panose="02000000000000000000" pitchFamily="2" charset="-78"/>
            </a:endParaRPr>
          </a:p>
          <a:p>
            <a:pPr marL="447675"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إضافات الضغط الشديد</a:t>
            </a:r>
          </a:p>
          <a:p>
            <a:pPr marL="447675"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مثبطات الأكسدة</a:t>
            </a:r>
          </a:p>
          <a:p>
            <a:pPr marL="447675"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مثبطات التآكل</a:t>
            </a:r>
          </a:p>
          <a:p>
            <a:pPr marL="447675"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مثبطات الرغوة</a:t>
            </a:r>
          </a:p>
          <a:p>
            <a:pPr marL="447675"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المشتتات</a:t>
            </a:r>
          </a:p>
          <a:p>
            <a:pPr marL="447675"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إضافات مضادة للتآكل</a:t>
            </a:r>
          </a:p>
          <a:p>
            <a:pPr rtl="1"/>
            <a:endParaRPr lang="en-GB" sz="15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خصائص مواد التشحيم</a:t>
            </a:r>
          </a:p>
        </p:txBody>
      </p:sp>
      <p:sp>
        <p:nvSpPr>
          <p:cNvPr id="6" name="Content Placeholder 3">
            <a:extLst>
              <a:ext uri="{FF2B5EF4-FFF2-40B4-BE49-F238E27FC236}">
                <a16:creationId xmlns:a16="http://schemas.microsoft.com/office/drawing/2014/main" id="{D56C4AE0-0E86-4463-AE60-13472F52C06A}"/>
              </a:ext>
            </a:extLst>
          </p:cNvPr>
          <p:cNvSpPr txBox="1">
            <a:spLocks noChangeArrowheads="1"/>
          </p:cNvSpPr>
          <p:nvPr/>
        </p:nvSpPr>
        <p:spPr bwMode="auto">
          <a:xfrm>
            <a:off x="227856" y="1484784"/>
            <a:ext cx="5136232" cy="511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 sz="1500" b="1" kern="0" dirty="0">
                <a:latin typeface="Sakkal Majalla" panose="02000000000000000000" pitchFamily="2" charset="-78"/>
                <a:cs typeface="Sakkal Majalla" panose="02000000000000000000" pitchFamily="2" charset="-78"/>
              </a:rPr>
              <a:t>التغذية بالجاذبية</a:t>
            </a:r>
          </a:p>
          <a:p>
            <a:pPr marL="357188" indent="-179388" rtl="1">
              <a:buFont typeface="Arial" panose="020B0604020202020204" pitchFamily="34" charset="0"/>
              <a:buChar char="•"/>
            </a:pPr>
            <a:r>
              <a:rPr lang="ar" sz="1500" kern="0" dirty="0">
                <a:latin typeface="Sakkal Majalla" panose="02000000000000000000" pitchFamily="2" charset="-78"/>
                <a:cs typeface="Sakkal Majalla" panose="02000000000000000000" pitchFamily="2" charset="-78"/>
              </a:rPr>
              <a:t>يتم فيها تدفق الزيت باستخدام الجاذبية إلى نقاط التشحيم، وهي مناسبة للاستخدامات منخفضة السرعة.</a:t>
            </a:r>
          </a:p>
          <a:p>
            <a:pPr marL="0" indent="0" rtl="1">
              <a:buNone/>
            </a:pPr>
            <a:r>
              <a:rPr lang="ar" sz="1500" b="1" kern="0" dirty="0">
                <a:latin typeface="Sakkal Majalla" panose="02000000000000000000" pitchFamily="2" charset="-78"/>
                <a:cs typeface="Sakkal Majalla" panose="02000000000000000000" pitchFamily="2" charset="-78"/>
              </a:rPr>
              <a:t>التغذية القسرية</a:t>
            </a:r>
          </a:p>
          <a:p>
            <a:pPr indent="-165100" rtl="1">
              <a:buFont typeface="Arial" panose="020B0604020202020204" pitchFamily="34" charset="0"/>
              <a:buChar char="•"/>
            </a:pPr>
            <a:r>
              <a:rPr lang="ar" sz="1500" kern="0" dirty="0">
                <a:latin typeface="Sakkal Majalla" panose="02000000000000000000" pitchFamily="2" charset="-78"/>
                <a:cs typeface="Sakkal Majalla" panose="02000000000000000000" pitchFamily="2" charset="-78"/>
              </a:rPr>
              <a:t>في التشحيم بالتغذية القسرية، يتم ضخ مواد التشحيم تحت الضغط إلى نقاط التشحيم. وهذا يضمن إمدادًا ثابتًا من مواد التشحيم ويُعد مناسبًا للاستخدامات عالية السرعة.</a:t>
            </a:r>
          </a:p>
          <a:p>
            <a:pPr marL="0" indent="0" rtl="1">
              <a:buNone/>
            </a:pPr>
            <a:r>
              <a:rPr lang="ar" sz="1500" b="1" kern="0" dirty="0">
                <a:latin typeface="Sakkal Majalla" panose="02000000000000000000" pitchFamily="2" charset="-78"/>
                <a:cs typeface="Sakkal Majalla" panose="02000000000000000000" pitchFamily="2" charset="-78"/>
              </a:rPr>
              <a:t>التشحيم بالرش</a:t>
            </a:r>
          </a:p>
          <a:p>
            <a:pPr indent="-165100" rtl="1">
              <a:buFont typeface="Arial" panose="020B0604020202020204" pitchFamily="34" charset="0"/>
              <a:buChar char="•"/>
            </a:pPr>
            <a:r>
              <a:rPr lang="ar" sz="1500" kern="0" dirty="0">
                <a:latin typeface="Sakkal Majalla" panose="02000000000000000000" pitchFamily="2" charset="-78"/>
                <a:cs typeface="Sakkal Majalla" panose="02000000000000000000" pitchFamily="2" charset="-78"/>
              </a:rPr>
              <a:t>يتضمن التشحيم بالرش غمر الأجزاء الدوارة في حوض من مواد التشحيم، ما يتسبب في تناثر مادة التشحيم على الأسطح التي تحتاج إلى التشحيم.</a:t>
            </a:r>
          </a:p>
          <a:p>
            <a:pPr marL="0" indent="0" rtl="1">
              <a:buNone/>
            </a:pPr>
            <a:r>
              <a:rPr lang="ar" sz="1500" b="1" kern="0" dirty="0">
                <a:latin typeface="Sakkal Majalla" panose="02000000000000000000" pitchFamily="2" charset="-78"/>
                <a:cs typeface="Sakkal Majalla" panose="02000000000000000000" pitchFamily="2" charset="-78"/>
              </a:rPr>
              <a:t>التشحيم الشعيري</a:t>
            </a:r>
          </a:p>
          <a:p>
            <a:pPr indent="-165100" rtl="1">
              <a:buFont typeface="Arial" panose="020B0604020202020204" pitchFamily="34" charset="0"/>
              <a:buChar char="•"/>
            </a:pPr>
            <a:r>
              <a:rPr lang="ar" sz="1500" kern="0" dirty="0">
                <a:latin typeface="Sakkal Majalla" panose="02000000000000000000" pitchFamily="2" charset="-78"/>
                <a:cs typeface="Sakkal Majalla" panose="02000000000000000000" pitchFamily="2" charset="-78"/>
              </a:rPr>
              <a:t>يعتمد التشحيم الشعيري على الحركة الشعيرية للقنوات الصغيرة أو الفجوات لجذب مواد التشحيم إلى نقاط التشحيم. ويشيع استخدامه في المعدات الصغيرة والدقيقة.</a:t>
            </a:r>
          </a:p>
          <a:p>
            <a:pPr marL="0" indent="0" rtl="1">
              <a:buNone/>
            </a:pPr>
            <a:r>
              <a:rPr lang="ar" sz="1500" b="1" kern="0" dirty="0">
                <a:latin typeface="Sakkal Majalla" panose="02000000000000000000" pitchFamily="2" charset="-78"/>
                <a:cs typeface="Sakkal Majalla" panose="02000000000000000000" pitchFamily="2" charset="-78"/>
              </a:rPr>
              <a:t>تعبئة الشحوم</a:t>
            </a:r>
          </a:p>
          <a:p>
            <a:pPr indent="-165100" rtl="1">
              <a:buFont typeface="Arial" panose="020B0604020202020204" pitchFamily="34" charset="0"/>
              <a:buChar char="•"/>
            </a:pPr>
            <a:r>
              <a:rPr lang="ar" sz="1500" kern="0" dirty="0">
                <a:latin typeface="Sakkal Majalla" panose="02000000000000000000" pitchFamily="2" charset="-78"/>
                <a:cs typeface="Sakkal Majalla" panose="02000000000000000000" pitchFamily="2" charset="-78"/>
              </a:rPr>
              <a:t>تتضمن تعبئة الشحوم ملء نقاط التشحيم بالشحوم، والتي تطلق مواد التشحيم ببطء بمرور الوقت. وتُعد مناسبة للاستخدامات التي لا يمكن فيها التشحيم المتكرر.</a:t>
            </a:r>
          </a:p>
          <a:p>
            <a:pPr marL="0" indent="0" rtl="1">
              <a:buNone/>
            </a:pPr>
            <a:r>
              <a:rPr lang="ar" sz="1500" b="1" kern="0" dirty="0">
                <a:latin typeface="Sakkal Majalla" panose="02000000000000000000" pitchFamily="2" charset="-78"/>
                <a:cs typeface="Sakkal Majalla" panose="02000000000000000000" pitchFamily="2" charset="-78"/>
              </a:rPr>
              <a:t>الهواء المضغوط</a:t>
            </a:r>
          </a:p>
          <a:p>
            <a:pPr indent="-165100" rtl="1">
              <a:buFont typeface="Arial" panose="020B0604020202020204" pitchFamily="34" charset="0"/>
              <a:buChar char="•"/>
            </a:pPr>
            <a:r>
              <a:rPr lang="ar" sz="1500" kern="0" dirty="0">
                <a:latin typeface="Sakkal Majalla" panose="02000000000000000000" pitchFamily="2" charset="-78"/>
                <a:cs typeface="Sakkal Majalla" panose="02000000000000000000" pitchFamily="2" charset="-78"/>
              </a:rPr>
              <a:t>يُستخدم الهواء المضغوط لدفع مواد التشحيم إلى نقاط التشحيم. ويشيع استخدامه في الأنظمة الهوائية.</a:t>
            </a:r>
          </a:p>
        </p:txBody>
      </p:sp>
      <p:sp>
        <p:nvSpPr>
          <p:cNvPr id="7" name="Rectangle 1">
            <a:extLst>
              <a:ext uri="{FF2B5EF4-FFF2-40B4-BE49-F238E27FC236}">
                <a16:creationId xmlns:a16="http://schemas.microsoft.com/office/drawing/2014/main" id="{85260E49-8B4E-43C8-B9D5-BB7EFCB0702B}"/>
              </a:ext>
            </a:extLst>
          </p:cNvPr>
          <p:cNvSpPr>
            <a:spLocks noChangeArrowheads="1"/>
          </p:cNvSpPr>
          <p:nvPr/>
        </p:nvSpPr>
        <p:spPr bwMode="auto">
          <a:xfrm>
            <a:off x="2877777" y="1119505"/>
            <a:ext cx="2470311" cy="3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1400" b="1">
                <a:latin typeface="Sakkal Majalla" panose="02000000000000000000" pitchFamily="2" charset="-78"/>
                <a:cs typeface="Sakkal Majalla" panose="02000000000000000000" pitchFamily="2" charset="-78"/>
              </a:rPr>
              <a:t>عمليات التشحيم</a:t>
            </a:r>
          </a:p>
        </p:txBody>
      </p:sp>
      <p:sp>
        <p:nvSpPr>
          <p:cNvPr id="2" name="Footer Placeholder 2">
            <a:extLst>
              <a:ext uri="{FF2B5EF4-FFF2-40B4-BE49-F238E27FC236}">
                <a16:creationId xmlns:a16="http://schemas.microsoft.com/office/drawing/2014/main" id="{B3EA24FE-95BE-A970-0BD6-74EA37D7DCC2}"/>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A103000399215</a:t>
            </a:r>
            <a:endParaRPr lang="ar" sz="1000" dirty="0"/>
          </a:p>
        </p:txBody>
      </p:sp>
    </p:spTree>
    <p:extLst>
      <p:ext uri="{BB962C8B-B14F-4D97-AF65-F5344CB8AC3E}">
        <p14:creationId xmlns:p14="http://schemas.microsoft.com/office/powerpoint/2010/main" val="2236349469"/>
      </p:ext>
    </p:extLst>
  </p:cSld>
  <p:clrMapOvr>
    <a:masterClrMapping/>
  </p:clrMapOvr>
  <p:transition>
    <p:sndAc>
      <p:stSnd>
        <p:snd r:embed="rId3"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7240" y="1484784"/>
            <a:ext cx="8425240" cy="46085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177800" indent="-177800" rtl="1"/>
            <a:r>
              <a:rPr lang="ar" sz="1500" b="1" dirty="0">
                <a:effectLst/>
                <a:latin typeface="Sakkal Majalla" panose="02000000000000000000" pitchFamily="2" charset="-78"/>
                <a:cs typeface="Sakkal Majalla" panose="02000000000000000000" pitchFamily="2" charset="-78"/>
              </a:rPr>
              <a:t>محركات الاحتراق الداخلي</a:t>
            </a:r>
            <a:endParaRPr lang="en-GB" sz="1500" b="1" dirty="0">
              <a:latin typeface="Sakkal Majalla" panose="02000000000000000000" pitchFamily="2" charset="-78"/>
              <a:cs typeface="Sakkal Majalla" panose="02000000000000000000" pitchFamily="2" charset="-78"/>
            </a:endParaRPr>
          </a:p>
          <a:p>
            <a:pPr marL="177800" indent="0" rtl="1">
              <a:buNone/>
            </a:pPr>
            <a:r>
              <a:rPr lang="ar" sz="1500" dirty="0">
                <a:effectLst/>
                <a:latin typeface="Sakkal Majalla" panose="02000000000000000000" pitchFamily="2" charset="-78"/>
                <a:cs typeface="Sakkal Majalla" panose="02000000000000000000" pitchFamily="2" charset="-78"/>
              </a:rPr>
              <a:t>يعتبر التشحيم ضروريًا لتقليل الاحتكاك والتآكل في محركات الاحتراق الداخلي، ما يضمن التشغيل السلس وإطالة عمر مكونات المحرك.</a:t>
            </a:r>
          </a:p>
          <a:p>
            <a:pPr marL="177800" indent="-177800" rtl="1"/>
            <a:r>
              <a:rPr lang="ar" sz="1500" b="1" dirty="0">
                <a:effectLst/>
                <a:latin typeface="Sakkal Majalla" panose="02000000000000000000" pitchFamily="2" charset="-78"/>
                <a:cs typeface="Sakkal Majalla" panose="02000000000000000000" pitchFamily="2" charset="-78"/>
              </a:rPr>
              <a:t>المحركات الكهربائية</a:t>
            </a:r>
            <a:endParaRPr lang="en-GB" sz="1500" b="1" dirty="0">
              <a:latin typeface="Sakkal Majalla" panose="02000000000000000000" pitchFamily="2" charset="-78"/>
              <a:cs typeface="Sakkal Majalla" panose="02000000000000000000" pitchFamily="2" charset="-78"/>
            </a:endParaRPr>
          </a:p>
          <a:p>
            <a:pPr marL="177800" indent="0" rtl="1">
              <a:buNone/>
            </a:pPr>
            <a:r>
              <a:rPr lang="ar" sz="1500" dirty="0">
                <a:effectLst/>
                <a:latin typeface="Sakkal Majalla" panose="02000000000000000000" pitchFamily="2" charset="-78"/>
                <a:cs typeface="Sakkal Majalla" panose="02000000000000000000" pitchFamily="2" charset="-78"/>
              </a:rPr>
              <a:t>يؤدي التشحيم دورًا مهمًا في الحفاظ على أداء وكفاءة المحركات الكهربائية عن طريق تقليل الاحتكاك وتوليد الحرارة.</a:t>
            </a:r>
            <a:endParaRPr lang="en-GB" sz="1500" dirty="0">
              <a:latin typeface="Sakkal Majalla" panose="02000000000000000000" pitchFamily="2" charset="-78"/>
              <a:cs typeface="Sakkal Majalla" panose="02000000000000000000" pitchFamily="2" charset="-78"/>
            </a:endParaRPr>
          </a:p>
          <a:p>
            <a:pPr marL="177800" indent="-177800" rtl="1"/>
            <a:r>
              <a:rPr lang="ar" sz="1500" b="1" dirty="0">
                <a:effectLst/>
                <a:latin typeface="Sakkal Majalla" panose="02000000000000000000" pitchFamily="2" charset="-78"/>
                <a:cs typeface="Sakkal Majalla" panose="02000000000000000000" pitchFamily="2" charset="-78"/>
              </a:rPr>
              <a:t>نواقل الحركة</a:t>
            </a:r>
            <a:endParaRPr lang="en-GB" sz="1500" b="1" dirty="0">
              <a:latin typeface="Sakkal Majalla" panose="02000000000000000000" pitchFamily="2" charset="-78"/>
              <a:cs typeface="Sakkal Majalla" panose="02000000000000000000" pitchFamily="2" charset="-78"/>
            </a:endParaRPr>
          </a:p>
          <a:p>
            <a:pPr marL="177800" indent="0" rtl="1">
              <a:buNone/>
            </a:pPr>
            <a:r>
              <a:rPr lang="ar" sz="1500" dirty="0">
                <a:effectLst/>
                <a:latin typeface="Sakkal Majalla" panose="02000000000000000000" pitchFamily="2" charset="-78"/>
                <a:cs typeface="Sakkal Majalla" panose="02000000000000000000" pitchFamily="2" charset="-78"/>
              </a:rPr>
              <a:t>تُستخدم مواد التشحيم في نواقل الحركة لتقليل الاحتكاك بين الأجزاء المتحركة، وتعزيز عملية تغيير التروس، والحماية من البلى والتآكل.</a:t>
            </a:r>
            <a:endParaRPr lang="en-GB" sz="1500" dirty="0">
              <a:latin typeface="Sakkal Majalla" panose="02000000000000000000" pitchFamily="2" charset="-78"/>
              <a:cs typeface="Sakkal Majalla" panose="02000000000000000000" pitchFamily="2" charset="-78"/>
            </a:endParaRPr>
          </a:p>
          <a:p>
            <a:pPr marL="177800" indent="-177800" rtl="1"/>
            <a:r>
              <a:rPr lang="ar" sz="1500" b="1" dirty="0">
                <a:effectLst/>
                <a:latin typeface="Sakkal Majalla" panose="02000000000000000000" pitchFamily="2" charset="-78"/>
                <a:cs typeface="Sakkal Majalla" panose="02000000000000000000" pitchFamily="2" charset="-78"/>
              </a:rPr>
              <a:t>آلات تشكيل المعادن</a:t>
            </a:r>
            <a:endParaRPr lang="en-GB" sz="1500" b="1" dirty="0">
              <a:latin typeface="Sakkal Majalla" panose="02000000000000000000" pitchFamily="2" charset="-78"/>
              <a:cs typeface="Sakkal Majalla" panose="02000000000000000000" pitchFamily="2" charset="-78"/>
            </a:endParaRPr>
          </a:p>
          <a:p>
            <a:pPr marL="177800" indent="0" rtl="1">
              <a:buNone/>
            </a:pPr>
            <a:r>
              <a:rPr lang="ar" sz="1500" dirty="0">
                <a:effectLst/>
                <a:latin typeface="Sakkal Majalla" panose="02000000000000000000" pitchFamily="2" charset="-78"/>
                <a:cs typeface="Sakkal Majalla" panose="02000000000000000000" pitchFamily="2" charset="-78"/>
              </a:rPr>
              <a:t>يعتبر التشحيم أمرًا حيويًا في آلات تشكيل المعادن، وذلك عن طريق تقليل الاحتكاك ومنع ارتفاع درجة الحرارة وضمان التشغيل السلس والدقيق.</a:t>
            </a:r>
            <a:endParaRPr lang="en-GB" sz="1500" dirty="0">
              <a:latin typeface="Sakkal Majalla" panose="02000000000000000000" pitchFamily="2" charset="-78"/>
              <a:cs typeface="Sakkal Majalla" panose="02000000000000000000" pitchFamily="2" charset="-78"/>
            </a:endParaRPr>
          </a:p>
          <a:p>
            <a:pPr marL="177800" indent="-177800" rtl="1"/>
            <a:r>
              <a:rPr lang="ar" sz="1500" b="1" dirty="0">
                <a:effectLst/>
                <a:latin typeface="Sakkal Majalla" panose="02000000000000000000" pitchFamily="2" charset="-78"/>
                <a:cs typeface="Sakkal Majalla" panose="02000000000000000000" pitchFamily="2" charset="-78"/>
              </a:rPr>
              <a:t>المضخات</a:t>
            </a:r>
            <a:endParaRPr lang="en-GB" sz="1500" b="1" dirty="0">
              <a:latin typeface="Sakkal Majalla" panose="02000000000000000000" pitchFamily="2" charset="-78"/>
              <a:cs typeface="Sakkal Majalla" panose="02000000000000000000" pitchFamily="2" charset="-78"/>
            </a:endParaRPr>
          </a:p>
          <a:p>
            <a:pPr marL="177800" indent="0" rtl="1">
              <a:buNone/>
            </a:pPr>
            <a:r>
              <a:rPr lang="ar" sz="1500" dirty="0">
                <a:effectLst/>
                <a:latin typeface="Sakkal Majalla" panose="02000000000000000000" pitchFamily="2" charset="-78"/>
                <a:cs typeface="Sakkal Majalla" panose="02000000000000000000" pitchFamily="2" charset="-78"/>
              </a:rPr>
              <a:t>يعتبر التشحيم أمرًا بالغ الأهمية للمضخات لتقليل الاحتكاك وتقليل توليد الحرارة والحفاظ على الأداء الأمثل.</a:t>
            </a:r>
            <a:endParaRPr lang="en-GB" sz="1500" dirty="0">
              <a:latin typeface="Sakkal Majalla" panose="02000000000000000000" pitchFamily="2" charset="-78"/>
              <a:cs typeface="Sakkal Majalla" panose="02000000000000000000" pitchFamily="2" charset="-78"/>
            </a:endParaRPr>
          </a:p>
          <a:p>
            <a:pPr marL="177800" indent="-177800" rtl="1"/>
            <a:r>
              <a:rPr lang="ar" sz="1500" b="1" dirty="0">
                <a:effectLst/>
                <a:latin typeface="Sakkal Majalla" panose="02000000000000000000" pitchFamily="2" charset="-78"/>
                <a:cs typeface="Sakkal Majalla" panose="02000000000000000000" pitchFamily="2" charset="-78"/>
              </a:rPr>
              <a:t>اعتبارات الصيانة</a:t>
            </a:r>
            <a:endParaRPr lang="en-GB" sz="1500" b="1" dirty="0">
              <a:latin typeface="Sakkal Majalla" panose="02000000000000000000" pitchFamily="2" charset="-78"/>
              <a:cs typeface="Sakkal Majalla" panose="02000000000000000000" pitchFamily="2" charset="-78"/>
            </a:endParaRPr>
          </a:p>
          <a:p>
            <a:pPr marL="177800" indent="0" rtl="1">
              <a:buNone/>
            </a:pPr>
            <a:r>
              <a:rPr lang="ar" sz="1500" dirty="0">
                <a:effectLst/>
                <a:latin typeface="Sakkal Majalla" panose="02000000000000000000" pitchFamily="2" charset="-78"/>
                <a:cs typeface="Sakkal Majalla" panose="02000000000000000000" pitchFamily="2" charset="-78"/>
              </a:rPr>
              <a:t>عند التفكير في التشحيم في الأنظمة الميكانيكية، من المهم تقييم بيئة مواد التشحيم، بما في ذلك درجة الحرارة والضغط والملوثات. وإضافة إلى ذلك، تعتبر الصيانة الدورية، مثل تغيير الزيت وتحليل مواد التشحيم، ضرورية لضمان أداء التشحيم الأمثل ومنع تعطل المعدات.</a:t>
            </a:r>
            <a:endParaRPr lang="en-GB" sz="1500" dirty="0">
              <a:latin typeface="Sakkal Majalla" panose="02000000000000000000" pitchFamily="2" charset="-78"/>
              <a:cs typeface="Sakkal Majalla" panose="02000000000000000000" pitchFamily="2" charset="-78"/>
            </a:endParaRPr>
          </a:p>
          <a:p>
            <a:pPr rtl="1"/>
            <a:endParaRPr lang="en-GB" sz="15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188640"/>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استخدامات التشحيم في </a:t>
            </a:r>
            <a:br>
              <a:rPr lang="en-GB" altLang="en-US" sz="2200" b="1" dirty="0">
                <a:latin typeface="Sakkal Majalla" panose="02000000000000000000" pitchFamily="2" charset="-78"/>
                <a:cs typeface="Sakkal Majalla" panose="02000000000000000000" pitchFamily="2" charset="-78"/>
              </a:rPr>
            </a:br>
            <a:r>
              <a:rPr lang="ar" sz="2200" b="1" dirty="0">
                <a:latin typeface="Sakkal Majalla" panose="02000000000000000000" pitchFamily="2" charset="-78"/>
                <a:cs typeface="Sakkal Majalla" panose="02000000000000000000" pitchFamily="2" charset="-78"/>
              </a:rPr>
              <a:t>الأنظمة الميكانيكية</a:t>
            </a:r>
          </a:p>
        </p:txBody>
      </p:sp>
      <p:sp>
        <p:nvSpPr>
          <p:cNvPr id="2" name="Footer Placeholder 2">
            <a:extLst>
              <a:ext uri="{FF2B5EF4-FFF2-40B4-BE49-F238E27FC236}">
                <a16:creationId xmlns:a16="http://schemas.microsoft.com/office/drawing/2014/main" id="{05246533-081B-2819-C57E-BB4C3F88C5A6}"/>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A103000399215</a:t>
            </a:r>
            <a:endParaRPr lang="ar" sz="1000" dirty="0"/>
          </a:p>
        </p:txBody>
      </p:sp>
    </p:spTree>
    <p:extLst>
      <p:ext uri="{BB962C8B-B14F-4D97-AF65-F5344CB8AC3E}">
        <p14:creationId xmlns:p14="http://schemas.microsoft.com/office/powerpoint/2010/main" val="956628714"/>
      </p:ext>
    </p:extLst>
  </p:cSld>
  <p:clrMapOvr>
    <a:masterClrMapping/>
  </p:clrMapOvr>
  <p:transition>
    <p:sndAc>
      <p:stSnd>
        <p:snd r:embed="rId3"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188640"/>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استخدامات التشحيم في </a:t>
            </a:r>
            <a:br>
              <a:rPr lang="en-GB" altLang="en-US" sz="2200" b="1" dirty="0">
                <a:latin typeface="Sakkal Majalla" panose="02000000000000000000" pitchFamily="2" charset="-78"/>
                <a:cs typeface="Sakkal Majalla" panose="02000000000000000000" pitchFamily="2" charset="-78"/>
              </a:rPr>
            </a:br>
            <a:r>
              <a:rPr lang="ar" sz="2200" b="1" dirty="0">
                <a:latin typeface="Sakkal Majalla" panose="02000000000000000000" pitchFamily="2" charset="-78"/>
                <a:cs typeface="Sakkal Majalla" panose="02000000000000000000" pitchFamily="2" charset="-78"/>
              </a:rPr>
              <a:t>الأنظمة الميكانيكية</a:t>
            </a:r>
          </a:p>
        </p:txBody>
      </p:sp>
      <p:sp>
        <p:nvSpPr>
          <p:cNvPr id="4" name="Content Placeholder 3">
            <a:extLst>
              <a:ext uri="{FF2B5EF4-FFF2-40B4-BE49-F238E27FC236}">
                <a16:creationId xmlns:a16="http://schemas.microsoft.com/office/drawing/2014/main" id="{3FE4BD95-F3A4-459F-A5D4-A7613A08E0FC}"/>
              </a:ext>
            </a:extLst>
          </p:cNvPr>
          <p:cNvSpPr txBox="1">
            <a:spLocks noChangeArrowheads="1"/>
          </p:cNvSpPr>
          <p:nvPr/>
        </p:nvSpPr>
        <p:spPr bwMode="auto">
          <a:xfrm>
            <a:off x="3203847" y="1872208"/>
            <a:ext cx="5760640" cy="3717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 sz="1500" b="1" kern="0" dirty="0">
                <a:latin typeface="Sakkal Majalla" panose="02000000000000000000" pitchFamily="2" charset="-78"/>
                <a:cs typeface="Sakkal Majalla" panose="02000000000000000000" pitchFamily="2" charset="-78"/>
              </a:rPr>
              <a:t>اختيار مادة التشحيم المناسبة</a:t>
            </a:r>
          </a:p>
          <a:p>
            <a:pPr marL="0" indent="0" rtl="1">
              <a:buNone/>
            </a:pPr>
            <a:r>
              <a:rPr lang="ar" sz="1500" kern="0" dirty="0">
                <a:latin typeface="Sakkal Majalla" panose="02000000000000000000" pitchFamily="2" charset="-78"/>
                <a:cs typeface="Sakkal Majalla" panose="02000000000000000000" pitchFamily="2" charset="-78"/>
              </a:rPr>
              <a:t>يعد اختيار مادة التشحيم المناسبة أمرًا بالغ الأهمية لضمان الأداء الأمثل وطول عمر الأنظمة الميكانيكية. تشمل العوامل التي يجب مراعاتها نطاق درجة الحرارة وسعة التحميل والتوافق مع المواد المستخدمة في النظام.</a:t>
            </a:r>
          </a:p>
          <a:p>
            <a:pPr rtl="1"/>
            <a:endParaRPr lang="en-GB" sz="1500" kern="0" dirty="0">
              <a:latin typeface="Sakkal Majalla" panose="02000000000000000000" pitchFamily="2" charset="-78"/>
              <a:cs typeface="Sakkal Majalla" panose="02000000000000000000" pitchFamily="2" charset="-78"/>
            </a:endParaRPr>
          </a:p>
          <a:p>
            <a:pPr marL="0" indent="0" rtl="1">
              <a:buNone/>
            </a:pPr>
            <a:r>
              <a:rPr lang="ar" sz="1500" b="1" kern="0" dirty="0">
                <a:latin typeface="Sakkal Majalla" panose="02000000000000000000" pitchFamily="2" charset="-78"/>
                <a:cs typeface="Sakkal Majalla" panose="02000000000000000000" pitchFamily="2" charset="-78"/>
              </a:rPr>
              <a:t>تحديد الكمية المطلوبة</a:t>
            </a:r>
          </a:p>
          <a:p>
            <a:pPr marL="0" indent="0" rtl="1">
              <a:buNone/>
            </a:pPr>
            <a:r>
              <a:rPr lang="ar" sz="1500" kern="0" dirty="0">
                <a:latin typeface="Sakkal Majalla" panose="02000000000000000000" pitchFamily="2" charset="-78"/>
                <a:cs typeface="Sakkal Majalla" panose="02000000000000000000" pitchFamily="2" charset="-78"/>
              </a:rPr>
              <a:t>يتطلب التشحيم المناسب تحديد الكمية الصحيحة من مواد التشحيم التي ستُستخَدم على النظام. ويتأثر ذلك بعوامل مثل حجم النظام والسرعة التي يعمل بها والمتطلبات المحددة للشركة المصنعة.</a:t>
            </a:r>
          </a:p>
          <a:p>
            <a:pPr rtl="1"/>
            <a:endParaRPr lang="en-GB" sz="1500" kern="0" dirty="0">
              <a:latin typeface="Sakkal Majalla" panose="02000000000000000000" pitchFamily="2" charset="-78"/>
              <a:cs typeface="Sakkal Majalla" panose="02000000000000000000" pitchFamily="2" charset="-78"/>
            </a:endParaRPr>
          </a:p>
          <a:p>
            <a:pPr marL="0" indent="0" rtl="1">
              <a:buNone/>
            </a:pPr>
            <a:r>
              <a:rPr lang="ar" sz="1500" b="1" kern="0" dirty="0">
                <a:latin typeface="Sakkal Majalla" panose="02000000000000000000" pitchFamily="2" charset="-78"/>
                <a:cs typeface="Sakkal Majalla" panose="02000000000000000000" pitchFamily="2" charset="-78"/>
              </a:rPr>
              <a:t>تزويد مادة التشحيم أو استبدالها</a:t>
            </a:r>
          </a:p>
          <a:p>
            <a:pPr marL="0" indent="0" rtl="1">
              <a:buNone/>
            </a:pPr>
            <a:r>
              <a:rPr lang="ar" sz="1500" kern="0" dirty="0">
                <a:latin typeface="Sakkal Majalla" panose="02000000000000000000" pitchFamily="2" charset="-78"/>
                <a:cs typeface="Sakkal Majalla" panose="02000000000000000000" pitchFamily="2" charset="-78"/>
              </a:rPr>
              <a:t>تشمل الصيانة الدورية مراقبة حالة مواد التشحيم وتزويدها أو استبدالها بحسب الحاجة. هذا يضمن استمرار النظام في العمل بسلاسة ويقلل مخاطر التلف أو الفشل.</a:t>
            </a:r>
          </a:p>
          <a:p>
            <a:pPr rtl="1"/>
            <a:endParaRPr lang="en-GB" sz="1500" kern="0" dirty="0">
              <a:latin typeface="Sakkal Majalla" panose="02000000000000000000" pitchFamily="2" charset="-78"/>
              <a:cs typeface="Sakkal Majalla" panose="02000000000000000000" pitchFamily="2" charset="-78"/>
            </a:endParaRPr>
          </a:p>
          <a:p>
            <a:pPr rtl="1"/>
            <a:endParaRPr lang="en-GB" sz="1500" kern="0" dirty="0">
              <a:latin typeface="Sakkal Majalla" panose="02000000000000000000" pitchFamily="2" charset="-78"/>
              <a:cs typeface="Sakkal Majalla" panose="02000000000000000000" pitchFamily="2" charset="-78"/>
            </a:endParaRPr>
          </a:p>
        </p:txBody>
      </p:sp>
      <p:sp>
        <p:nvSpPr>
          <p:cNvPr id="5" name="Rectangle 1">
            <a:extLst>
              <a:ext uri="{FF2B5EF4-FFF2-40B4-BE49-F238E27FC236}">
                <a16:creationId xmlns:a16="http://schemas.microsoft.com/office/drawing/2014/main" id="{2E5802FE-584C-4115-8C66-C338CCAB42A7}"/>
              </a:ext>
            </a:extLst>
          </p:cNvPr>
          <p:cNvSpPr>
            <a:spLocks noChangeArrowheads="1"/>
          </p:cNvSpPr>
          <p:nvPr/>
        </p:nvSpPr>
        <p:spPr bwMode="auto">
          <a:xfrm>
            <a:off x="3851919" y="1340768"/>
            <a:ext cx="511256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b="1">
                <a:latin typeface="Sakkal Majalla" panose="02000000000000000000" pitchFamily="2" charset="-78"/>
                <a:cs typeface="Sakkal Majalla" panose="02000000000000000000" pitchFamily="2" charset="-78"/>
              </a:rPr>
              <a:t>التشحيم لأغراض الصيانة</a:t>
            </a:r>
          </a:p>
        </p:txBody>
      </p:sp>
      <p:sp>
        <p:nvSpPr>
          <p:cNvPr id="8" name="TextBox 7">
            <a:extLst>
              <a:ext uri="{FF2B5EF4-FFF2-40B4-BE49-F238E27FC236}">
                <a16:creationId xmlns:a16="http://schemas.microsoft.com/office/drawing/2014/main" id="{37C4D3BB-DF4F-483C-B143-13842490C13C}"/>
              </a:ext>
            </a:extLst>
          </p:cNvPr>
          <p:cNvSpPr txBox="1"/>
          <p:nvPr/>
        </p:nvSpPr>
        <p:spPr>
          <a:xfrm>
            <a:off x="560682" y="5761800"/>
            <a:ext cx="2088232" cy="307777"/>
          </a:xfrm>
          <a:prstGeom prst="rect">
            <a:avLst/>
          </a:prstGeom>
          <a:noFill/>
        </p:spPr>
        <p:txBody>
          <a:bodyPr wrap="square" rtlCol="1">
            <a:spAutoFit/>
          </a:bodyPr>
          <a:lstStyle/>
          <a:p>
            <a:pPr algn="ctr" rtl="1"/>
            <a:r>
              <a:rPr lang="ar" sz="1400" b="1" i="0" dirty="0">
                <a:effectLst/>
                <a:latin typeface="Sakkal Majalla" panose="02000000000000000000" pitchFamily="2" charset="-78"/>
                <a:cs typeface="Sakkal Majalla" panose="02000000000000000000" pitchFamily="2" charset="-78"/>
              </a:rPr>
              <a:t>تشحيم ميكانيكي </a:t>
            </a:r>
          </a:p>
        </p:txBody>
      </p:sp>
      <p:pic>
        <p:nvPicPr>
          <p:cNvPr id="6" name="Picture 5" descr="A close-up of a liquid being poured into a tank&#10;&#10;Description automatically generated">
            <a:extLst>
              <a:ext uri="{FF2B5EF4-FFF2-40B4-BE49-F238E27FC236}">
                <a16:creationId xmlns:a16="http://schemas.microsoft.com/office/drawing/2014/main" id="{5FADF8F3-1367-A8AC-3561-5024CB5A7CF2}"/>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93779" y="1728192"/>
            <a:ext cx="2622037" cy="3933056"/>
          </a:xfrm>
          <a:prstGeom prst="rect">
            <a:avLst/>
          </a:prstGeom>
        </p:spPr>
      </p:pic>
      <p:sp>
        <p:nvSpPr>
          <p:cNvPr id="2" name="Footer Placeholder 2">
            <a:extLst>
              <a:ext uri="{FF2B5EF4-FFF2-40B4-BE49-F238E27FC236}">
                <a16:creationId xmlns:a16="http://schemas.microsoft.com/office/drawing/2014/main" id="{7058021F-4872-6C47-47E3-708EB9C2CB7C}"/>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A103000399215</a:t>
            </a:r>
            <a:endParaRPr lang="ar" sz="1000" dirty="0"/>
          </a:p>
        </p:txBody>
      </p:sp>
    </p:spTree>
    <p:extLst>
      <p:ext uri="{BB962C8B-B14F-4D97-AF65-F5344CB8AC3E}">
        <p14:creationId xmlns:p14="http://schemas.microsoft.com/office/powerpoint/2010/main" val="2256062460"/>
      </p:ext>
    </p:extLst>
  </p:cSld>
  <p:clrMapOvr>
    <a:masterClrMapping/>
  </p:clrMapOvr>
  <p:transition>
    <p:sndAc>
      <p:stSnd>
        <p:snd r:embed="rId3"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latin typeface="Sakkal Majalla" panose="02000000000000000000" pitchFamily="2" charset="-78"/>
                <a:cs typeface="Sakkal Majalla" panose="02000000000000000000" pitchFamily="2" charset="-78"/>
              </a:rPr>
              <a:t>نتاج التعلم ب</a:t>
            </a:r>
            <a:br>
              <a:rPr lang="en-US" altLang="en-US" sz="2600" dirty="0">
                <a:latin typeface="Sakkal Majalla" panose="02000000000000000000" pitchFamily="2" charset="-78"/>
                <a:cs typeface="Sakkal Majalla" panose="02000000000000000000" pitchFamily="2" charset="-78"/>
              </a:rPr>
            </a:br>
            <a:br>
              <a:rPr lang="en-US" altLang="en-US" sz="2600" dirty="0">
                <a:latin typeface="Sakkal Majalla" panose="02000000000000000000" pitchFamily="2" charset="-78"/>
                <a:cs typeface="Sakkal Majalla" panose="02000000000000000000" pitchFamily="2" charset="-78"/>
              </a:rPr>
            </a:br>
            <a:endParaRPr lang="en-GB" altLang="en-US" sz="26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2"/>
            <a:ext cx="7991475" cy="17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 دراسة أنظمة العمليات </a:t>
            </a:r>
            <a:br>
              <a:rPr lang="en-GB" altLang="en-US"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التي يشيع استخدامها في </a:t>
            </a:r>
            <a:br>
              <a:rPr lang="en-GB" altLang="en-US"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الصناعة التحويلية</a:t>
            </a:r>
          </a:p>
          <a:p>
            <a:pPr algn="ctr" rtl="1"/>
            <a:endParaRPr lang="en-GB" altLang="en-US" sz="3800" b="1" dirty="0">
              <a:highlight>
                <a:srgbClr val="FFFF00"/>
              </a:highlight>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5443693A-7ECC-320E-42B7-E8F216E695E3}"/>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A103000399215</a:t>
            </a:r>
            <a:endParaRPr lang="ar" sz="1000" dirty="0"/>
          </a:p>
        </p:txBody>
      </p:sp>
    </p:spTree>
    <p:extLst>
      <p:ext uri="{BB962C8B-B14F-4D97-AF65-F5344CB8AC3E}">
        <p14:creationId xmlns:p14="http://schemas.microsoft.com/office/powerpoint/2010/main" val="211838768"/>
      </p:ext>
    </p:extLst>
  </p:cSld>
  <p:clrMapOvr>
    <a:masterClrMapping/>
  </p:clrMapOvr>
  <p:transition>
    <p:sndAc>
      <p:stSnd>
        <p:snd r:embed="rId3"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7544" y="1331573"/>
            <a:ext cx="8352928" cy="404164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effectLst/>
                <a:latin typeface="Sakkal Majalla" panose="02000000000000000000" pitchFamily="2" charset="-78"/>
                <a:cs typeface="Sakkal Majalla" panose="02000000000000000000" pitchFamily="2" charset="-78"/>
              </a:rPr>
              <a:t>وظيفة موانع التسرب الميكانيكية</a:t>
            </a:r>
            <a:endParaRPr lang="en-GB" sz="1600" b="1" dirty="0">
              <a:latin typeface="Sakkal Majalla" panose="02000000000000000000" pitchFamily="2" charset="-78"/>
              <a:cs typeface="Sakkal Majalla" panose="02000000000000000000" pitchFamily="2" charset="-78"/>
            </a:endParaRPr>
          </a:p>
          <a:p>
            <a:pPr indent="-165100"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منع الملوثات من دخول النظام، وضمان سلامة المكونات الميكانيكية.</a:t>
            </a:r>
          </a:p>
          <a:p>
            <a:pPr indent="-165100"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منع مواد التشحيم من التسرب والحفاظ على التشحيم المناسب وتقليل الاحتكاك.</a:t>
            </a:r>
          </a:p>
          <a:p>
            <a:pPr indent="-165100"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الحفاظ على الضغط الداخلي للنظام، ما يمنع التسريبات ويضمن كفاءة الأداء.</a:t>
            </a:r>
          </a:p>
          <a:p>
            <a:pPr indent="-165100"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فصل أجزاء النظام، ما يتيح ظروف تشغيل مختلفة في أجزاء مختلفة.</a:t>
            </a:r>
          </a:p>
          <a:p>
            <a:pPr rtl="1">
              <a:buFont typeface="Arial" panose="020B0604020202020204" pitchFamily="34" charset="0"/>
              <a:buChar char="•"/>
            </a:pPr>
            <a:endParaRPr lang="en-GB" sz="1600" dirty="0">
              <a:latin typeface="Sakkal Majalla" panose="02000000000000000000" pitchFamily="2" charset="-78"/>
              <a:cs typeface="Sakkal Majalla" panose="02000000000000000000" pitchFamily="2" charset="-78"/>
            </a:endParaRPr>
          </a:p>
          <a:p>
            <a:pPr marL="0" indent="0" rtl="1">
              <a:buNone/>
            </a:pPr>
            <a:r>
              <a:rPr lang="ar" sz="1600" b="1" dirty="0">
                <a:effectLst/>
                <a:latin typeface="Sakkal Majalla" panose="02000000000000000000" pitchFamily="2" charset="-78"/>
                <a:cs typeface="Sakkal Majalla" panose="02000000000000000000" pitchFamily="2" charset="-78"/>
              </a:rPr>
              <a:t>أنواع موانع التسرب</a:t>
            </a:r>
            <a:endParaRPr lang="en-GB" sz="1600" b="1" dirty="0">
              <a:latin typeface="Sakkal Majalla" panose="02000000000000000000" pitchFamily="2" charset="-78"/>
              <a:cs typeface="Sakkal Majalla" panose="02000000000000000000" pitchFamily="2" charset="-78"/>
            </a:endParaRPr>
          </a:p>
          <a:p>
            <a:pPr indent="-165100"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موانع التسرب الثابتة: تشمل الحلقات العازلة والحشوات التي تعمل على إحكام الإغلاق بين سطحين ثابتين.</a:t>
            </a:r>
          </a:p>
          <a:p>
            <a:pPr indent="-165100"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موانع التسرب الديناميكية: مثل حلقات الإحكام للأعمدة ومانع تسرب الكباس، التي تعمل على إحكام الإغلاق بين الأجزاء المتحركة.</a:t>
            </a:r>
          </a:p>
          <a:p>
            <a:pPr indent="-165100"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موانع التسرب غير التلامسية: مثل وصلة إحكام لابرنثية وموانع التسرب الخاصة بالفجوات، التي تمنع التسرب من خلال تشكيل حاجز دون وجود تلامس مادي بين الأسطح.</a:t>
            </a:r>
          </a:p>
          <a:p>
            <a:pPr rtl="1">
              <a:buFont typeface="Arial" panose="020B0604020202020204" pitchFamily="34" charset="0"/>
              <a:buChar char="•"/>
            </a:pPr>
            <a:endParaRPr lang="en-GB" sz="1600" dirty="0">
              <a:effectLst/>
              <a:latin typeface="Sakkal Majalla" panose="02000000000000000000" pitchFamily="2" charset="-78"/>
              <a:cs typeface="Sakkal Majalla" panose="02000000000000000000" pitchFamily="2" charset="-78"/>
            </a:endParaRPr>
          </a:p>
          <a:p>
            <a:pPr marL="0" indent="0" rtl="1">
              <a:buNone/>
            </a:pPr>
            <a:r>
              <a:rPr lang="ar" sz="1600" b="1" dirty="0">
                <a:effectLst/>
                <a:latin typeface="Sakkal Majalla" panose="02000000000000000000" pitchFamily="2" charset="-78"/>
                <a:cs typeface="Sakkal Majalla" panose="02000000000000000000" pitchFamily="2" charset="-78"/>
              </a:rPr>
              <a:t>المواد المستخدمة في تصنيع موانع التسرب الميكانيكية</a:t>
            </a:r>
            <a:endParaRPr lang="en-GB" sz="1600" b="1" dirty="0">
              <a:latin typeface="Sakkal Majalla" panose="02000000000000000000" pitchFamily="2" charset="-78"/>
              <a:cs typeface="Sakkal Majalla" panose="02000000000000000000" pitchFamily="2" charset="-78"/>
            </a:endParaRPr>
          </a:p>
          <a:p>
            <a:pPr indent="-165100"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المواد المطاطية: مثل النيتريل والسيليكون والبولي تترافلوروإيثيلين التي تمتاز بمرونة عالية ومقاومة لسوائل التشغيل المختلفة.</a:t>
            </a:r>
          </a:p>
          <a:p>
            <a:pPr indent="-165100"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كربيد التنجستن: الذي يتميز بمقاومة استثنائية للتآكل ويُطبق في الاستخدامات التي تتطلب تحمل ضغط مرتفع.</a:t>
            </a:r>
          </a:p>
          <a:p>
            <a:pPr indent="-165100"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الكربون الجرافيتي: الذي يتمتع بخواص التشحيم الذاتي ومقاومة درجات الحرارة العالية وتحمل الضغط.</a:t>
            </a:r>
          </a:p>
          <a:p>
            <a:pPr indent="-165100" rtl="1">
              <a:buFont typeface="Arial" panose="020B0604020202020204" pitchFamily="34" charset="0"/>
              <a:buChar char="•"/>
            </a:pPr>
            <a:r>
              <a:rPr lang="ar" sz="1600" dirty="0">
                <a:effectLst/>
                <a:latin typeface="Sakkal Majalla" panose="02000000000000000000" pitchFamily="2" charset="-78"/>
                <a:cs typeface="Sakkal Majalla" panose="02000000000000000000" pitchFamily="2" charset="-78"/>
              </a:rPr>
              <a:t>السيراميك: مثل أكسيد الألومنيوم، الذي يوفر صلابة كبيرة ومقاومة كيميائية واستقرار أبعادي عالي.</a:t>
            </a:r>
          </a:p>
          <a:p>
            <a:pPr rtl="1">
              <a:buFont typeface="Arial" panose="020B0604020202020204" pitchFamily="34" charset="0"/>
              <a:buChar char="•"/>
            </a:pPr>
            <a:endParaRPr lang="en-GB" sz="1600" dirty="0">
              <a:effectLst/>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357188" indent="-357188" rtl="1"/>
            <a:r>
              <a:rPr lang="ar" sz="2200" b="1" dirty="0">
                <a:latin typeface="Sakkal Majalla" panose="02000000000000000000" pitchFamily="2" charset="-78"/>
                <a:cs typeface="Sakkal Majalla" panose="02000000000000000000" pitchFamily="2" charset="-78"/>
              </a:rPr>
              <a:t>ب1 خصائص مانع التسرب الميكانيكي والاستخدامات الشائعة له</a:t>
            </a:r>
          </a:p>
        </p:txBody>
      </p:sp>
      <p:sp>
        <p:nvSpPr>
          <p:cNvPr id="2" name="Footer Placeholder 2">
            <a:extLst>
              <a:ext uri="{FF2B5EF4-FFF2-40B4-BE49-F238E27FC236}">
                <a16:creationId xmlns:a16="http://schemas.microsoft.com/office/drawing/2014/main" id="{0528DE8A-C352-0398-C952-065CA27C73CF}"/>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A103000399215</a:t>
            </a:r>
            <a:endParaRPr lang="ar" sz="1000" dirty="0"/>
          </a:p>
        </p:txBody>
      </p:sp>
    </p:spTree>
    <p:extLst>
      <p:ext uri="{BB962C8B-B14F-4D97-AF65-F5344CB8AC3E}">
        <p14:creationId xmlns:p14="http://schemas.microsoft.com/office/powerpoint/2010/main" val="2565067211"/>
      </p:ext>
    </p:extLst>
  </p:cSld>
  <p:clrMapOvr>
    <a:masterClrMapping/>
  </p:clrMapOvr>
  <p:transition>
    <p:sndAc>
      <p:stSnd>
        <p:snd r:embed="rId3"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357188" indent="-357188" rtl="1"/>
            <a:r>
              <a:rPr lang="ar" sz="2200" b="1" dirty="0">
                <a:latin typeface="Sakkal Majalla" panose="02000000000000000000" pitchFamily="2" charset="-78"/>
                <a:cs typeface="Sakkal Majalla" panose="02000000000000000000" pitchFamily="2" charset="-78"/>
              </a:rPr>
              <a:t>ب1 خصائص مانع التسرب الميكانيكي والاستخدامات الشائعة له</a:t>
            </a:r>
          </a:p>
        </p:txBody>
      </p:sp>
      <p:sp>
        <p:nvSpPr>
          <p:cNvPr id="4" name="Content Placeholder 3">
            <a:extLst>
              <a:ext uri="{FF2B5EF4-FFF2-40B4-BE49-F238E27FC236}">
                <a16:creationId xmlns:a16="http://schemas.microsoft.com/office/drawing/2014/main" id="{F7288D9A-B272-4914-BC40-47884B9A393A}"/>
              </a:ext>
            </a:extLst>
          </p:cNvPr>
          <p:cNvSpPr txBox="1">
            <a:spLocks noChangeArrowheads="1"/>
          </p:cNvSpPr>
          <p:nvPr/>
        </p:nvSpPr>
        <p:spPr bwMode="auto">
          <a:xfrm>
            <a:off x="467544" y="1521323"/>
            <a:ext cx="8352928" cy="4860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 sz="1500" b="1" kern="0" dirty="0">
                <a:latin typeface="Sakkal Majalla" panose="02000000000000000000" pitchFamily="2" charset="-78"/>
                <a:cs typeface="Sakkal Majalla" panose="02000000000000000000" pitchFamily="2" charset="-78"/>
              </a:rPr>
              <a:t>وتوجد العديد من الاستخدامات لموانع التسرب الميكانيكية، بما في ذلك:</a:t>
            </a:r>
          </a:p>
          <a:p>
            <a:pPr indent="-165100" rtl="1">
              <a:buFont typeface="Arial" panose="020B0604020202020204" pitchFamily="34" charset="0"/>
              <a:buChar char="•"/>
            </a:pPr>
            <a:r>
              <a:rPr lang="ar" sz="1500" kern="0" dirty="0">
                <a:latin typeface="Sakkal Majalla" panose="02000000000000000000" pitchFamily="2" charset="-78"/>
                <a:cs typeface="Sakkal Majalla" panose="02000000000000000000" pitchFamily="2" charset="-78"/>
              </a:rPr>
              <a:t>محركات الاحتراق الداخلي</a:t>
            </a:r>
          </a:p>
          <a:p>
            <a:pPr indent="-165100" rtl="1">
              <a:buFont typeface="Arial" panose="020B0604020202020204" pitchFamily="34" charset="0"/>
              <a:buChar char="•"/>
            </a:pPr>
            <a:r>
              <a:rPr lang="ar" sz="1500" kern="0" dirty="0">
                <a:latin typeface="Sakkal Majalla" panose="02000000000000000000" pitchFamily="2" charset="-78"/>
                <a:cs typeface="Sakkal Majalla" panose="02000000000000000000" pitchFamily="2" charset="-78"/>
              </a:rPr>
              <a:t>المحركات الكهربائية</a:t>
            </a:r>
          </a:p>
          <a:p>
            <a:pPr indent="-165100" rtl="1">
              <a:buFont typeface="Arial" panose="020B0604020202020204" pitchFamily="34" charset="0"/>
              <a:buChar char="•"/>
            </a:pPr>
            <a:r>
              <a:rPr lang="ar" sz="1500" kern="0" dirty="0">
                <a:latin typeface="Sakkal Majalla" panose="02000000000000000000" pitchFamily="2" charset="-78"/>
                <a:cs typeface="Sakkal Majalla" panose="02000000000000000000" pitchFamily="2" charset="-78"/>
              </a:rPr>
              <a:t>نواقل الحركة</a:t>
            </a:r>
          </a:p>
          <a:p>
            <a:pPr indent="-165100" rtl="1">
              <a:buFont typeface="Arial" panose="020B0604020202020204" pitchFamily="34" charset="0"/>
              <a:buChar char="•"/>
            </a:pPr>
            <a:r>
              <a:rPr lang="ar" sz="1500" kern="0" dirty="0">
                <a:latin typeface="Sakkal Majalla" panose="02000000000000000000" pitchFamily="2" charset="-78"/>
                <a:cs typeface="Sakkal Majalla" panose="02000000000000000000" pitchFamily="2" charset="-78"/>
              </a:rPr>
              <a:t>أدوات التشغيل</a:t>
            </a:r>
          </a:p>
          <a:p>
            <a:pPr indent="-165100" rtl="1">
              <a:buFont typeface="Arial" panose="020B0604020202020204" pitchFamily="34" charset="0"/>
              <a:buChar char="•"/>
            </a:pPr>
            <a:r>
              <a:rPr lang="ar" sz="1500" kern="0" dirty="0">
                <a:latin typeface="Sakkal Majalla" panose="02000000000000000000" pitchFamily="2" charset="-78"/>
                <a:cs typeface="Sakkal Majalla" panose="02000000000000000000" pitchFamily="2" charset="-78"/>
              </a:rPr>
              <a:t>المضخات</a:t>
            </a:r>
          </a:p>
          <a:p>
            <a:pPr indent="-165100" rtl="1">
              <a:buFont typeface="Arial" panose="020B0604020202020204" pitchFamily="34" charset="0"/>
              <a:buChar char="•"/>
            </a:pPr>
            <a:r>
              <a:rPr lang="ar" sz="1500" kern="0" dirty="0">
                <a:latin typeface="Sakkal Majalla" panose="02000000000000000000" pitchFamily="2" charset="-78"/>
                <a:cs typeface="Sakkal Majalla" panose="02000000000000000000" pitchFamily="2" charset="-78"/>
              </a:rPr>
              <a:t>التوربينات</a:t>
            </a:r>
          </a:p>
          <a:p>
            <a:pPr indent="-165100" rtl="1">
              <a:buFont typeface="Arial" panose="020B0604020202020204" pitchFamily="34" charset="0"/>
              <a:buChar char="•"/>
            </a:pPr>
            <a:r>
              <a:rPr lang="ar" sz="1500" kern="0" dirty="0">
                <a:latin typeface="Sakkal Majalla" panose="02000000000000000000" pitchFamily="2" charset="-78"/>
                <a:cs typeface="Sakkal Majalla" panose="02000000000000000000" pitchFamily="2" charset="-78"/>
              </a:rPr>
              <a:t>المشغلات</a:t>
            </a:r>
          </a:p>
          <a:p>
            <a:pPr indent="-165100" rtl="1">
              <a:buFont typeface="Arial" panose="020B0604020202020204" pitchFamily="34" charset="0"/>
              <a:buChar char="•"/>
            </a:pPr>
            <a:r>
              <a:rPr lang="ar" sz="1500" kern="0" dirty="0">
                <a:latin typeface="Sakkal Majalla" panose="02000000000000000000" pitchFamily="2" charset="-78"/>
                <a:cs typeface="Sakkal Majalla" panose="02000000000000000000" pitchFamily="2" charset="-78"/>
              </a:rPr>
              <a:t>الضواغط</a:t>
            </a:r>
          </a:p>
          <a:p>
            <a:pPr indent="-165100" rtl="1">
              <a:buFont typeface="Arial" panose="020B0604020202020204" pitchFamily="34" charset="0"/>
              <a:buChar char="•"/>
            </a:pPr>
            <a:r>
              <a:rPr lang="ar" sz="1500" kern="0" dirty="0">
                <a:latin typeface="Sakkal Majalla" panose="02000000000000000000" pitchFamily="2" charset="-78"/>
                <a:cs typeface="Sakkal Majalla" panose="02000000000000000000" pitchFamily="2" charset="-78"/>
              </a:rPr>
              <a:t>القوابض</a:t>
            </a:r>
          </a:p>
          <a:p>
            <a:pPr indent="-165100" rtl="1">
              <a:buFont typeface="Arial" panose="020B0604020202020204" pitchFamily="34" charset="0"/>
              <a:buChar char="•"/>
            </a:pPr>
            <a:r>
              <a:rPr lang="ar" sz="1500" kern="0" dirty="0">
                <a:latin typeface="Sakkal Majalla" panose="02000000000000000000" pitchFamily="2" charset="-78"/>
                <a:cs typeface="Sakkal Majalla" panose="02000000000000000000" pitchFamily="2" charset="-78"/>
              </a:rPr>
              <a:t>المكابح</a:t>
            </a:r>
          </a:p>
          <a:p>
            <a:pPr marL="0" indent="0" rtl="1">
              <a:buNone/>
            </a:pPr>
            <a:r>
              <a:rPr lang="ar" sz="1500" b="1" kern="0" dirty="0">
                <a:latin typeface="Sakkal Majalla" panose="02000000000000000000" pitchFamily="2" charset="-78"/>
                <a:cs typeface="Sakkal Majalla" panose="02000000000000000000" pitchFamily="2" charset="-78"/>
              </a:rPr>
              <a:t>اعتبارات اختيار مونع التسريب الميكانيكية وصيانتها</a:t>
            </a:r>
          </a:p>
          <a:p>
            <a:pPr indent="-165100" rtl="1">
              <a:buFont typeface="Arial" panose="020B0604020202020204" pitchFamily="34" charset="0"/>
              <a:buChar char="•"/>
            </a:pPr>
            <a:r>
              <a:rPr lang="ar" sz="1500" kern="0" dirty="0">
                <a:latin typeface="Sakkal Majalla" panose="02000000000000000000" pitchFamily="2" charset="-78"/>
                <a:cs typeface="Sakkal Majalla" panose="02000000000000000000" pitchFamily="2" charset="-78"/>
              </a:rPr>
              <a:t>يجب مراعاة ما يلي عند اختيار موانع التسرب الميكانيكية وصيانتها:</a:t>
            </a:r>
          </a:p>
          <a:p>
            <a:pPr indent="-165100" rtl="1">
              <a:buFont typeface="Arial" panose="020B0604020202020204" pitchFamily="34" charset="0"/>
              <a:buChar char="•"/>
            </a:pPr>
            <a:r>
              <a:rPr lang="ar" sz="1500" kern="0" dirty="0">
                <a:latin typeface="Sakkal Majalla" panose="02000000000000000000" pitchFamily="2" charset="-78"/>
                <a:cs typeface="Sakkal Majalla" panose="02000000000000000000" pitchFamily="2" charset="-78"/>
              </a:rPr>
              <a:t>معايير التشغيل، مثل درجات الحرارة والضغط، لضمان تحمل مانع التسرب للظروف التشغيلية.</a:t>
            </a:r>
          </a:p>
          <a:p>
            <a:pPr indent="-165100" rtl="1">
              <a:buFont typeface="Arial" panose="020B0604020202020204" pitchFamily="34" charset="0"/>
              <a:buChar char="•"/>
            </a:pPr>
            <a:r>
              <a:rPr lang="ar" sz="1500" kern="0" dirty="0">
                <a:latin typeface="Sakkal Majalla" panose="02000000000000000000" pitchFamily="2" charset="-78"/>
                <a:cs typeface="Sakkal Majalla" panose="02000000000000000000" pitchFamily="2" charset="-78"/>
              </a:rPr>
              <a:t>البيئة المحيطة، حيث يجب مراعاة تعرض النظام للمواد الكيميائية والرطوبة وأي عوامل بيئية خارجية أخرى.</a:t>
            </a:r>
          </a:p>
          <a:p>
            <a:pPr indent="-165100" rtl="1">
              <a:buFont typeface="Arial" panose="020B0604020202020204" pitchFamily="34" charset="0"/>
              <a:buChar char="•"/>
            </a:pPr>
            <a:r>
              <a:rPr lang="ar" sz="1500" kern="0" dirty="0">
                <a:latin typeface="Sakkal Majalla" panose="02000000000000000000" pitchFamily="2" charset="-78"/>
                <a:cs typeface="Sakkal Majalla" panose="02000000000000000000" pitchFamily="2" charset="-78"/>
              </a:rPr>
              <a:t>نوع مادة التشحيم: حيث يجب اختيار موانع تسريب تتوافق مع نوع مادة التشحيم المستخدمة.</a:t>
            </a:r>
          </a:p>
          <a:p>
            <a:pPr indent="-165100" rtl="1">
              <a:buFont typeface="Arial" panose="020B0604020202020204" pitchFamily="34" charset="0"/>
              <a:buChar char="•"/>
            </a:pPr>
            <a:r>
              <a:rPr lang="ar" sz="1500" kern="0" dirty="0">
                <a:latin typeface="Sakkal Majalla" panose="02000000000000000000" pitchFamily="2" charset="-78"/>
                <a:cs typeface="Sakkal Majalla" panose="02000000000000000000" pitchFamily="2" charset="-78"/>
              </a:rPr>
              <a:t>التوافق الكيميائي: ضمان مقاومة المادة المصنوع منها مانع التسرب للسوائل التي ستتعرض لها.</a:t>
            </a:r>
          </a:p>
          <a:p>
            <a:pPr indent="-165100" rtl="1">
              <a:buFont typeface="Arial" panose="020B0604020202020204" pitchFamily="34" charset="0"/>
              <a:buChar char="•"/>
            </a:pPr>
            <a:r>
              <a:rPr lang="ar" sz="1500" kern="0" dirty="0">
                <a:latin typeface="Sakkal Majalla" panose="02000000000000000000" pitchFamily="2" charset="-78"/>
                <a:cs typeface="Sakkal Majalla" panose="02000000000000000000" pitchFamily="2" charset="-78"/>
              </a:rPr>
              <a:t>تشطيب السطح: تؤثر الأسطح الملساء في تحسين أداء مانع التسرب من خلال تقليل الاحتكاك.</a:t>
            </a:r>
          </a:p>
          <a:p>
            <a:pPr indent="-165100" rtl="1">
              <a:buFont typeface="Arial" panose="020B0604020202020204" pitchFamily="34" charset="0"/>
              <a:buChar char="•"/>
            </a:pPr>
            <a:r>
              <a:rPr lang="ar" sz="1500" kern="0" dirty="0">
                <a:latin typeface="Sakkal Majalla" panose="02000000000000000000" pitchFamily="2" charset="-78"/>
                <a:cs typeface="Sakkal Majalla" panose="02000000000000000000" pitchFamily="2" charset="-78"/>
              </a:rPr>
              <a:t>فترات الصيانة، لضمان الفحص المنتظم واستبدال موانع التسرب بحسب الحاجة.</a:t>
            </a:r>
          </a:p>
          <a:p>
            <a:pPr rtl="1">
              <a:buFont typeface="Arial" panose="020B0604020202020204" pitchFamily="34" charset="0"/>
              <a:buChar char="•"/>
            </a:pPr>
            <a:endParaRPr lang="en-GB" sz="1500" kern="0" dirty="0">
              <a:latin typeface="Sakkal Majalla" panose="02000000000000000000" pitchFamily="2" charset="-78"/>
              <a:cs typeface="Sakkal Majalla" panose="02000000000000000000" pitchFamily="2" charset="-78"/>
            </a:endParaRPr>
          </a:p>
        </p:txBody>
      </p:sp>
      <p:sp>
        <p:nvSpPr>
          <p:cNvPr id="5" name="Rectangle 1">
            <a:extLst>
              <a:ext uri="{FF2B5EF4-FFF2-40B4-BE49-F238E27FC236}">
                <a16:creationId xmlns:a16="http://schemas.microsoft.com/office/drawing/2014/main" id="{476B66E3-762A-4A2A-868C-AB0CD399AD10}"/>
              </a:ext>
            </a:extLst>
          </p:cNvPr>
          <p:cNvSpPr>
            <a:spLocks noChangeArrowheads="1"/>
          </p:cNvSpPr>
          <p:nvPr/>
        </p:nvSpPr>
        <p:spPr bwMode="auto">
          <a:xfrm>
            <a:off x="3276185" y="1096233"/>
            <a:ext cx="3010519" cy="323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1600" b="1" dirty="0">
                <a:latin typeface="Sakkal Majalla" panose="02000000000000000000" pitchFamily="2" charset="-78"/>
                <a:cs typeface="Sakkal Majalla" panose="02000000000000000000" pitchFamily="2" charset="-78"/>
              </a:rPr>
              <a:t>استخدامات موانع التسرب الميكانيكية</a:t>
            </a:r>
          </a:p>
        </p:txBody>
      </p:sp>
      <p:sp>
        <p:nvSpPr>
          <p:cNvPr id="2" name="Footer Placeholder 2">
            <a:extLst>
              <a:ext uri="{FF2B5EF4-FFF2-40B4-BE49-F238E27FC236}">
                <a16:creationId xmlns:a16="http://schemas.microsoft.com/office/drawing/2014/main" id="{C9F8FBD2-A0C4-A9C5-AFBE-7A3915106119}"/>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A103000399215</a:t>
            </a:r>
            <a:endParaRPr lang="ar" sz="1000" dirty="0"/>
          </a:p>
        </p:txBody>
      </p:sp>
    </p:spTree>
    <p:extLst>
      <p:ext uri="{BB962C8B-B14F-4D97-AF65-F5344CB8AC3E}">
        <p14:creationId xmlns:p14="http://schemas.microsoft.com/office/powerpoint/2010/main" val="3395816639"/>
      </p:ext>
    </p:extLst>
  </p:cSld>
  <p:clrMapOvr>
    <a:masterClrMapping/>
  </p:clrMapOvr>
  <p:transition>
    <p:sndAc>
      <p:stSnd>
        <p:snd r:embed="rId3"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51521" y="1196752"/>
            <a:ext cx="8810929" cy="511256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effectLst/>
                <a:latin typeface="Sakkal Majalla" panose="02000000000000000000" pitchFamily="2" charset="-78"/>
                <a:cs typeface="Sakkal Majalla" panose="02000000000000000000" pitchFamily="2" charset="-78"/>
              </a:rPr>
              <a:t>أنواع المحامل</a:t>
            </a:r>
            <a:endParaRPr lang="en-GB" sz="1600" b="1" dirty="0">
              <a:latin typeface="Sakkal Majalla" panose="02000000000000000000" pitchFamily="2" charset="-78"/>
              <a:cs typeface="Sakkal Majalla" panose="02000000000000000000" pitchFamily="2" charset="-78"/>
            </a:endParaRPr>
          </a:p>
          <a:p>
            <a:pPr marL="0" indent="0" rtl="1">
              <a:buNone/>
            </a:pPr>
            <a:r>
              <a:rPr lang="ar" sz="1600" dirty="0">
                <a:effectLst/>
                <a:latin typeface="Sakkal Majalla" panose="02000000000000000000" pitchFamily="2" charset="-78"/>
                <a:cs typeface="Sakkal Majalla" panose="02000000000000000000" pitchFamily="2" charset="-78"/>
              </a:rPr>
              <a:t>المحامل عبارة عن مكونات ميكانيكية تعمل على تقليل الاحتكاك بين المكونات المتحركة ودعم الأحمال المحورية ونصف القطرية. وتوجد أنواع مختلفة من المحامل، بما في ذلك المحامل التلامسية والمحامل غير التلامسية، ولكل منها خصائصها واستخداماتها الخاصة.</a:t>
            </a:r>
          </a:p>
          <a:p>
            <a:pPr rtl="1"/>
            <a:endParaRPr lang="en-GB" sz="1600" dirty="0">
              <a:latin typeface="Sakkal Majalla" panose="02000000000000000000" pitchFamily="2" charset="-78"/>
              <a:cs typeface="Sakkal Majalla" panose="02000000000000000000" pitchFamily="2" charset="-78"/>
            </a:endParaRPr>
          </a:p>
          <a:p>
            <a:pPr rtl="1"/>
            <a:endParaRPr lang="en-GB" sz="16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6228184" y="332656"/>
            <a:ext cx="2869063"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ب2 المحامل التلامسية</a:t>
            </a:r>
          </a:p>
        </p:txBody>
      </p:sp>
      <p:graphicFrame>
        <p:nvGraphicFramePr>
          <p:cNvPr id="3" name="Table 3">
            <a:extLst>
              <a:ext uri="{FF2B5EF4-FFF2-40B4-BE49-F238E27FC236}">
                <a16:creationId xmlns:a16="http://schemas.microsoft.com/office/drawing/2014/main" id="{DD0A3D70-6262-4DFF-B92E-DE6E44976B4E}"/>
              </a:ext>
            </a:extLst>
          </p:cNvPr>
          <p:cNvGraphicFramePr>
            <a:graphicFrameLocks noGrp="1"/>
          </p:cNvGraphicFramePr>
          <p:nvPr>
            <p:extLst>
              <p:ext uri="{D42A27DB-BD31-4B8C-83A1-F6EECF244321}">
                <p14:modId xmlns:p14="http://schemas.microsoft.com/office/powerpoint/2010/main" val="1905567222"/>
              </p:ext>
            </p:extLst>
          </p:nvPr>
        </p:nvGraphicFramePr>
        <p:xfrm>
          <a:off x="395534" y="2333848"/>
          <a:ext cx="8496945" cy="2108200"/>
        </p:xfrm>
        <a:graphic>
          <a:graphicData uri="http://schemas.openxmlformats.org/drawingml/2006/table">
            <a:tbl>
              <a:tblPr rtl="1" firstRow="1" bandRow="1">
                <a:tableStyleId>{073A0DAA-6AF3-43AB-8588-CEC1D06C72B9}</a:tableStyleId>
              </a:tblPr>
              <a:tblGrid>
                <a:gridCol w="2016223">
                  <a:extLst>
                    <a:ext uri="{9D8B030D-6E8A-4147-A177-3AD203B41FA5}">
                      <a16:colId xmlns:a16="http://schemas.microsoft.com/office/drawing/2014/main" val="1132386428"/>
                    </a:ext>
                  </a:extLst>
                </a:gridCol>
                <a:gridCol w="3648407">
                  <a:extLst>
                    <a:ext uri="{9D8B030D-6E8A-4147-A177-3AD203B41FA5}">
                      <a16:colId xmlns:a16="http://schemas.microsoft.com/office/drawing/2014/main" val="2521961972"/>
                    </a:ext>
                  </a:extLst>
                </a:gridCol>
                <a:gridCol w="2832315">
                  <a:extLst>
                    <a:ext uri="{9D8B030D-6E8A-4147-A177-3AD203B41FA5}">
                      <a16:colId xmlns:a16="http://schemas.microsoft.com/office/drawing/2014/main" val="2917905868"/>
                    </a:ext>
                  </a:extLst>
                </a:gridCol>
              </a:tblGrid>
              <a:tr h="370840">
                <a:tc>
                  <a:txBody>
                    <a:bodyPr/>
                    <a:lstStyle/>
                    <a:p>
                      <a:pPr rtl="1"/>
                      <a:r>
                        <a:rPr lang="ar" sz="1600">
                          <a:latin typeface="Sakkal Majalla" panose="02000000000000000000" pitchFamily="2" charset="-78"/>
                          <a:cs typeface="Sakkal Majalla" panose="02000000000000000000" pitchFamily="2" charset="-78"/>
                        </a:rPr>
                        <a:t>النوع</a:t>
                      </a:r>
                    </a:p>
                  </a:txBody>
                  <a:tcPr/>
                </a:tc>
                <a:tc>
                  <a:txBody>
                    <a:bodyPr/>
                    <a:lstStyle/>
                    <a:p>
                      <a:pPr rtl="1"/>
                      <a:r>
                        <a:rPr lang="ar" sz="1600">
                          <a:latin typeface="Sakkal Majalla" panose="02000000000000000000" pitchFamily="2" charset="-78"/>
                          <a:cs typeface="Sakkal Majalla" panose="02000000000000000000" pitchFamily="2" charset="-78"/>
                        </a:rPr>
                        <a:t>الوصف</a:t>
                      </a:r>
                    </a:p>
                  </a:txBody>
                  <a:tcPr/>
                </a:tc>
                <a:tc>
                  <a:txBody>
                    <a:bodyPr/>
                    <a:lstStyle/>
                    <a:p>
                      <a:pPr rtl="1"/>
                      <a:r>
                        <a:rPr lang="ar" sz="1600" dirty="0">
                          <a:latin typeface="Sakkal Majalla" panose="02000000000000000000" pitchFamily="2" charset="-78"/>
                          <a:cs typeface="Sakkal Majalla" panose="02000000000000000000" pitchFamily="2" charset="-78"/>
                        </a:rPr>
                        <a:t>الاستخدامات الشائعة</a:t>
                      </a:r>
                    </a:p>
                  </a:txBody>
                  <a:tcPr/>
                </a:tc>
                <a:extLst>
                  <a:ext uri="{0D108BD9-81ED-4DB2-BD59-A6C34878D82A}">
                    <a16:rowId xmlns:a16="http://schemas.microsoft.com/office/drawing/2014/main" val="426709752"/>
                  </a:ext>
                </a:extLst>
              </a:tr>
              <a:tr h="370840">
                <a:tc>
                  <a:txBody>
                    <a:bodyPr/>
                    <a:lstStyle/>
                    <a:p>
                      <a:pPr rtl="1"/>
                      <a:r>
                        <a:rPr lang="ar" sz="1600">
                          <a:latin typeface="Sakkal Majalla" panose="02000000000000000000" pitchFamily="2" charset="-78"/>
                          <a:cs typeface="Sakkal Majalla" panose="02000000000000000000" pitchFamily="2" charset="-78"/>
                        </a:rPr>
                        <a:t>المحامل العادية</a:t>
                      </a:r>
                    </a:p>
                  </a:txBody>
                  <a:tcPr/>
                </a:tc>
                <a:tc>
                  <a:txBody>
                    <a:bodyPr/>
                    <a:lstStyle/>
                    <a:p>
                      <a:pPr rtl="1"/>
                      <a:r>
                        <a:rPr lang="ar" sz="1600" dirty="0">
                          <a:latin typeface="Sakkal Majalla" panose="02000000000000000000" pitchFamily="2" charset="-78"/>
                          <a:cs typeface="Sakkal Majalla" panose="02000000000000000000" pitchFamily="2" charset="-78"/>
                        </a:rPr>
                        <a:t>تتكون من سطح أملس ينزلق على سطح آخر. وتعد تلك الأحمال بسيطة وفعالة من حيث التكلفة.</a:t>
                      </a:r>
                    </a:p>
                  </a:txBody>
                  <a:tcPr/>
                </a:tc>
                <a:tc>
                  <a:txBody>
                    <a:bodyPr/>
                    <a:lstStyle/>
                    <a:p>
                      <a:pPr rtl="1"/>
                      <a:r>
                        <a:rPr lang="ar" sz="1600" dirty="0">
                          <a:latin typeface="Sakkal Majalla" panose="02000000000000000000" pitchFamily="2" charset="-78"/>
                          <a:cs typeface="Sakkal Majalla" panose="02000000000000000000" pitchFamily="2" charset="-78"/>
                        </a:rPr>
                        <a:t>محركات السيارات والآلات الصناعية</a:t>
                      </a:r>
                    </a:p>
                  </a:txBody>
                  <a:tcPr/>
                </a:tc>
                <a:extLst>
                  <a:ext uri="{0D108BD9-81ED-4DB2-BD59-A6C34878D82A}">
                    <a16:rowId xmlns:a16="http://schemas.microsoft.com/office/drawing/2014/main" val="404297743"/>
                  </a:ext>
                </a:extLst>
              </a:tr>
              <a:tr h="370840">
                <a:tc>
                  <a:txBody>
                    <a:bodyPr/>
                    <a:lstStyle/>
                    <a:p>
                      <a:pPr rtl="1"/>
                      <a:r>
                        <a:rPr lang="ar" sz="1600">
                          <a:latin typeface="Sakkal Majalla" panose="02000000000000000000" pitchFamily="2" charset="-78"/>
                          <a:cs typeface="Sakkal Majalla" panose="02000000000000000000" pitchFamily="2" charset="-78"/>
                        </a:rPr>
                        <a:t>المحامل الانحنائية</a:t>
                      </a:r>
                    </a:p>
                  </a:txBody>
                  <a:tcPr/>
                </a:tc>
                <a:tc>
                  <a:txBody>
                    <a:bodyPr/>
                    <a:lstStyle/>
                    <a:p>
                      <a:pPr rtl="1"/>
                      <a:r>
                        <a:rPr lang="ar" sz="1600">
                          <a:latin typeface="Sakkal Majalla" panose="02000000000000000000" pitchFamily="2" charset="-78"/>
                          <a:cs typeface="Sakkal Majalla" panose="02000000000000000000" pitchFamily="2" charset="-78"/>
                        </a:rPr>
                        <a:t>يستخدم هذا النوع من المحامل الانحناء أو الثني لتوفير الدعم. حيث يوفر تحكمًا دقيقًا في الحركة وصلابة عالية.</a:t>
                      </a:r>
                    </a:p>
                  </a:txBody>
                  <a:tcPr/>
                </a:tc>
                <a:tc>
                  <a:txBody>
                    <a:bodyPr/>
                    <a:lstStyle/>
                    <a:p>
                      <a:pPr rtl="1"/>
                      <a:r>
                        <a:rPr lang="ar" sz="1600" dirty="0">
                          <a:latin typeface="Sakkal Majalla" panose="02000000000000000000" pitchFamily="2" charset="-78"/>
                          <a:cs typeface="Sakkal Majalla" panose="02000000000000000000" pitchFamily="2" charset="-78"/>
                        </a:rPr>
                        <a:t>تطبيقات الفضاء والأنظمة البصرية</a:t>
                      </a:r>
                    </a:p>
                  </a:txBody>
                  <a:tcPr/>
                </a:tc>
                <a:extLst>
                  <a:ext uri="{0D108BD9-81ED-4DB2-BD59-A6C34878D82A}">
                    <a16:rowId xmlns:a16="http://schemas.microsoft.com/office/drawing/2014/main" val="226299037"/>
                  </a:ext>
                </a:extLst>
              </a:tr>
              <a:tr h="370840">
                <a:tc>
                  <a:txBody>
                    <a:bodyPr/>
                    <a:lstStyle/>
                    <a:p>
                      <a:pPr rtl="1"/>
                      <a:r>
                        <a:rPr lang="ar" sz="1600">
                          <a:latin typeface="Sakkal Majalla" panose="02000000000000000000" pitchFamily="2" charset="-78"/>
                          <a:cs typeface="Sakkal Majalla" panose="02000000000000000000" pitchFamily="2" charset="-78"/>
                        </a:rPr>
                        <a:t>المحامل الأسطوانية</a:t>
                      </a:r>
                    </a:p>
                  </a:txBody>
                  <a:tcPr/>
                </a:tc>
                <a:tc>
                  <a:txBody>
                    <a:bodyPr/>
                    <a:lstStyle/>
                    <a:p>
                      <a:pPr rtl="1"/>
                      <a:r>
                        <a:rPr lang="ar" sz="1600">
                          <a:latin typeface="Sakkal Majalla" panose="02000000000000000000" pitchFamily="2" charset="-78"/>
                          <a:cs typeface="Sakkal Majalla" panose="02000000000000000000" pitchFamily="2" charset="-78"/>
                        </a:rPr>
                        <a:t>تُستخدم عناصر الدرفلة مثل الكرات أو الأسطوانات أو البكرات المدببة لتقليل الاحتكاك ودعم الأحمال الثقيلة.</a:t>
                      </a:r>
                    </a:p>
                  </a:txBody>
                  <a:tcPr/>
                </a:tc>
                <a:tc>
                  <a:txBody>
                    <a:bodyPr/>
                    <a:lstStyle/>
                    <a:p>
                      <a:pPr rtl="1"/>
                      <a:r>
                        <a:rPr lang="ar" sz="1600" dirty="0">
                          <a:latin typeface="Sakkal Majalla" panose="02000000000000000000" pitchFamily="2" charset="-78"/>
                          <a:cs typeface="Sakkal Majalla" panose="02000000000000000000" pitchFamily="2" charset="-78"/>
                        </a:rPr>
                        <a:t>عجلات السيارات وأنظمة النقل</a:t>
                      </a:r>
                    </a:p>
                  </a:txBody>
                  <a:tcPr/>
                </a:tc>
                <a:extLst>
                  <a:ext uri="{0D108BD9-81ED-4DB2-BD59-A6C34878D82A}">
                    <a16:rowId xmlns:a16="http://schemas.microsoft.com/office/drawing/2014/main" val="2385361258"/>
                  </a:ext>
                </a:extLst>
              </a:tr>
            </a:tbl>
          </a:graphicData>
        </a:graphic>
      </p:graphicFrame>
      <p:sp>
        <p:nvSpPr>
          <p:cNvPr id="2" name="Footer Placeholder 2">
            <a:extLst>
              <a:ext uri="{FF2B5EF4-FFF2-40B4-BE49-F238E27FC236}">
                <a16:creationId xmlns:a16="http://schemas.microsoft.com/office/drawing/2014/main" id="{D2314B41-1B6A-C73C-2DC6-A30E1BC1D224}"/>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A103000399215</a:t>
            </a:r>
            <a:endParaRPr lang="ar" sz="1000" dirty="0"/>
          </a:p>
        </p:txBody>
      </p:sp>
    </p:spTree>
    <p:extLst>
      <p:ext uri="{BB962C8B-B14F-4D97-AF65-F5344CB8AC3E}">
        <p14:creationId xmlns:p14="http://schemas.microsoft.com/office/powerpoint/2010/main" val="4259004274"/>
      </p:ext>
    </p:extLst>
  </p:cSld>
  <p:clrMapOvr>
    <a:masterClrMapping/>
  </p:clrMapOvr>
  <p:transition>
    <p:sndAc>
      <p:stSnd>
        <p:snd r:embed="rId3"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724128" y="332656"/>
            <a:ext cx="3373119"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ب2 المحامل غير تلامسية</a:t>
            </a:r>
          </a:p>
        </p:txBody>
      </p:sp>
      <p:graphicFrame>
        <p:nvGraphicFramePr>
          <p:cNvPr id="3" name="Table 3">
            <a:extLst>
              <a:ext uri="{FF2B5EF4-FFF2-40B4-BE49-F238E27FC236}">
                <a16:creationId xmlns:a16="http://schemas.microsoft.com/office/drawing/2014/main" id="{DD0A3D70-6262-4DFF-B92E-DE6E44976B4E}"/>
              </a:ext>
            </a:extLst>
          </p:cNvPr>
          <p:cNvGraphicFramePr>
            <a:graphicFrameLocks noGrp="1"/>
          </p:cNvGraphicFramePr>
          <p:nvPr>
            <p:extLst>
              <p:ext uri="{D42A27DB-BD31-4B8C-83A1-F6EECF244321}">
                <p14:modId xmlns:p14="http://schemas.microsoft.com/office/powerpoint/2010/main" val="1147145336"/>
              </p:ext>
            </p:extLst>
          </p:nvPr>
        </p:nvGraphicFramePr>
        <p:xfrm>
          <a:off x="323528" y="1747520"/>
          <a:ext cx="8496945" cy="1407160"/>
        </p:xfrm>
        <a:graphic>
          <a:graphicData uri="http://schemas.openxmlformats.org/drawingml/2006/table">
            <a:tbl>
              <a:tblPr rtl="1" firstRow="1" bandRow="1">
                <a:tableStyleId>{073A0DAA-6AF3-43AB-8588-CEC1D06C72B9}</a:tableStyleId>
              </a:tblPr>
              <a:tblGrid>
                <a:gridCol w="2016225">
                  <a:extLst>
                    <a:ext uri="{9D8B030D-6E8A-4147-A177-3AD203B41FA5}">
                      <a16:colId xmlns:a16="http://schemas.microsoft.com/office/drawing/2014/main" val="1132386428"/>
                    </a:ext>
                  </a:extLst>
                </a:gridCol>
                <a:gridCol w="3648405">
                  <a:extLst>
                    <a:ext uri="{9D8B030D-6E8A-4147-A177-3AD203B41FA5}">
                      <a16:colId xmlns:a16="http://schemas.microsoft.com/office/drawing/2014/main" val="2521961972"/>
                    </a:ext>
                  </a:extLst>
                </a:gridCol>
                <a:gridCol w="2832315">
                  <a:extLst>
                    <a:ext uri="{9D8B030D-6E8A-4147-A177-3AD203B41FA5}">
                      <a16:colId xmlns:a16="http://schemas.microsoft.com/office/drawing/2014/main" val="2917905868"/>
                    </a:ext>
                  </a:extLst>
                </a:gridCol>
              </a:tblGrid>
              <a:tr h="370840">
                <a:tc>
                  <a:txBody>
                    <a:bodyPr/>
                    <a:lstStyle/>
                    <a:p>
                      <a:pPr rtl="1"/>
                      <a:r>
                        <a:rPr lang="ar" sz="1400">
                          <a:latin typeface="Sakkal Majalla" panose="02000000000000000000" pitchFamily="2" charset="-78"/>
                          <a:cs typeface="Sakkal Majalla" panose="02000000000000000000" pitchFamily="2" charset="-78"/>
                        </a:rPr>
                        <a:t>النوع</a:t>
                      </a:r>
                    </a:p>
                  </a:txBody>
                  <a:tcPr/>
                </a:tc>
                <a:tc>
                  <a:txBody>
                    <a:bodyPr/>
                    <a:lstStyle/>
                    <a:p>
                      <a:pPr rtl="1"/>
                      <a:r>
                        <a:rPr lang="ar" sz="1400">
                          <a:latin typeface="Sakkal Majalla" panose="02000000000000000000" pitchFamily="2" charset="-78"/>
                          <a:cs typeface="Sakkal Majalla" panose="02000000000000000000" pitchFamily="2" charset="-78"/>
                        </a:rPr>
                        <a:t>الوصف</a:t>
                      </a:r>
                    </a:p>
                  </a:txBody>
                  <a:tcPr/>
                </a:tc>
                <a:tc>
                  <a:txBody>
                    <a:bodyPr/>
                    <a:lstStyle/>
                    <a:p>
                      <a:pPr rtl="1"/>
                      <a:r>
                        <a:rPr lang="ar" sz="1400" dirty="0">
                          <a:latin typeface="Sakkal Majalla" panose="02000000000000000000" pitchFamily="2" charset="-78"/>
                          <a:cs typeface="Sakkal Majalla" panose="02000000000000000000" pitchFamily="2" charset="-78"/>
                        </a:rPr>
                        <a:t>الاستخدامات الشائعة</a:t>
                      </a:r>
                    </a:p>
                  </a:txBody>
                  <a:tcPr/>
                </a:tc>
                <a:extLst>
                  <a:ext uri="{0D108BD9-81ED-4DB2-BD59-A6C34878D82A}">
                    <a16:rowId xmlns:a16="http://schemas.microsoft.com/office/drawing/2014/main" val="426709752"/>
                  </a:ext>
                </a:extLst>
              </a:tr>
              <a:tr h="370840">
                <a:tc>
                  <a:txBody>
                    <a:bodyPr/>
                    <a:lstStyle/>
                    <a:p>
                      <a:pPr rtl="1"/>
                      <a:r>
                        <a:rPr lang="ar" sz="1400">
                          <a:latin typeface="Sakkal Majalla" panose="02000000000000000000" pitchFamily="2" charset="-78"/>
                          <a:cs typeface="Sakkal Majalla" panose="02000000000000000000" pitchFamily="2" charset="-78"/>
                        </a:rPr>
                        <a:t>المحامل المائعة</a:t>
                      </a:r>
                    </a:p>
                  </a:txBody>
                  <a:tcPr/>
                </a:tc>
                <a:tc>
                  <a:txBody>
                    <a:bodyPr/>
                    <a:lstStyle/>
                    <a:p>
                      <a:pPr rtl="1"/>
                      <a:r>
                        <a:rPr lang="ar" sz="1400">
                          <a:latin typeface="Sakkal Majalla" panose="02000000000000000000" pitchFamily="2" charset="-78"/>
                          <a:cs typeface="Sakkal Majalla" panose="02000000000000000000" pitchFamily="2" charset="-78"/>
                        </a:rPr>
                        <a:t>يستخدم هذا النوع من المحامل طبقة رقيقة من السوائل لفصل الأجزاء المتحركة. حيث يوفر احتكاكًا منخفضًا ودقة عالية.</a:t>
                      </a:r>
                    </a:p>
                  </a:txBody>
                  <a:tcPr/>
                </a:tc>
                <a:tc>
                  <a:txBody>
                    <a:bodyPr/>
                    <a:lstStyle/>
                    <a:p>
                      <a:pPr rtl="1"/>
                      <a:r>
                        <a:rPr lang="ar" sz="1400" dirty="0">
                          <a:latin typeface="Sakkal Majalla" panose="02000000000000000000" pitchFamily="2" charset="-78"/>
                          <a:cs typeface="Sakkal Majalla" panose="02000000000000000000" pitchFamily="2" charset="-78"/>
                        </a:rPr>
                        <a:t>محركات الأقراص الصلبة والشواحن التوربينية</a:t>
                      </a:r>
                    </a:p>
                  </a:txBody>
                  <a:tcPr/>
                </a:tc>
                <a:extLst>
                  <a:ext uri="{0D108BD9-81ED-4DB2-BD59-A6C34878D82A}">
                    <a16:rowId xmlns:a16="http://schemas.microsoft.com/office/drawing/2014/main" val="404297743"/>
                  </a:ext>
                </a:extLst>
              </a:tr>
              <a:tr h="370840">
                <a:tc>
                  <a:txBody>
                    <a:bodyPr/>
                    <a:lstStyle/>
                    <a:p>
                      <a:pPr rtl="1"/>
                      <a:r>
                        <a:rPr lang="ar" sz="1400">
                          <a:latin typeface="Sakkal Majalla" panose="02000000000000000000" pitchFamily="2" charset="-78"/>
                          <a:cs typeface="Sakkal Majalla" panose="02000000000000000000" pitchFamily="2" charset="-78"/>
                        </a:rPr>
                        <a:t>المحامل المغناطيسية</a:t>
                      </a:r>
                    </a:p>
                  </a:txBody>
                  <a:tcPr/>
                </a:tc>
                <a:tc>
                  <a:txBody>
                    <a:bodyPr/>
                    <a:lstStyle/>
                    <a:p>
                      <a:pPr rtl="1"/>
                      <a:r>
                        <a:rPr lang="ar" sz="1400">
                          <a:latin typeface="Sakkal Majalla" panose="02000000000000000000" pitchFamily="2" charset="-78"/>
                          <a:cs typeface="Sakkal Majalla" panose="02000000000000000000" pitchFamily="2" charset="-78"/>
                        </a:rPr>
                        <a:t>يستخدم هذا النوع من المحامل المجالات المغناطيسية لرفع العمود الدوار ودعمه. حيث تقدم تشغيلًا عالي السرعة وصيانة منخفضة.</a:t>
                      </a:r>
                    </a:p>
                  </a:txBody>
                  <a:tcPr/>
                </a:tc>
                <a:tc>
                  <a:txBody>
                    <a:bodyPr/>
                    <a:lstStyle/>
                    <a:p>
                      <a:pPr rtl="1"/>
                      <a:r>
                        <a:rPr lang="ar" sz="1400" dirty="0">
                          <a:latin typeface="Sakkal Majalla" panose="02000000000000000000" pitchFamily="2" charset="-78"/>
                          <a:cs typeface="Sakkal Majalla" panose="02000000000000000000" pitchFamily="2" charset="-78"/>
                        </a:rPr>
                        <a:t>الآلات التوربينية والقطارات عالية السرعة</a:t>
                      </a:r>
                    </a:p>
                  </a:txBody>
                  <a:tcPr/>
                </a:tc>
                <a:extLst>
                  <a:ext uri="{0D108BD9-81ED-4DB2-BD59-A6C34878D82A}">
                    <a16:rowId xmlns:a16="http://schemas.microsoft.com/office/drawing/2014/main" val="226299037"/>
                  </a:ext>
                </a:extLst>
              </a:tr>
            </a:tbl>
          </a:graphicData>
        </a:graphic>
      </p:graphicFrame>
      <p:sp>
        <p:nvSpPr>
          <p:cNvPr id="7" name="Rectangle 1">
            <a:extLst>
              <a:ext uri="{FF2B5EF4-FFF2-40B4-BE49-F238E27FC236}">
                <a16:creationId xmlns:a16="http://schemas.microsoft.com/office/drawing/2014/main" id="{4BBE31A0-A0A0-44E0-879C-A6DC88994877}"/>
              </a:ext>
            </a:extLst>
          </p:cNvPr>
          <p:cNvSpPr>
            <a:spLocks noChangeArrowheads="1"/>
          </p:cNvSpPr>
          <p:nvPr/>
        </p:nvSpPr>
        <p:spPr bwMode="auto">
          <a:xfrm>
            <a:off x="5796136" y="3906514"/>
            <a:ext cx="3024337" cy="216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1600" b="1" dirty="0">
                <a:latin typeface="Sakkal Majalla" panose="02000000000000000000" pitchFamily="2" charset="-78"/>
                <a:cs typeface="Sakkal Majalla" panose="02000000000000000000" pitchFamily="2" charset="-78"/>
              </a:rPr>
              <a:t>استخدامات أخرى للمحامل</a:t>
            </a:r>
          </a:p>
        </p:txBody>
      </p:sp>
      <p:sp>
        <p:nvSpPr>
          <p:cNvPr id="8" name="TextBox 7">
            <a:extLst>
              <a:ext uri="{FF2B5EF4-FFF2-40B4-BE49-F238E27FC236}">
                <a16:creationId xmlns:a16="http://schemas.microsoft.com/office/drawing/2014/main" id="{8956F1C0-BD94-421E-BCB2-C197D146FC7E}"/>
              </a:ext>
            </a:extLst>
          </p:cNvPr>
          <p:cNvSpPr txBox="1"/>
          <p:nvPr/>
        </p:nvSpPr>
        <p:spPr>
          <a:xfrm>
            <a:off x="5004048" y="4203284"/>
            <a:ext cx="3733738" cy="1938992"/>
          </a:xfrm>
          <a:prstGeom prst="rect">
            <a:avLst/>
          </a:prstGeom>
          <a:noFill/>
        </p:spPr>
        <p:txBody>
          <a:bodyPr wrap="square" rtlCol="1">
            <a:spAutoFit/>
          </a:bodyPr>
          <a:lstStyle/>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محركات الاحتراق الداخلي</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المحركات الكهربائية</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نواقل الحركة</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المضخات</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التوربينات</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المشغلات</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الضواغط</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القوابض</a:t>
            </a:r>
          </a:p>
        </p:txBody>
      </p:sp>
      <p:sp>
        <p:nvSpPr>
          <p:cNvPr id="2" name="Footer Placeholder 2">
            <a:extLst>
              <a:ext uri="{FF2B5EF4-FFF2-40B4-BE49-F238E27FC236}">
                <a16:creationId xmlns:a16="http://schemas.microsoft.com/office/drawing/2014/main" id="{4AC27EFC-7DC1-D5C4-727B-F05B36D54447}"/>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A103000399215</a:t>
            </a:r>
            <a:endParaRPr lang="ar" sz="1000" dirty="0"/>
          </a:p>
        </p:txBody>
      </p:sp>
    </p:spTree>
    <p:extLst>
      <p:ext uri="{BB962C8B-B14F-4D97-AF65-F5344CB8AC3E}">
        <p14:creationId xmlns:p14="http://schemas.microsoft.com/office/powerpoint/2010/main" val="547425809"/>
      </p:ext>
    </p:extLst>
  </p:cSld>
  <p:clrMapOvr>
    <a:masterClrMapping/>
  </p:clrMapOvr>
  <p:transition>
    <p:sndAc>
      <p:stSnd>
        <p:snd r:embed="rId3"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508104" y="332656"/>
            <a:ext cx="3589143"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المواد المستخدمة في المحامل</a:t>
            </a:r>
          </a:p>
        </p:txBody>
      </p:sp>
      <p:graphicFrame>
        <p:nvGraphicFramePr>
          <p:cNvPr id="2" name="Table 2">
            <a:extLst>
              <a:ext uri="{FF2B5EF4-FFF2-40B4-BE49-F238E27FC236}">
                <a16:creationId xmlns:a16="http://schemas.microsoft.com/office/drawing/2014/main" id="{8C0D44AE-6F08-4406-8294-E5A20F1AEC15}"/>
              </a:ext>
            </a:extLst>
          </p:cNvPr>
          <p:cNvGraphicFramePr>
            <a:graphicFrameLocks noGrp="1"/>
          </p:cNvGraphicFramePr>
          <p:nvPr>
            <p:extLst>
              <p:ext uri="{D42A27DB-BD31-4B8C-83A1-F6EECF244321}">
                <p14:modId xmlns:p14="http://schemas.microsoft.com/office/powerpoint/2010/main" val="1887510687"/>
              </p:ext>
            </p:extLst>
          </p:nvPr>
        </p:nvGraphicFramePr>
        <p:xfrm>
          <a:off x="359532" y="1844824"/>
          <a:ext cx="8424936" cy="3444240"/>
        </p:xfrm>
        <a:graphic>
          <a:graphicData uri="http://schemas.openxmlformats.org/drawingml/2006/table">
            <a:tbl>
              <a:tblPr rtl="1" firstRow="1" bandRow="1">
                <a:tableStyleId>{073A0DAA-6AF3-43AB-8588-CEC1D06C72B9}</a:tableStyleId>
              </a:tblPr>
              <a:tblGrid>
                <a:gridCol w="4212468">
                  <a:extLst>
                    <a:ext uri="{9D8B030D-6E8A-4147-A177-3AD203B41FA5}">
                      <a16:colId xmlns:a16="http://schemas.microsoft.com/office/drawing/2014/main" val="2591053232"/>
                    </a:ext>
                  </a:extLst>
                </a:gridCol>
                <a:gridCol w="4212468">
                  <a:extLst>
                    <a:ext uri="{9D8B030D-6E8A-4147-A177-3AD203B41FA5}">
                      <a16:colId xmlns:a16="http://schemas.microsoft.com/office/drawing/2014/main" val="2207710694"/>
                    </a:ext>
                  </a:extLst>
                </a:gridCol>
              </a:tblGrid>
              <a:tr h="226824">
                <a:tc>
                  <a:txBody>
                    <a:bodyPr/>
                    <a:lstStyle/>
                    <a:p>
                      <a:pPr rtl="1"/>
                      <a:r>
                        <a:rPr lang="ar" sz="1600" b="1" dirty="0">
                          <a:effectLst/>
                          <a:latin typeface="Sakkal Majalla" panose="02000000000000000000" pitchFamily="2" charset="-78"/>
                          <a:cs typeface="Sakkal Majalla" panose="02000000000000000000" pitchFamily="2" charset="-78"/>
                        </a:rPr>
                        <a:t>الفولاذ</a:t>
                      </a:r>
                    </a:p>
                    <a:p>
                      <a:pPr rtl="1"/>
                      <a:endParaRPr lang="en-GB" sz="1600" b="1" dirty="0">
                        <a:latin typeface="Sakkal Majalla" panose="02000000000000000000" pitchFamily="2" charset="-78"/>
                        <a:cs typeface="Sakkal Majalla" panose="02000000000000000000" pitchFamily="2" charset="-78"/>
                      </a:endParaRPr>
                    </a:p>
                    <a:p>
                      <a:pPr rtl="1"/>
                      <a:r>
                        <a:rPr lang="ar" sz="1600" b="0" dirty="0">
                          <a:effectLst/>
                          <a:latin typeface="Sakkal Majalla" panose="02000000000000000000" pitchFamily="2" charset="-78"/>
                          <a:cs typeface="Sakkal Majalla" panose="02000000000000000000" pitchFamily="2" charset="-78"/>
                        </a:rPr>
                        <a:t>يُستخدم في نطاق واسع بفضل قوته العالية ومتانته.</a:t>
                      </a:r>
                    </a:p>
                    <a:p>
                      <a:pPr rtl="1"/>
                      <a:endParaRPr lang="en-GB" sz="1600" dirty="0">
                        <a:latin typeface="Sakkal Majalla" panose="02000000000000000000" pitchFamily="2" charset="-78"/>
                        <a:cs typeface="Sakkal Majalla" panose="02000000000000000000" pitchFamily="2" charset="-78"/>
                      </a:endParaRPr>
                    </a:p>
                  </a:txBody>
                  <a:tcPr/>
                </a:tc>
                <a:tc>
                  <a:txBody>
                    <a:bodyPr/>
                    <a:lstStyle/>
                    <a:p>
                      <a:pPr rtl="1"/>
                      <a:r>
                        <a:rPr lang="ar" sz="1600" b="1" dirty="0">
                          <a:effectLst/>
                          <a:latin typeface="Sakkal Majalla" panose="02000000000000000000" pitchFamily="2" charset="-78"/>
                          <a:cs typeface="Sakkal Majalla" panose="02000000000000000000" pitchFamily="2" charset="-78"/>
                        </a:rPr>
                        <a:t>مركبات السيراميك</a:t>
                      </a:r>
                    </a:p>
                    <a:p>
                      <a:pPr rtl="1"/>
                      <a:endParaRPr lang="en-GB" sz="1600" b="1" dirty="0">
                        <a:latin typeface="Sakkal Majalla" panose="02000000000000000000" pitchFamily="2" charset="-78"/>
                        <a:cs typeface="Sakkal Majalla" panose="02000000000000000000" pitchFamily="2" charset="-78"/>
                      </a:endParaRPr>
                    </a:p>
                    <a:p>
                      <a:pPr rtl="1"/>
                      <a:r>
                        <a:rPr lang="ar" sz="1600" b="0" dirty="0">
                          <a:effectLst/>
                          <a:latin typeface="Sakkal Majalla" panose="02000000000000000000" pitchFamily="2" charset="-78"/>
                          <a:cs typeface="Sakkal Majalla" panose="02000000000000000000" pitchFamily="2" charset="-78"/>
                        </a:rPr>
                        <a:t>تتميز المحامل السيراميكية بمزايا متعددة مثل مقاومة درجات الحرارة العالية والاحتكاك المنخفض.</a:t>
                      </a:r>
                    </a:p>
                  </a:txBody>
                  <a:tcPr/>
                </a:tc>
                <a:extLst>
                  <a:ext uri="{0D108BD9-81ED-4DB2-BD59-A6C34878D82A}">
                    <a16:rowId xmlns:a16="http://schemas.microsoft.com/office/drawing/2014/main" val="1719053333"/>
                  </a:ext>
                </a:extLst>
              </a:tr>
              <a:tr h="370840">
                <a:tc>
                  <a:txBody>
                    <a:bodyPr/>
                    <a:lstStyle/>
                    <a:p>
                      <a:pPr rtl="1"/>
                      <a:r>
                        <a:rPr lang="ar" sz="1600" b="1" dirty="0">
                          <a:effectLst/>
                          <a:latin typeface="Sakkal Majalla" panose="02000000000000000000" pitchFamily="2" charset="-78"/>
                          <a:cs typeface="Sakkal Majalla" panose="02000000000000000000" pitchFamily="2" charset="-78"/>
                        </a:rPr>
                        <a:t>البرونز</a:t>
                      </a:r>
                    </a:p>
                    <a:p>
                      <a:pPr rtl="1"/>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تتميز المحامل البرونزية بمقاومتها الممتازة للتآكل وقدرتها على تحمل الأحمال الثقيلة.</a:t>
                      </a:r>
                    </a:p>
                    <a:p>
                      <a:pPr rtl="1"/>
                      <a:endParaRPr lang="en-GB" sz="1600" dirty="0">
                        <a:latin typeface="Sakkal Majalla" panose="02000000000000000000" pitchFamily="2" charset="-78"/>
                        <a:cs typeface="Sakkal Majalla" panose="02000000000000000000" pitchFamily="2" charset="-78"/>
                      </a:endParaRPr>
                    </a:p>
                  </a:txBody>
                  <a:tcPr/>
                </a:tc>
                <a:tc>
                  <a:txBody>
                    <a:bodyPr/>
                    <a:lstStyle/>
                    <a:p>
                      <a:pPr rtl="1"/>
                      <a:r>
                        <a:rPr lang="ar" sz="1600" b="1" dirty="0">
                          <a:effectLst/>
                          <a:latin typeface="Sakkal Majalla" panose="02000000000000000000" pitchFamily="2" charset="-78"/>
                          <a:cs typeface="Sakkal Majalla" panose="02000000000000000000" pitchFamily="2" charset="-78"/>
                        </a:rPr>
                        <a:t>المعادن الملبدة</a:t>
                      </a:r>
                    </a:p>
                    <a:p>
                      <a:pPr rtl="1"/>
                      <a:endParaRPr lang="en-GB" sz="1600" b="1" dirty="0">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تُصنع المحامل الملبدة عن طريق ضغط المعدن المسحوق وتستخدم بشكل شائع في الاستخدامات التي تتطلب التشحيم الذاتي.</a:t>
                      </a:r>
                    </a:p>
                  </a:txBody>
                  <a:tcPr/>
                </a:tc>
                <a:extLst>
                  <a:ext uri="{0D108BD9-81ED-4DB2-BD59-A6C34878D82A}">
                    <a16:rowId xmlns:a16="http://schemas.microsoft.com/office/drawing/2014/main" val="3746613785"/>
                  </a:ext>
                </a:extLst>
              </a:tr>
              <a:tr h="370840">
                <a:tc>
                  <a:txBody>
                    <a:bodyPr/>
                    <a:lstStyle/>
                    <a:p>
                      <a:pPr rtl="1"/>
                      <a:r>
                        <a:rPr lang="ar" sz="1600" b="1">
                          <a:effectLst/>
                          <a:latin typeface="Sakkal Majalla" panose="02000000000000000000" pitchFamily="2" charset="-78"/>
                          <a:cs typeface="Sakkal Majalla" panose="02000000000000000000" pitchFamily="2" charset="-78"/>
                        </a:rPr>
                        <a:t>النايلون</a:t>
                      </a:r>
                    </a:p>
                    <a:p>
                      <a:pPr rtl="1"/>
                      <a:endParaRPr lang="en-GB" sz="1600" b="1" dirty="0">
                        <a:latin typeface="Sakkal Majalla" panose="02000000000000000000" pitchFamily="2" charset="-78"/>
                        <a:cs typeface="Sakkal Majalla" panose="02000000000000000000" pitchFamily="2" charset="-78"/>
                      </a:endParaRPr>
                    </a:p>
                    <a:p>
                      <a:pPr rtl="1"/>
                      <a:r>
                        <a:rPr lang="ar" sz="1600">
                          <a:effectLst/>
                          <a:latin typeface="Sakkal Majalla" panose="02000000000000000000" pitchFamily="2" charset="-78"/>
                          <a:cs typeface="Sakkal Majalla" panose="02000000000000000000" pitchFamily="2" charset="-78"/>
                        </a:rPr>
                        <a:t>محامل النايلون خفيفة الوزن ومقاومة للتآكل ولها قوة تأثير جيدة.</a:t>
                      </a:r>
                    </a:p>
                  </a:txBody>
                  <a:tcPr/>
                </a:tc>
                <a:tc>
                  <a:txBody>
                    <a:bodyPr/>
                    <a:lstStyle/>
                    <a:p>
                      <a:pPr rtl="1"/>
                      <a:r>
                        <a:rPr lang="ar" sz="1600" b="1" dirty="0">
                          <a:effectLst/>
                          <a:latin typeface="Sakkal Majalla" panose="02000000000000000000" pitchFamily="2" charset="-78"/>
                          <a:cs typeface="Sakkal Majalla" panose="02000000000000000000" pitchFamily="2" charset="-78"/>
                        </a:rPr>
                        <a:t>البولي تترافلوروإيثيلين</a:t>
                      </a:r>
                    </a:p>
                    <a:p>
                      <a:pPr rtl="1"/>
                      <a:endParaRPr lang="en-GB" sz="1600" b="1" dirty="0">
                        <a:latin typeface="Sakkal Majalla" panose="02000000000000000000" pitchFamily="2" charset="-78"/>
                        <a:cs typeface="Sakkal Majalla" panose="02000000000000000000" pitchFamily="2" charset="-78"/>
                      </a:endParaRPr>
                    </a:p>
                    <a:p>
                      <a:pPr rtl="1"/>
                      <a:r>
                        <a:rPr lang="ar" sz="1600" b="0" i="0" kern="1200" dirty="0">
                          <a:solidFill>
                            <a:schemeClr val="dk1"/>
                          </a:solidFill>
                          <a:effectLst/>
                          <a:latin typeface="Sakkal Majalla" panose="02000000000000000000" pitchFamily="2" charset="-78"/>
                          <a:ea typeface="+mn-ea"/>
                          <a:cs typeface="Sakkal Majalla" panose="02000000000000000000" pitchFamily="2" charset="-78"/>
                        </a:rPr>
                        <a:t>تتميز محامل البولي تترافلوروإيثيلين (</a:t>
                      </a:r>
                      <a:r>
                        <a:rPr lang="ar" sz="1600" dirty="0">
                          <a:effectLst/>
                          <a:latin typeface="Sakkal Majalla" panose="02000000000000000000" pitchFamily="2" charset="-78"/>
                          <a:cs typeface="Sakkal Majalla" panose="02000000000000000000" pitchFamily="2" charset="-78"/>
                        </a:rPr>
                        <a:t>PTFE) باحتكاك منخفض ومقاومة درجات الحرارة العالية ومقاومة كيميائية ممتازة.</a:t>
                      </a:r>
                    </a:p>
                  </a:txBody>
                  <a:tcPr/>
                </a:tc>
                <a:extLst>
                  <a:ext uri="{0D108BD9-81ED-4DB2-BD59-A6C34878D82A}">
                    <a16:rowId xmlns:a16="http://schemas.microsoft.com/office/drawing/2014/main" val="1409828491"/>
                  </a:ext>
                </a:extLst>
              </a:tr>
            </a:tbl>
          </a:graphicData>
        </a:graphic>
      </p:graphicFrame>
      <p:sp>
        <p:nvSpPr>
          <p:cNvPr id="3" name="Footer Placeholder 2">
            <a:extLst>
              <a:ext uri="{FF2B5EF4-FFF2-40B4-BE49-F238E27FC236}">
                <a16:creationId xmlns:a16="http://schemas.microsoft.com/office/drawing/2014/main" id="{7D1E2551-4AE7-AD7B-A69C-7428DC509E71}"/>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A103000399215</a:t>
            </a:r>
            <a:endParaRPr lang="ar" sz="1000" dirty="0"/>
          </a:p>
        </p:txBody>
      </p:sp>
    </p:spTree>
    <p:extLst>
      <p:ext uri="{BB962C8B-B14F-4D97-AF65-F5344CB8AC3E}">
        <p14:creationId xmlns:p14="http://schemas.microsoft.com/office/powerpoint/2010/main" val="3103237433"/>
      </p:ext>
    </p:extLst>
  </p:cSld>
  <p:clrMapOvr>
    <a:masterClrMapping/>
  </p:clrMapOvr>
  <p:transition>
    <p:sndAc>
      <p:stSnd>
        <p:snd r:embed="rId3"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6012160" y="332656"/>
            <a:ext cx="3085087"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معايير الاستخدام</a:t>
            </a:r>
          </a:p>
        </p:txBody>
      </p:sp>
      <p:sp>
        <p:nvSpPr>
          <p:cNvPr id="5" name="TextBox 4">
            <a:extLst>
              <a:ext uri="{FF2B5EF4-FFF2-40B4-BE49-F238E27FC236}">
                <a16:creationId xmlns:a16="http://schemas.microsoft.com/office/drawing/2014/main" id="{9A082948-2DA2-41A3-B7C2-BDDFB482D7CB}"/>
              </a:ext>
            </a:extLst>
          </p:cNvPr>
          <p:cNvSpPr txBox="1"/>
          <p:nvPr/>
        </p:nvSpPr>
        <p:spPr>
          <a:xfrm>
            <a:off x="179512" y="1828269"/>
            <a:ext cx="3960440" cy="3554819"/>
          </a:xfrm>
          <a:prstGeom prst="rect">
            <a:avLst/>
          </a:prstGeom>
          <a:noFill/>
        </p:spPr>
        <p:txBody>
          <a:bodyPr wrap="square" rtlCol="1">
            <a:spAutoFit/>
          </a:bodyPr>
          <a:lstStyle/>
          <a:p>
            <a:pPr rtl="1"/>
            <a:r>
              <a:rPr lang="ar" sz="1500" b="1" dirty="0">
                <a:effectLst/>
                <a:latin typeface="Sakkal Majalla" panose="02000000000000000000" pitchFamily="2" charset="-78"/>
                <a:cs typeface="Sakkal Majalla" panose="02000000000000000000" pitchFamily="2" charset="-78"/>
              </a:rPr>
              <a:t>سرعة منخفضة وعالية</a:t>
            </a:r>
            <a:endParaRPr lang="en-GB" sz="1500" b="1" dirty="0">
              <a:latin typeface="Sakkal Majalla" panose="02000000000000000000" pitchFamily="2" charset="-78"/>
              <a:cs typeface="Sakkal Majalla" panose="02000000000000000000" pitchFamily="2" charset="-78"/>
            </a:endParaRPr>
          </a:p>
          <a:p>
            <a:pPr rtl="1"/>
            <a:r>
              <a:rPr lang="ar" sz="1500" dirty="0">
                <a:effectLst/>
                <a:latin typeface="Sakkal Majalla" panose="02000000000000000000" pitchFamily="2" charset="-78"/>
                <a:cs typeface="Sakkal Majalla" panose="02000000000000000000" pitchFamily="2" charset="-78"/>
              </a:rPr>
              <a:t>يمكن تصميم المحامل لتعمل بكفاءة عند السرعات المنخفضة والعالية.</a:t>
            </a:r>
          </a:p>
          <a:p>
            <a:pPr rtl="1">
              <a:buFont typeface="Arial" panose="020B0604020202020204" pitchFamily="34" charset="0"/>
              <a:buChar char="•"/>
            </a:pPr>
            <a:endParaRPr lang="en-GB" sz="1500" dirty="0">
              <a:latin typeface="Sakkal Majalla" panose="02000000000000000000" pitchFamily="2" charset="-78"/>
              <a:cs typeface="Sakkal Majalla" panose="02000000000000000000" pitchFamily="2" charset="-78"/>
            </a:endParaRPr>
          </a:p>
          <a:p>
            <a:pPr rtl="1"/>
            <a:r>
              <a:rPr lang="ar" sz="1500" b="1" dirty="0">
                <a:effectLst/>
                <a:latin typeface="Sakkal Majalla" panose="02000000000000000000" pitchFamily="2" charset="-78"/>
                <a:cs typeface="Sakkal Majalla" panose="02000000000000000000" pitchFamily="2" charset="-78"/>
              </a:rPr>
              <a:t>التشغيل المستمر والمتقطع</a:t>
            </a:r>
            <a:endParaRPr lang="en-GB" sz="1500" b="1" dirty="0">
              <a:latin typeface="Sakkal Majalla" panose="02000000000000000000" pitchFamily="2" charset="-78"/>
              <a:cs typeface="Sakkal Majalla" panose="02000000000000000000" pitchFamily="2" charset="-78"/>
            </a:endParaRPr>
          </a:p>
          <a:p>
            <a:pPr rtl="1"/>
            <a:r>
              <a:rPr lang="ar" sz="1500" dirty="0">
                <a:effectLst/>
                <a:latin typeface="Sakkal Majalla" panose="02000000000000000000" pitchFamily="2" charset="-78"/>
                <a:cs typeface="Sakkal Majalla" panose="02000000000000000000" pitchFamily="2" charset="-78"/>
              </a:rPr>
              <a:t>يمكن تصميم المحامل لتحمل ظروف التشغيل المستمر أو المتقطع.</a:t>
            </a:r>
          </a:p>
          <a:p>
            <a:pPr rtl="1">
              <a:buFont typeface="Arial" panose="020B0604020202020204" pitchFamily="34" charset="0"/>
              <a:buChar char="•"/>
            </a:pPr>
            <a:endParaRPr lang="en-GB" sz="1500" dirty="0">
              <a:effectLst/>
              <a:latin typeface="Sakkal Majalla" panose="02000000000000000000" pitchFamily="2" charset="-78"/>
              <a:cs typeface="Sakkal Majalla" panose="02000000000000000000" pitchFamily="2" charset="-78"/>
            </a:endParaRPr>
          </a:p>
          <a:p>
            <a:pPr rtl="1"/>
            <a:r>
              <a:rPr lang="ar" sz="1500" b="1" dirty="0">
                <a:effectLst/>
                <a:latin typeface="Sakkal Majalla" panose="02000000000000000000" pitchFamily="2" charset="-78"/>
                <a:cs typeface="Sakkal Majalla" panose="02000000000000000000" pitchFamily="2" charset="-78"/>
              </a:rPr>
              <a:t>الأحمال الصغيرة والكبيرة</a:t>
            </a:r>
            <a:endParaRPr lang="en-GB" sz="1500" b="1" dirty="0">
              <a:latin typeface="Sakkal Majalla" panose="02000000000000000000" pitchFamily="2" charset="-78"/>
              <a:cs typeface="Sakkal Majalla" panose="02000000000000000000" pitchFamily="2" charset="-78"/>
            </a:endParaRPr>
          </a:p>
          <a:p>
            <a:pPr rtl="1"/>
            <a:r>
              <a:rPr lang="ar" sz="1500" dirty="0">
                <a:effectLst/>
                <a:latin typeface="Sakkal Majalla" panose="02000000000000000000" pitchFamily="2" charset="-78"/>
                <a:cs typeface="Sakkal Majalla" panose="02000000000000000000" pitchFamily="2" charset="-78"/>
              </a:rPr>
              <a:t>يمكن تصميم المحامل لتحمل الأحمال الصغيرة والكبيرة.</a:t>
            </a:r>
          </a:p>
          <a:p>
            <a:pPr rtl="1">
              <a:buFont typeface="Arial" panose="020B0604020202020204" pitchFamily="34" charset="0"/>
              <a:buChar char="•"/>
            </a:pPr>
            <a:endParaRPr lang="en-GB" sz="1500" dirty="0">
              <a:effectLst/>
              <a:latin typeface="Sakkal Majalla" panose="02000000000000000000" pitchFamily="2" charset="-78"/>
              <a:cs typeface="Sakkal Majalla" panose="02000000000000000000" pitchFamily="2" charset="-78"/>
            </a:endParaRPr>
          </a:p>
          <a:p>
            <a:pPr rtl="1"/>
            <a:r>
              <a:rPr lang="ar" sz="1500" b="1" dirty="0">
                <a:effectLst/>
                <a:latin typeface="Sakkal Majalla" panose="02000000000000000000" pitchFamily="2" charset="-78"/>
                <a:cs typeface="Sakkal Majalla" panose="02000000000000000000" pitchFamily="2" charset="-78"/>
              </a:rPr>
              <a:t>درجة الحرارة العالية</a:t>
            </a:r>
            <a:endParaRPr lang="en-GB" sz="1500" b="1" dirty="0">
              <a:latin typeface="Sakkal Majalla" panose="02000000000000000000" pitchFamily="2" charset="-78"/>
              <a:cs typeface="Sakkal Majalla" panose="02000000000000000000" pitchFamily="2" charset="-78"/>
            </a:endParaRPr>
          </a:p>
          <a:p>
            <a:pPr rtl="1"/>
            <a:r>
              <a:rPr lang="ar" sz="1500" dirty="0">
                <a:effectLst/>
                <a:latin typeface="Sakkal Majalla" panose="02000000000000000000" pitchFamily="2" charset="-78"/>
                <a:cs typeface="Sakkal Majalla" panose="02000000000000000000" pitchFamily="2" charset="-78"/>
              </a:rPr>
              <a:t>يمكن تصميم المحامل للعمل في البيئات ذات درجات الحرارة العالية.</a:t>
            </a:r>
          </a:p>
          <a:p>
            <a:pPr rtl="1">
              <a:buFont typeface="Arial" panose="020B0604020202020204" pitchFamily="34" charset="0"/>
              <a:buChar char="•"/>
            </a:pPr>
            <a:endParaRPr lang="en-GB" sz="1500" dirty="0">
              <a:latin typeface="Sakkal Majalla" panose="02000000000000000000" pitchFamily="2" charset="-78"/>
              <a:cs typeface="Sakkal Majalla" panose="02000000000000000000" pitchFamily="2" charset="-78"/>
            </a:endParaRPr>
          </a:p>
          <a:p>
            <a:pPr rtl="1"/>
            <a:r>
              <a:rPr lang="ar" sz="1500" b="1" dirty="0">
                <a:effectLst/>
                <a:latin typeface="Sakkal Majalla" panose="02000000000000000000" pitchFamily="2" charset="-78"/>
                <a:cs typeface="Sakkal Majalla" panose="02000000000000000000" pitchFamily="2" charset="-78"/>
              </a:rPr>
              <a:t>أحمال الصدمات</a:t>
            </a:r>
            <a:endParaRPr lang="en-GB" sz="1500" b="1" dirty="0">
              <a:latin typeface="Sakkal Majalla" panose="02000000000000000000" pitchFamily="2" charset="-78"/>
              <a:cs typeface="Sakkal Majalla" panose="02000000000000000000" pitchFamily="2" charset="-78"/>
            </a:endParaRPr>
          </a:p>
          <a:p>
            <a:pPr rtl="1"/>
            <a:r>
              <a:rPr lang="ar" sz="1500" dirty="0">
                <a:effectLst/>
                <a:latin typeface="Sakkal Majalla" panose="02000000000000000000" pitchFamily="2" charset="-78"/>
                <a:cs typeface="Sakkal Majalla" panose="02000000000000000000" pitchFamily="2" charset="-78"/>
              </a:rPr>
              <a:t>يمكن تصميم المحامل لتحمل أحمال الصدمات والقوى المؤثرة.</a:t>
            </a:r>
          </a:p>
          <a:p>
            <a:pPr rtl="1">
              <a:buFont typeface="Arial" panose="020B0604020202020204" pitchFamily="34" charset="0"/>
              <a:buChar char="•"/>
            </a:pPr>
            <a:endParaRPr lang="en-GB" sz="1500" dirty="0">
              <a:effectLst/>
              <a:latin typeface="Sakkal Majalla" panose="02000000000000000000" pitchFamily="2" charset="-78"/>
              <a:cs typeface="Sakkal Majalla" panose="02000000000000000000" pitchFamily="2" charset="-78"/>
            </a:endParaRPr>
          </a:p>
        </p:txBody>
      </p:sp>
      <p:sp>
        <p:nvSpPr>
          <p:cNvPr id="7" name="TextBox 6">
            <a:extLst>
              <a:ext uri="{FF2B5EF4-FFF2-40B4-BE49-F238E27FC236}">
                <a16:creationId xmlns:a16="http://schemas.microsoft.com/office/drawing/2014/main" id="{0C9477D5-3F99-4BD8-A64C-844AEFAAFA6B}"/>
              </a:ext>
            </a:extLst>
          </p:cNvPr>
          <p:cNvSpPr txBox="1"/>
          <p:nvPr/>
        </p:nvSpPr>
        <p:spPr>
          <a:xfrm>
            <a:off x="4169843" y="4788363"/>
            <a:ext cx="4579256" cy="338554"/>
          </a:xfrm>
          <a:prstGeom prst="rect">
            <a:avLst/>
          </a:prstGeom>
          <a:noFill/>
        </p:spPr>
        <p:txBody>
          <a:bodyPr wrap="square" rtlCol="1">
            <a:spAutoFit/>
          </a:bodyPr>
          <a:lstStyle/>
          <a:p>
            <a:pPr algn="ctr" rtl="1"/>
            <a:r>
              <a:rPr lang="ar" sz="1600" b="1" i="0" dirty="0">
                <a:effectLst/>
                <a:latin typeface="Sakkal Majalla" panose="02000000000000000000" pitchFamily="2" charset="-78"/>
                <a:cs typeface="Sakkal Majalla" panose="02000000000000000000" pitchFamily="2" charset="-78"/>
              </a:rPr>
              <a:t>تصميم محمل ميكانيكي</a:t>
            </a:r>
          </a:p>
        </p:txBody>
      </p:sp>
      <p:pic>
        <p:nvPicPr>
          <p:cNvPr id="3" name="Picture 2" descr="A person using a caliper to measure the size of a bearing&#10;&#10;Description automatically generated">
            <a:extLst>
              <a:ext uri="{FF2B5EF4-FFF2-40B4-BE49-F238E27FC236}">
                <a16:creationId xmlns:a16="http://schemas.microsoft.com/office/drawing/2014/main" id="{6C3820EB-D847-E62A-3BB5-3D566D9FD2AF}"/>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367037" y="2031945"/>
            <a:ext cx="4453435" cy="2704720"/>
          </a:xfrm>
          <a:prstGeom prst="rect">
            <a:avLst/>
          </a:prstGeom>
        </p:spPr>
      </p:pic>
      <p:sp>
        <p:nvSpPr>
          <p:cNvPr id="2" name="Footer Placeholder 2">
            <a:extLst>
              <a:ext uri="{FF2B5EF4-FFF2-40B4-BE49-F238E27FC236}">
                <a16:creationId xmlns:a16="http://schemas.microsoft.com/office/drawing/2014/main" id="{F543D0C6-E823-41CA-E246-ED6672684B91}"/>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A103000399215</a:t>
            </a:r>
            <a:endParaRPr lang="ar" sz="1000" dirty="0"/>
          </a:p>
        </p:txBody>
      </p:sp>
    </p:spTree>
    <p:extLst>
      <p:ext uri="{BB962C8B-B14F-4D97-AF65-F5344CB8AC3E}">
        <p14:creationId xmlns:p14="http://schemas.microsoft.com/office/powerpoint/2010/main" val="611909999"/>
      </p:ext>
    </p:extLst>
  </p:cSld>
  <p:clrMapOvr>
    <a:masterClrMapping/>
  </p:clrMapOvr>
  <p:transition>
    <p:sndAc>
      <p:stSnd>
        <p:snd r:embed="rId3"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64088" y="332656"/>
            <a:ext cx="3733159"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اعتبارات الصيانة</a:t>
            </a:r>
          </a:p>
        </p:txBody>
      </p:sp>
      <p:sp>
        <p:nvSpPr>
          <p:cNvPr id="5" name="TextBox 4">
            <a:extLst>
              <a:ext uri="{FF2B5EF4-FFF2-40B4-BE49-F238E27FC236}">
                <a16:creationId xmlns:a16="http://schemas.microsoft.com/office/drawing/2014/main" id="{9A082948-2DA2-41A3-B7C2-BDDFB482D7CB}"/>
              </a:ext>
            </a:extLst>
          </p:cNvPr>
          <p:cNvSpPr txBox="1"/>
          <p:nvPr/>
        </p:nvSpPr>
        <p:spPr>
          <a:xfrm>
            <a:off x="4067944" y="1556792"/>
            <a:ext cx="4824536" cy="4016484"/>
          </a:xfrm>
          <a:prstGeom prst="rect">
            <a:avLst/>
          </a:prstGeom>
          <a:noFill/>
        </p:spPr>
        <p:txBody>
          <a:bodyPr wrap="square" rtlCol="1">
            <a:spAutoFit/>
          </a:bodyPr>
          <a:lstStyle/>
          <a:p>
            <a:pPr rtl="1"/>
            <a:r>
              <a:rPr lang="ar" sz="1500" b="1" dirty="0">
                <a:effectLst/>
                <a:latin typeface="Sakkal Majalla" panose="02000000000000000000" pitchFamily="2" charset="-78"/>
                <a:cs typeface="Sakkal Majalla" panose="02000000000000000000" pitchFamily="2" charset="-78"/>
              </a:rPr>
              <a:t>اختيار نوع المحمل المناسب</a:t>
            </a:r>
            <a:endParaRPr lang="en-GB" sz="15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حدد نوع المحمل الصحيح بناءً على متطلبات الاستخدام المحددة.</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يجب مراعاة عوامل مثل سعة التحميل والسرعة ودرجة الحرارة والظروف البيئية.</a:t>
            </a:r>
          </a:p>
          <a:p>
            <a:pPr marL="177800" indent="-177800" rtl="1">
              <a:buFont typeface="Arial" panose="020B0604020202020204" pitchFamily="34" charset="0"/>
              <a:buChar char="•"/>
            </a:pPr>
            <a:endParaRPr lang="en-GB" sz="1500" dirty="0">
              <a:effectLst/>
              <a:latin typeface="Sakkal Majalla" panose="02000000000000000000" pitchFamily="2" charset="-78"/>
              <a:cs typeface="Sakkal Majalla" panose="02000000000000000000" pitchFamily="2" charset="-78"/>
            </a:endParaRPr>
          </a:p>
          <a:p>
            <a:pPr rtl="1"/>
            <a:r>
              <a:rPr lang="ar" sz="1500" b="1" dirty="0">
                <a:effectLst/>
                <a:latin typeface="Sakkal Majalla" panose="02000000000000000000" pitchFamily="2" charset="-78"/>
                <a:cs typeface="Sakkal Majalla" panose="02000000000000000000" pitchFamily="2" charset="-78"/>
              </a:rPr>
              <a:t>مراقبة تآكل المحامل</a:t>
            </a:r>
            <a:endParaRPr lang="en-GB" sz="15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افحص المحامل بانتظام بحثًا عن علامات التآكل، مثل الضوضاء غير الطبيعية أو الاهتزاز أو الاحتكاك المتزايد.</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استبدل المحامل التالفة على الفور لمنع المزيد من الضرر.</a:t>
            </a:r>
          </a:p>
          <a:p>
            <a:pPr marL="177800" indent="-177800" rtl="1">
              <a:buFont typeface="Arial" panose="020B0604020202020204" pitchFamily="34" charset="0"/>
              <a:buChar char="•"/>
            </a:pPr>
            <a:endParaRPr lang="en-GB" sz="1500" dirty="0">
              <a:effectLst/>
              <a:latin typeface="Sakkal Majalla" panose="02000000000000000000" pitchFamily="2" charset="-78"/>
              <a:cs typeface="Sakkal Majalla" panose="02000000000000000000" pitchFamily="2" charset="-78"/>
            </a:endParaRPr>
          </a:p>
          <a:p>
            <a:pPr rtl="1"/>
            <a:r>
              <a:rPr lang="ar" sz="1500" b="1" dirty="0">
                <a:effectLst/>
                <a:latin typeface="Sakkal Majalla" panose="02000000000000000000" pitchFamily="2" charset="-78"/>
                <a:cs typeface="Sakkal Majalla" panose="02000000000000000000" pitchFamily="2" charset="-78"/>
              </a:rPr>
              <a:t>ضمان التشحيم المناسب</a:t>
            </a:r>
            <a:endParaRPr lang="en-GB" sz="15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استخدم مادة التشحيم الصحيحة وطبقها وفق تعليمات الشركة المصنعة.</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افحص مستوى مادة التشحيم وزودها بانتظام لتقليل الاحتكاك والتآكل.</a:t>
            </a:r>
          </a:p>
          <a:p>
            <a:pPr rtl="1">
              <a:buFont typeface="Arial" panose="020B0604020202020204" pitchFamily="34" charset="0"/>
              <a:buChar char="•"/>
            </a:pPr>
            <a:endParaRPr lang="en-GB" sz="1500" dirty="0">
              <a:effectLst/>
              <a:latin typeface="Sakkal Majalla" panose="02000000000000000000" pitchFamily="2" charset="-78"/>
              <a:cs typeface="Sakkal Majalla" panose="02000000000000000000" pitchFamily="2" charset="-78"/>
            </a:endParaRPr>
          </a:p>
          <a:p>
            <a:pPr rtl="1"/>
            <a:r>
              <a:rPr lang="ar" sz="1500" b="1" dirty="0">
                <a:effectLst/>
                <a:latin typeface="Sakkal Majalla" panose="02000000000000000000" pitchFamily="2" charset="-78"/>
                <a:cs typeface="Sakkal Majalla" panose="02000000000000000000" pitchFamily="2" charset="-78"/>
              </a:rPr>
              <a:t>إدارة الاهتزاز</a:t>
            </a:r>
            <a:endParaRPr lang="en-GB" sz="15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راقب الاهتزاز المفرط وعالجه، حيث يمكن أن يؤدي ذلك الاهتزاز إلى تلف المحمل بشكل أسرع.</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نفذ تقنيات تحليل الاهتزاز لتحديد المشكلات الأساسية وحلها.</a:t>
            </a:r>
          </a:p>
        </p:txBody>
      </p:sp>
      <p:sp>
        <p:nvSpPr>
          <p:cNvPr id="6" name="TextBox 5">
            <a:extLst>
              <a:ext uri="{FF2B5EF4-FFF2-40B4-BE49-F238E27FC236}">
                <a16:creationId xmlns:a16="http://schemas.microsoft.com/office/drawing/2014/main" id="{43DB3927-F7BA-464A-91EF-BC8BB57B0FA6}"/>
              </a:ext>
            </a:extLst>
          </p:cNvPr>
          <p:cNvSpPr txBox="1"/>
          <p:nvPr/>
        </p:nvSpPr>
        <p:spPr>
          <a:xfrm>
            <a:off x="320918" y="5209455"/>
            <a:ext cx="3891042" cy="338554"/>
          </a:xfrm>
          <a:prstGeom prst="rect">
            <a:avLst/>
          </a:prstGeom>
          <a:noFill/>
        </p:spPr>
        <p:txBody>
          <a:bodyPr wrap="square" rtlCol="1">
            <a:spAutoFit/>
          </a:bodyPr>
          <a:lstStyle/>
          <a:p>
            <a:pPr algn="ctr" rtl="1"/>
            <a:r>
              <a:rPr lang="ar" sz="1600" b="1" i="0" dirty="0">
                <a:effectLst/>
                <a:latin typeface="Sakkal Majalla" panose="02000000000000000000" pitchFamily="2" charset="-78"/>
                <a:cs typeface="Sakkal Majalla" panose="02000000000000000000" pitchFamily="2" charset="-78"/>
              </a:rPr>
              <a:t>التحقق من ملاءمة المحمل</a:t>
            </a:r>
            <a:r>
              <a:rPr lang="ar" sz="1600" b="1" dirty="0">
                <a:latin typeface="Sakkal Majalla" panose="02000000000000000000" pitchFamily="2" charset="-78"/>
                <a:cs typeface="Sakkal Majalla" panose="02000000000000000000" pitchFamily="2" charset="-78"/>
              </a:rPr>
              <a:t> </a:t>
            </a:r>
            <a:endParaRPr lang="en-GB" sz="1600" b="1" i="0" dirty="0">
              <a:effectLst/>
              <a:latin typeface="Sakkal Majalla" panose="02000000000000000000" pitchFamily="2" charset="-78"/>
              <a:cs typeface="Sakkal Majalla" panose="02000000000000000000" pitchFamily="2" charset="-78"/>
            </a:endParaRPr>
          </a:p>
        </p:txBody>
      </p:sp>
      <p:pic>
        <p:nvPicPr>
          <p:cNvPr id="3" name="Picture 2" descr="A person using a radio to check the engine&#10;&#10;Description automatically generated">
            <a:extLst>
              <a:ext uri="{FF2B5EF4-FFF2-40B4-BE49-F238E27FC236}">
                <a16:creationId xmlns:a16="http://schemas.microsoft.com/office/drawing/2014/main" id="{30DBB974-E87D-53AA-46B9-2EC3286514C0}"/>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38434" y="2917584"/>
            <a:ext cx="3413486" cy="2275657"/>
          </a:xfrm>
          <a:prstGeom prst="rect">
            <a:avLst/>
          </a:prstGeom>
        </p:spPr>
      </p:pic>
      <p:sp>
        <p:nvSpPr>
          <p:cNvPr id="2" name="Footer Placeholder 2">
            <a:extLst>
              <a:ext uri="{FF2B5EF4-FFF2-40B4-BE49-F238E27FC236}">
                <a16:creationId xmlns:a16="http://schemas.microsoft.com/office/drawing/2014/main" id="{9463FBF8-87A3-AE1F-39BB-F0239892CF7F}"/>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A103000399215</a:t>
            </a:r>
            <a:endParaRPr lang="ar" sz="1000" dirty="0"/>
          </a:p>
        </p:txBody>
      </p:sp>
    </p:spTree>
    <p:extLst>
      <p:ext uri="{BB962C8B-B14F-4D97-AF65-F5344CB8AC3E}">
        <p14:creationId xmlns:p14="http://schemas.microsoft.com/office/powerpoint/2010/main" val="3476216232"/>
      </p:ext>
    </p:extLst>
  </p:cSld>
  <p:clrMapOvr>
    <a:masterClrMapping/>
  </p:clrMapOvr>
  <p:transition>
    <p:sndAc>
      <p:stSnd>
        <p:snd r:embed="rId3"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860032" y="260648"/>
            <a:ext cx="423721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357188" indent="-357188" rtl="1"/>
            <a:r>
              <a:rPr lang="ar" sz="2200" b="1" dirty="0">
                <a:latin typeface="Sakkal Majalla" panose="02000000000000000000" pitchFamily="2" charset="-78"/>
                <a:cs typeface="Sakkal Majalla" panose="02000000000000000000" pitchFamily="2" charset="-78"/>
              </a:rPr>
              <a:t>ب3 خصائص أدوات القفل والتثبيت والاستخدامات الشائعة لها </a:t>
            </a:r>
            <a:br>
              <a:rPr lang="en-GB" altLang="en-US" sz="2200" b="1" dirty="0">
                <a:latin typeface="Sakkal Majalla" panose="02000000000000000000" pitchFamily="2" charset="-78"/>
                <a:cs typeface="Sakkal Majalla" panose="02000000000000000000" pitchFamily="2" charset="-78"/>
              </a:rPr>
            </a:br>
            <a:endParaRPr lang="en-GB" altLang="en-US" sz="2200" b="1" dirty="0">
              <a:latin typeface="Sakkal Majalla" panose="02000000000000000000" pitchFamily="2" charset="-78"/>
              <a:cs typeface="Sakkal Majalla" panose="02000000000000000000" pitchFamily="2" charset="-78"/>
            </a:endParaRPr>
          </a:p>
        </p:txBody>
      </p:sp>
      <p:sp>
        <p:nvSpPr>
          <p:cNvPr id="4" name="Content Placeholder 3">
            <a:extLst>
              <a:ext uri="{FF2B5EF4-FFF2-40B4-BE49-F238E27FC236}">
                <a16:creationId xmlns:a16="http://schemas.microsoft.com/office/drawing/2014/main" id="{D704B3F6-413B-450B-9F80-CE517A759DA0}"/>
              </a:ext>
            </a:extLst>
          </p:cNvPr>
          <p:cNvSpPr txBox="1">
            <a:spLocks noChangeArrowheads="1"/>
          </p:cNvSpPr>
          <p:nvPr/>
        </p:nvSpPr>
        <p:spPr bwMode="auto">
          <a:xfrm>
            <a:off x="4792485" y="1268760"/>
            <a:ext cx="3955979" cy="5237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 sz="1500" b="1" kern="0" dirty="0">
                <a:latin typeface="Sakkal Majalla" panose="02000000000000000000" pitchFamily="2" charset="-78"/>
                <a:cs typeface="Sakkal Majalla" panose="02000000000000000000" pitchFamily="2" charset="-78"/>
              </a:rPr>
              <a:t>خصائص أدوات القفل والتثبيت</a:t>
            </a:r>
          </a:p>
          <a:p>
            <a:pPr indent="-165100" rtl="1">
              <a:buFont typeface="Arial" panose="020B0604020202020204" pitchFamily="34" charset="0"/>
              <a:buChar char="•"/>
            </a:pPr>
            <a:r>
              <a:rPr lang="ar" sz="1500" kern="0" dirty="0">
                <a:latin typeface="Sakkal Majalla" panose="02000000000000000000" pitchFamily="2" charset="-78"/>
                <a:cs typeface="Sakkal Majalla" panose="02000000000000000000" pitchFamily="2" charset="-78"/>
              </a:rPr>
              <a:t>شكل الرأس: مسطح، سداسي، دائري</a:t>
            </a:r>
          </a:p>
          <a:p>
            <a:pPr indent="-165100" rtl="1">
              <a:buFont typeface="Arial" panose="020B0604020202020204" pitchFamily="34" charset="0"/>
              <a:buChar char="•"/>
            </a:pPr>
            <a:r>
              <a:rPr lang="ar" sz="1500" kern="0" dirty="0">
                <a:latin typeface="Sakkal Majalla" panose="02000000000000000000" pitchFamily="2" charset="-78"/>
                <a:cs typeface="Sakkal Majalla" panose="02000000000000000000" pitchFamily="2" charset="-78"/>
              </a:rPr>
              <a:t>شكل التسنين: مربع، مثلث</a:t>
            </a:r>
          </a:p>
          <a:p>
            <a:pPr indent="-165100" rtl="1">
              <a:buFont typeface="Arial" panose="020B0604020202020204" pitchFamily="34" charset="0"/>
              <a:buChar char="•"/>
            </a:pPr>
            <a:r>
              <a:rPr lang="ar" sz="1500" kern="0" dirty="0">
                <a:latin typeface="Sakkal Majalla" panose="02000000000000000000" pitchFamily="2" charset="-78"/>
                <a:cs typeface="Sakkal Majalla" panose="02000000000000000000" pitchFamily="2" charset="-78"/>
              </a:rPr>
              <a:t>المصطلحات: ميل التسنين، نوع التسنين، عزم الدوران</a:t>
            </a:r>
          </a:p>
          <a:p>
            <a:pPr indent="-165100" rtl="1">
              <a:buFont typeface="Arial" panose="020B0604020202020204" pitchFamily="34" charset="0"/>
              <a:buChar char="•"/>
            </a:pPr>
            <a:r>
              <a:rPr lang="ar" sz="1500" kern="0" dirty="0">
                <a:latin typeface="Sakkal Majalla" panose="02000000000000000000" pitchFamily="2" charset="-78"/>
                <a:cs typeface="Sakkal Majalla" panose="02000000000000000000" pitchFamily="2" charset="-78"/>
              </a:rPr>
              <a:t>طرق الربط: صواميل، براشيم، براغي ذاتية الثقب</a:t>
            </a:r>
          </a:p>
          <a:p>
            <a:pPr rtl="1">
              <a:buFont typeface="Arial" panose="020B0604020202020204" pitchFamily="34" charset="0"/>
              <a:buChar char="•"/>
            </a:pPr>
            <a:endParaRPr lang="en-GB" sz="1500" kern="0" dirty="0">
              <a:latin typeface="Sakkal Majalla" panose="02000000000000000000" pitchFamily="2" charset="-78"/>
              <a:cs typeface="Sakkal Majalla" panose="02000000000000000000" pitchFamily="2" charset="-78"/>
            </a:endParaRPr>
          </a:p>
          <a:p>
            <a:pPr marL="0" indent="0" rtl="1">
              <a:buNone/>
            </a:pPr>
            <a:r>
              <a:rPr lang="ar" sz="1500" b="1" kern="0" dirty="0">
                <a:latin typeface="Sakkal Majalla" panose="02000000000000000000" pitchFamily="2" charset="-78"/>
                <a:cs typeface="Sakkal Majalla" panose="02000000000000000000" pitchFamily="2" charset="-78"/>
              </a:rPr>
              <a:t>أنظمة القفل</a:t>
            </a:r>
          </a:p>
          <a:p>
            <a:pPr indent="-165100" rtl="1">
              <a:buFont typeface="Arial" panose="020B0604020202020204" pitchFamily="34" charset="0"/>
              <a:buChar char="•"/>
            </a:pPr>
            <a:r>
              <a:rPr lang="ar" sz="1500" kern="0" dirty="0">
                <a:latin typeface="Sakkal Majalla" panose="02000000000000000000" pitchFamily="2" charset="-78"/>
                <a:cs typeface="Sakkal Majalla" panose="02000000000000000000" pitchFamily="2" charset="-78"/>
              </a:rPr>
              <a:t>صواميل القفل</a:t>
            </a:r>
          </a:p>
          <a:p>
            <a:pPr indent="-165100" rtl="1">
              <a:buFont typeface="Arial" panose="020B0604020202020204" pitchFamily="34" charset="0"/>
              <a:buChar char="•"/>
            </a:pPr>
            <a:r>
              <a:rPr lang="ar" sz="1500" kern="0" dirty="0">
                <a:latin typeface="Sakkal Majalla" panose="02000000000000000000" pitchFamily="2" charset="-78"/>
                <a:cs typeface="Sakkal Majalla" panose="02000000000000000000" pitchFamily="2" charset="-78"/>
              </a:rPr>
              <a:t>إدخالات القفل</a:t>
            </a:r>
          </a:p>
          <a:p>
            <a:pPr indent="-165100" rtl="1">
              <a:buFont typeface="Arial" panose="020B0604020202020204" pitchFamily="34" charset="0"/>
              <a:buChar char="•"/>
            </a:pPr>
            <a:r>
              <a:rPr lang="ar" sz="1500" kern="0" dirty="0">
                <a:latin typeface="Sakkal Majalla" panose="02000000000000000000" pitchFamily="2" charset="-78"/>
                <a:cs typeface="Sakkal Majalla" panose="02000000000000000000" pitchFamily="2" charset="-78"/>
              </a:rPr>
              <a:t>حلقة القفل</a:t>
            </a:r>
          </a:p>
          <a:p>
            <a:pPr indent="-165100" rtl="1">
              <a:buFont typeface="Arial" panose="020B0604020202020204" pitchFamily="34" charset="0"/>
              <a:buChar char="•"/>
            </a:pPr>
            <a:r>
              <a:rPr lang="ar" sz="1500" kern="0" dirty="0">
                <a:latin typeface="Sakkal Majalla" panose="02000000000000000000" pitchFamily="2" charset="-78"/>
                <a:cs typeface="Sakkal Majalla" panose="02000000000000000000" pitchFamily="2" charset="-78"/>
              </a:rPr>
              <a:t>مسمار مشقوق</a:t>
            </a:r>
          </a:p>
          <a:p>
            <a:pPr indent="-165100" rtl="1">
              <a:buFont typeface="Arial" panose="020B0604020202020204" pitchFamily="34" charset="0"/>
              <a:buChar char="•"/>
            </a:pPr>
            <a:r>
              <a:rPr lang="ar" sz="1500" kern="0" dirty="0">
                <a:latin typeface="Sakkal Majalla" panose="02000000000000000000" pitchFamily="2" charset="-78"/>
                <a:cs typeface="Sakkal Majalla" panose="02000000000000000000" pitchFamily="2" charset="-78"/>
              </a:rPr>
              <a:t>توصيل الأسلاك</a:t>
            </a:r>
          </a:p>
          <a:p>
            <a:pPr rtl="1">
              <a:buFont typeface="Arial" panose="020B0604020202020204" pitchFamily="34" charset="0"/>
              <a:buChar char="•"/>
            </a:pPr>
            <a:endParaRPr lang="en-GB" sz="1500" kern="0" dirty="0">
              <a:latin typeface="Sakkal Majalla" panose="02000000000000000000" pitchFamily="2" charset="-78"/>
              <a:cs typeface="Sakkal Majalla" panose="02000000000000000000" pitchFamily="2" charset="-78"/>
            </a:endParaRPr>
          </a:p>
          <a:p>
            <a:pPr marL="0" indent="0" rtl="1">
              <a:buNone/>
            </a:pPr>
            <a:r>
              <a:rPr lang="ar" sz="1500" b="1" kern="0" dirty="0">
                <a:latin typeface="Sakkal Majalla" panose="02000000000000000000" pitchFamily="2" charset="-78"/>
                <a:cs typeface="Sakkal Majalla" panose="02000000000000000000" pitchFamily="2" charset="-78"/>
              </a:rPr>
              <a:t>أنواع أخرى من أدوات القفل والتثبيت</a:t>
            </a:r>
          </a:p>
          <a:p>
            <a:pPr indent="-165100" rtl="1">
              <a:buFont typeface="Arial" panose="020B0604020202020204" pitchFamily="34" charset="0"/>
              <a:buChar char="•"/>
            </a:pPr>
            <a:r>
              <a:rPr lang="ar" sz="1500" kern="0" dirty="0">
                <a:latin typeface="Sakkal Majalla" panose="02000000000000000000" pitchFamily="2" charset="-78"/>
                <a:cs typeface="Sakkal Majalla" panose="02000000000000000000" pitchFamily="2" charset="-78"/>
              </a:rPr>
              <a:t>مسامير ذات عروة</a:t>
            </a:r>
          </a:p>
          <a:p>
            <a:pPr indent="-165100" rtl="1">
              <a:buFont typeface="Arial" panose="020B0604020202020204" pitchFamily="34" charset="0"/>
              <a:buChar char="•"/>
            </a:pPr>
            <a:r>
              <a:rPr lang="ar" sz="1500" kern="0" dirty="0">
                <a:latin typeface="Sakkal Majalla" panose="02000000000000000000" pitchFamily="2" charset="-78"/>
                <a:cs typeface="Sakkal Majalla" panose="02000000000000000000" pitchFamily="2" charset="-78"/>
              </a:rPr>
              <a:t>المزالج (الإغلاق والضغط)</a:t>
            </a:r>
          </a:p>
          <a:p>
            <a:pPr indent="-165100" rtl="1">
              <a:buFont typeface="Arial" panose="020B0604020202020204" pitchFamily="34" charset="0"/>
              <a:buChar char="•"/>
            </a:pPr>
            <a:r>
              <a:rPr lang="ar" sz="1500" kern="0" dirty="0">
                <a:latin typeface="Sakkal Majalla" panose="02000000000000000000" pitchFamily="2" charset="-78"/>
                <a:cs typeface="Sakkal Majalla" panose="02000000000000000000" pitchFamily="2" charset="-78"/>
              </a:rPr>
              <a:t>دبابيس كشف</a:t>
            </a:r>
          </a:p>
          <a:p>
            <a:pPr indent="-165100" rtl="1">
              <a:buFont typeface="Arial" panose="020B0604020202020204" pitchFamily="34" charset="0"/>
              <a:buChar char="•"/>
            </a:pPr>
            <a:r>
              <a:rPr lang="ar" sz="1500" kern="0" dirty="0">
                <a:latin typeface="Sakkal Majalla" panose="02000000000000000000" pitchFamily="2" charset="-78"/>
                <a:cs typeface="Sakkal Majalla" panose="02000000000000000000" pitchFamily="2" charset="-78"/>
              </a:rPr>
              <a:t>المسامير (الصلبة والمجوفة)</a:t>
            </a:r>
          </a:p>
          <a:p>
            <a:pPr marL="0" indent="0" rtl="1">
              <a:buNone/>
            </a:pPr>
            <a:endParaRPr lang="en-GB" sz="1500" kern="0" dirty="0">
              <a:latin typeface="Sakkal Majalla" panose="02000000000000000000" pitchFamily="2" charset="-78"/>
              <a:cs typeface="Sakkal Majalla" panose="02000000000000000000" pitchFamily="2" charset="-78"/>
            </a:endParaRPr>
          </a:p>
        </p:txBody>
      </p:sp>
      <p:sp>
        <p:nvSpPr>
          <p:cNvPr id="2" name="Content Placeholder 3">
            <a:extLst>
              <a:ext uri="{FF2B5EF4-FFF2-40B4-BE49-F238E27FC236}">
                <a16:creationId xmlns:a16="http://schemas.microsoft.com/office/drawing/2014/main" id="{98BB8D5E-D2E9-3728-30FC-14D597EF4147}"/>
              </a:ext>
            </a:extLst>
          </p:cNvPr>
          <p:cNvSpPr txBox="1">
            <a:spLocks noChangeArrowheads="1"/>
          </p:cNvSpPr>
          <p:nvPr/>
        </p:nvSpPr>
        <p:spPr bwMode="auto">
          <a:xfrm>
            <a:off x="251520" y="1268760"/>
            <a:ext cx="4320480" cy="3255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 sz="1500" b="1" kern="0" dirty="0">
                <a:latin typeface="Sakkal Majalla" panose="02000000000000000000" pitchFamily="2" charset="-78"/>
                <a:cs typeface="Sakkal Majalla" panose="02000000000000000000" pitchFamily="2" charset="-78"/>
              </a:rPr>
              <a:t>استخدامات أدوات اقفل والتثبيت</a:t>
            </a:r>
          </a:p>
          <a:p>
            <a:pPr indent="-165100" rtl="1">
              <a:buFont typeface="Arial" panose="020B0604020202020204" pitchFamily="34" charset="0"/>
              <a:buChar char="•"/>
            </a:pPr>
            <a:r>
              <a:rPr lang="ar" sz="1500" kern="0" dirty="0">
                <a:latin typeface="Sakkal Majalla" panose="02000000000000000000" pitchFamily="2" charset="-78"/>
                <a:cs typeface="Sakkal Majalla" panose="02000000000000000000" pitchFamily="2" charset="-78"/>
              </a:rPr>
              <a:t>تغطية الآلية</a:t>
            </a:r>
          </a:p>
          <a:p>
            <a:pPr indent="-165100" rtl="1">
              <a:buFont typeface="Arial" panose="020B0604020202020204" pitchFamily="34" charset="0"/>
              <a:buChar char="•"/>
            </a:pPr>
            <a:r>
              <a:rPr lang="ar" sz="1500" kern="0" dirty="0">
                <a:latin typeface="Sakkal Majalla" panose="02000000000000000000" pitchFamily="2" charset="-78"/>
                <a:cs typeface="Sakkal Majalla" panose="02000000000000000000" pitchFamily="2" charset="-78"/>
              </a:rPr>
              <a:t>الحماية</a:t>
            </a:r>
          </a:p>
          <a:p>
            <a:pPr indent="-165100" rtl="1">
              <a:buFont typeface="Arial" panose="020B0604020202020204" pitchFamily="34" charset="0"/>
              <a:buChar char="•"/>
            </a:pPr>
            <a:r>
              <a:rPr lang="ar" sz="1500" kern="0" dirty="0">
                <a:latin typeface="Sakkal Majalla" panose="02000000000000000000" pitchFamily="2" charset="-78"/>
                <a:cs typeface="Sakkal Majalla" panose="02000000000000000000" pitchFamily="2" charset="-78"/>
              </a:rPr>
              <a:t>التجميعات</a:t>
            </a:r>
          </a:p>
          <a:p>
            <a:pPr rtl="1">
              <a:buFont typeface="Arial" panose="020B0604020202020204" pitchFamily="34" charset="0"/>
              <a:buChar char="•"/>
            </a:pPr>
            <a:endParaRPr lang="en-GB" sz="1500" kern="0" dirty="0">
              <a:latin typeface="Sakkal Majalla" panose="02000000000000000000" pitchFamily="2" charset="-78"/>
              <a:cs typeface="Sakkal Majalla" panose="02000000000000000000" pitchFamily="2" charset="-78"/>
            </a:endParaRPr>
          </a:p>
          <a:p>
            <a:pPr marL="0" indent="0" rtl="1">
              <a:buNone/>
            </a:pPr>
            <a:r>
              <a:rPr lang="ar" sz="1500" b="1" kern="0" dirty="0">
                <a:latin typeface="Sakkal Majalla" panose="02000000000000000000" pitchFamily="2" charset="-78"/>
                <a:cs typeface="Sakkal Majalla" panose="02000000000000000000" pitchFamily="2" charset="-78"/>
              </a:rPr>
              <a:t>اعتبارات الصيانة</a:t>
            </a:r>
          </a:p>
          <a:p>
            <a:pPr indent="-165100" rtl="1">
              <a:buFont typeface="Arial" panose="020B0604020202020204" pitchFamily="34" charset="0"/>
              <a:buChar char="•"/>
            </a:pPr>
            <a:r>
              <a:rPr lang="ar" sz="1500" kern="0" dirty="0">
                <a:latin typeface="Sakkal Majalla" panose="02000000000000000000" pitchFamily="2" charset="-78"/>
                <a:cs typeface="Sakkal Majalla" panose="02000000000000000000" pitchFamily="2" charset="-78"/>
              </a:rPr>
              <a:t>تركيز الإجهاد</a:t>
            </a:r>
          </a:p>
          <a:p>
            <a:pPr indent="-165100" rtl="1">
              <a:buFont typeface="Arial" panose="020B0604020202020204" pitchFamily="34" charset="0"/>
              <a:buChar char="•"/>
            </a:pPr>
            <a:r>
              <a:rPr lang="ar" sz="1500" kern="0" dirty="0">
                <a:latin typeface="Sakkal Majalla" panose="02000000000000000000" pitchFamily="2" charset="-78"/>
                <a:cs typeface="Sakkal Majalla" panose="02000000000000000000" pitchFamily="2" charset="-78"/>
              </a:rPr>
              <a:t>التآكل الجلفاني</a:t>
            </a:r>
          </a:p>
          <a:p>
            <a:pPr indent="-165100" rtl="1">
              <a:buFont typeface="Arial" panose="020B0604020202020204" pitchFamily="34" charset="0"/>
              <a:buChar char="•"/>
            </a:pPr>
            <a:r>
              <a:rPr lang="ar" sz="1500" kern="0" dirty="0">
                <a:latin typeface="Sakkal Majalla" panose="02000000000000000000" pitchFamily="2" charset="-78"/>
                <a:cs typeface="Sakkal Majalla" panose="02000000000000000000" pitchFamily="2" charset="-78"/>
              </a:rPr>
              <a:t>عدم تطابق معاملات التمدد الحراري</a:t>
            </a:r>
          </a:p>
          <a:p>
            <a:pPr rtl="1">
              <a:buFont typeface="Arial" panose="020B0604020202020204" pitchFamily="34" charset="0"/>
              <a:buChar char="•"/>
            </a:pPr>
            <a:endParaRPr lang="en-GB" sz="1500" kern="0" dirty="0">
              <a:latin typeface="Sakkal Majalla" panose="02000000000000000000" pitchFamily="2" charset="-78"/>
              <a:cs typeface="Sakkal Majalla" panose="02000000000000000000" pitchFamily="2" charset="-78"/>
            </a:endParaRPr>
          </a:p>
        </p:txBody>
      </p:sp>
      <p:sp>
        <p:nvSpPr>
          <p:cNvPr id="3" name="Footer Placeholder 2">
            <a:extLst>
              <a:ext uri="{FF2B5EF4-FFF2-40B4-BE49-F238E27FC236}">
                <a16:creationId xmlns:a16="http://schemas.microsoft.com/office/drawing/2014/main" id="{C401068D-A33D-7242-B160-B0D4FC1FE49D}"/>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A103000399215</a:t>
            </a:r>
            <a:endParaRPr lang="ar" sz="1000" dirty="0"/>
          </a:p>
        </p:txBody>
      </p:sp>
    </p:spTree>
    <p:extLst>
      <p:ext uri="{BB962C8B-B14F-4D97-AF65-F5344CB8AC3E}">
        <p14:creationId xmlns:p14="http://schemas.microsoft.com/office/powerpoint/2010/main" val="412422481"/>
      </p:ext>
    </p:extLst>
  </p:cSld>
  <p:clrMapOvr>
    <a:masterClrMapping/>
  </p:clrMapOvr>
  <p:transition>
    <p:sndAc>
      <p:stSnd>
        <p:snd r:embed="rId3"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latin typeface="Sakkal Majalla" panose="02000000000000000000" pitchFamily="2" charset="-78"/>
                <a:cs typeface="Sakkal Majalla" panose="02000000000000000000" pitchFamily="2" charset="-78"/>
              </a:rPr>
              <a:t>نتاج التعلم ج</a:t>
            </a:r>
            <a:br>
              <a:rPr lang="en-US" altLang="en-US" sz="2600" dirty="0">
                <a:latin typeface="Sakkal Majalla" panose="02000000000000000000" pitchFamily="2" charset="-78"/>
                <a:cs typeface="Sakkal Majalla" panose="02000000000000000000" pitchFamily="2" charset="-78"/>
              </a:rPr>
            </a:br>
            <a:br>
              <a:rPr lang="en-US" altLang="en-US" sz="2600" dirty="0">
                <a:latin typeface="Sakkal Majalla" panose="02000000000000000000" pitchFamily="2" charset="-78"/>
                <a:cs typeface="Sakkal Majalla" panose="02000000000000000000" pitchFamily="2" charset="-78"/>
              </a:rPr>
            </a:br>
            <a:endParaRPr lang="en-GB" altLang="en-US" sz="26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2"/>
            <a:ext cx="7991475" cy="2231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التحقق من تشغيل مكونات نقل القدرة واستخدامها في الأنظمة الميكانيكية </a:t>
            </a:r>
            <a:br>
              <a:rPr lang="en-GB" altLang="en-US" sz="3800" b="1" dirty="0">
                <a:latin typeface="Sakkal Majalla" panose="02000000000000000000" pitchFamily="2" charset="-78"/>
                <a:cs typeface="Sakkal Majalla" panose="02000000000000000000" pitchFamily="2" charset="-78"/>
              </a:rPr>
            </a:br>
            <a:endParaRPr lang="en-GB" altLang="en-US" sz="3800" b="1" dirty="0">
              <a:latin typeface="Sakkal Majalla" panose="02000000000000000000" pitchFamily="2" charset="-78"/>
              <a:cs typeface="Sakkal Majalla" panose="02000000000000000000" pitchFamily="2" charset="-78"/>
            </a:endParaRPr>
          </a:p>
          <a:p>
            <a:pPr algn="ctr" rtl="1"/>
            <a:r>
              <a:rPr lang="ar" sz="3800" b="1" dirty="0">
                <a:latin typeface="Sakkal Majalla" panose="02000000000000000000" pitchFamily="2" charset="-78"/>
                <a:cs typeface="Sakkal Majalla" panose="02000000000000000000" pitchFamily="2" charset="-78"/>
              </a:rPr>
              <a:t> </a:t>
            </a:r>
            <a:br>
              <a:rPr lang="en-GB" altLang="en-US" sz="3800" b="1" dirty="0">
                <a:latin typeface="Sakkal Majalla" panose="02000000000000000000" pitchFamily="2" charset="-78"/>
                <a:cs typeface="Sakkal Majalla" panose="02000000000000000000" pitchFamily="2" charset="-78"/>
              </a:rPr>
            </a:br>
            <a:endParaRPr lang="en-GB" altLang="en-US" sz="38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D991278D-D084-8C5E-F106-E6BEBFAD0D51}"/>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A103000399215</a:t>
            </a:r>
            <a:endParaRPr lang="ar" sz="1000" dirty="0"/>
          </a:p>
        </p:txBody>
      </p:sp>
    </p:spTree>
    <p:extLst>
      <p:ext uri="{BB962C8B-B14F-4D97-AF65-F5344CB8AC3E}">
        <p14:creationId xmlns:p14="http://schemas.microsoft.com/office/powerpoint/2010/main" val="2402631685"/>
      </p:ext>
    </p:extLst>
  </p:cSld>
  <p:clrMapOvr>
    <a:masterClrMapping/>
  </p:clrMapOvr>
  <p:transition>
    <p:sndAc>
      <p:stSnd>
        <p:snd r:embed="rId3"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34784" y="1340768"/>
            <a:ext cx="4741272" cy="44644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500" b="1" dirty="0">
                <a:effectLst/>
                <a:latin typeface="Sakkal Majalla" panose="02000000000000000000" pitchFamily="2" charset="-78"/>
                <a:cs typeface="Sakkal Majalla" panose="02000000000000000000" pitchFamily="2" charset="-78"/>
              </a:rPr>
              <a:t>أهمية نقل القدرة</a:t>
            </a:r>
            <a:endParaRPr lang="en-GB" sz="1500" b="1" dirty="0">
              <a:latin typeface="Sakkal Majalla" panose="02000000000000000000" pitchFamily="2" charset="-78"/>
              <a:cs typeface="Sakkal Majalla" panose="02000000000000000000" pitchFamily="2" charset="-78"/>
            </a:endParaRPr>
          </a:p>
          <a:p>
            <a:pPr marL="0" indent="0" rtl="1">
              <a:buNone/>
            </a:pPr>
            <a:r>
              <a:rPr lang="ar" sz="1500" dirty="0">
                <a:effectLst/>
                <a:latin typeface="Sakkal Majalla" panose="02000000000000000000" pitchFamily="2" charset="-78"/>
                <a:cs typeface="Sakkal Majalla" panose="02000000000000000000" pitchFamily="2" charset="-78"/>
              </a:rPr>
              <a:t>تؤدي مكونات نقل القدرة دورًا مهمًا في الأنظمة الميكانيكية من خلال نقل القدرة من المصدر إلى الخرج. وتحدد السرعة وعزم الدوران واتجاه الخرج.</a:t>
            </a:r>
            <a:endParaRPr lang="en-GB" sz="1500" dirty="0">
              <a:latin typeface="Sakkal Majalla" panose="02000000000000000000" pitchFamily="2" charset="-78"/>
              <a:cs typeface="Sakkal Majalla" panose="02000000000000000000" pitchFamily="2" charset="-78"/>
            </a:endParaRPr>
          </a:p>
          <a:p>
            <a:pPr marL="0" indent="0" rtl="1">
              <a:buNone/>
            </a:pPr>
            <a:r>
              <a:rPr lang="ar" sz="1500" b="1" dirty="0">
                <a:effectLst/>
                <a:latin typeface="Sakkal Majalla" panose="02000000000000000000" pitchFamily="2" charset="-78"/>
                <a:cs typeface="Sakkal Majalla" panose="02000000000000000000" pitchFamily="2" charset="-78"/>
              </a:rPr>
              <a:t>التأثير في السرعة وعزم الدوران والاتجاه</a:t>
            </a:r>
            <a:endParaRPr lang="en-GB" sz="1500" b="1" dirty="0">
              <a:latin typeface="Sakkal Majalla" panose="02000000000000000000" pitchFamily="2" charset="-78"/>
              <a:cs typeface="Sakkal Majalla" panose="02000000000000000000" pitchFamily="2" charset="-78"/>
            </a:endParaRPr>
          </a:p>
          <a:p>
            <a:pPr marL="0" indent="0" rtl="1">
              <a:buNone/>
            </a:pPr>
            <a:r>
              <a:rPr lang="ar" sz="1500" dirty="0">
                <a:effectLst/>
                <a:latin typeface="Sakkal Majalla" panose="02000000000000000000" pitchFamily="2" charset="-78"/>
                <a:cs typeface="Sakkal Majalla" panose="02000000000000000000" pitchFamily="2" charset="-78"/>
              </a:rPr>
              <a:t>يمكن لمكونات نقل القدرة، مثل مجموعات التروس والسيور والسلاسل، تغيير السرعة وعزم الدوران واتجاه القدرة المنقولة. على سبيل المثال، يمكن لمجموعة التروس زيادة عزم الدوران مع تقليل السرعة، أو العكس.</a:t>
            </a:r>
            <a:endParaRPr lang="en-GB" sz="1500" dirty="0">
              <a:latin typeface="Sakkal Majalla" panose="02000000000000000000" pitchFamily="2" charset="-78"/>
              <a:cs typeface="Sakkal Majalla" panose="02000000000000000000" pitchFamily="2" charset="-78"/>
            </a:endParaRPr>
          </a:p>
          <a:p>
            <a:pPr marL="0" indent="0" rtl="1">
              <a:buNone/>
            </a:pPr>
            <a:r>
              <a:rPr lang="ar" sz="1500" b="1" dirty="0">
                <a:effectLst/>
                <a:latin typeface="Sakkal Majalla" panose="02000000000000000000" pitchFamily="2" charset="-78"/>
                <a:cs typeface="Sakkal Majalla" panose="02000000000000000000" pitchFamily="2" charset="-78"/>
              </a:rPr>
              <a:t>مثال: مجموعة التروس</a:t>
            </a:r>
            <a:endParaRPr lang="en-GB" sz="1500" b="1" dirty="0">
              <a:latin typeface="Sakkal Majalla" panose="02000000000000000000" pitchFamily="2" charset="-78"/>
              <a:cs typeface="Sakkal Majalla" panose="02000000000000000000" pitchFamily="2" charset="-78"/>
            </a:endParaRPr>
          </a:p>
          <a:p>
            <a:pPr marL="0" indent="0" rtl="1">
              <a:buNone/>
            </a:pPr>
            <a:r>
              <a:rPr lang="ar" sz="1500" dirty="0">
                <a:effectLst/>
                <a:latin typeface="Sakkal Majalla" panose="02000000000000000000" pitchFamily="2" charset="-78"/>
                <a:cs typeface="Sakkal Majalla" panose="02000000000000000000" pitchFamily="2" charset="-78"/>
              </a:rPr>
              <a:t>تُعد مجموعة التروس مكونًا شائعًا لنقل القدرة، وتتكون من ترسين أو أكثر متشابكين معًا. وتُستخدم لنقل القدرة وتغيير سرعة وعزم الخرج. على سبيل المثال، في الدراجة، تسمح مجموعة التروس للراكب بتغيير السرعة والجهد اللازمين للدواسة.</a:t>
            </a:r>
            <a:endParaRPr lang="en-GB" sz="1500" dirty="0">
              <a:latin typeface="Sakkal Majalla" panose="02000000000000000000" pitchFamily="2" charset="-78"/>
              <a:cs typeface="Sakkal Majalla" panose="02000000000000000000" pitchFamily="2" charset="-78"/>
            </a:endParaRPr>
          </a:p>
          <a:p>
            <a:pPr marL="0" indent="0" rtl="1">
              <a:buNone/>
            </a:pPr>
            <a:r>
              <a:rPr lang="ar" sz="1500" b="1" dirty="0">
                <a:effectLst/>
                <a:latin typeface="Sakkal Majalla" panose="02000000000000000000" pitchFamily="2" charset="-78"/>
                <a:cs typeface="Sakkal Majalla" panose="02000000000000000000" pitchFamily="2" charset="-78"/>
              </a:rPr>
              <a:t>مثال: نظام السير والبكرة</a:t>
            </a:r>
            <a:endParaRPr lang="en-GB" sz="1500" b="1" dirty="0">
              <a:latin typeface="Sakkal Majalla" panose="02000000000000000000" pitchFamily="2" charset="-78"/>
              <a:cs typeface="Sakkal Majalla" panose="02000000000000000000" pitchFamily="2" charset="-78"/>
            </a:endParaRPr>
          </a:p>
          <a:p>
            <a:pPr marL="0" indent="0" rtl="1">
              <a:buNone/>
            </a:pPr>
            <a:r>
              <a:rPr lang="ar" sz="1500" dirty="0">
                <a:effectLst/>
                <a:latin typeface="Sakkal Majalla" panose="02000000000000000000" pitchFamily="2" charset="-78"/>
                <a:cs typeface="Sakkal Majalla" panose="02000000000000000000" pitchFamily="2" charset="-78"/>
              </a:rPr>
              <a:t>نظام السير والبكرة هو مكون آخر من مكونات نقل القدرة يعتمد على السير والبكرات لنقل القدرة. ويستخدم بشكل شائع في الآلات والمركبات لنقل القدرة بين عمودين دوارين. على سبيل المثال، في محرك السيارة، ينقل نظام الحزام والبكرة القدرة من المحرك إلى المولد ومضخة المياه وغيرها من الملحقات.</a:t>
            </a:r>
            <a:endParaRPr lang="en-GB" sz="1500" dirty="0">
              <a:latin typeface="Sakkal Majalla" panose="02000000000000000000" pitchFamily="2" charset="-78"/>
              <a:cs typeface="Sakkal Majalla" panose="02000000000000000000" pitchFamily="2" charset="-78"/>
            </a:endParaRPr>
          </a:p>
          <a:p>
            <a:pPr rtl="1"/>
            <a:endParaRPr lang="en-GB" sz="15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مقدمة لمكونات نقل القدرة</a:t>
            </a:r>
          </a:p>
        </p:txBody>
      </p:sp>
      <p:sp>
        <p:nvSpPr>
          <p:cNvPr id="5" name="TextBox 4">
            <a:extLst>
              <a:ext uri="{FF2B5EF4-FFF2-40B4-BE49-F238E27FC236}">
                <a16:creationId xmlns:a16="http://schemas.microsoft.com/office/drawing/2014/main" id="{ACB8EAAC-0C4C-4DD1-AF49-28480E69E521}"/>
              </a:ext>
            </a:extLst>
          </p:cNvPr>
          <p:cNvSpPr txBox="1"/>
          <p:nvPr/>
        </p:nvSpPr>
        <p:spPr>
          <a:xfrm>
            <a:off x="5182935" y="4437112"/>
            <a:ext cx="4110110" cy="338554"/>
          </a:xfrm>
          <a:prstGeom prst="rect">
            <a:avLst/>
          </a:prstGeom>
          <a:noFill/>
        </p:spPr>
        <p:txBody>
          <a:bodyPr wrap="square" rtlCol="1">
            <a:spAutoFit/>
          </a:bodyPr>
          <a:lstStyle/>
          <a:p>
            <a:pPr algn="ctr" rtl="1"/>
            <a:r>
              <a:rPr lang="ar" sz="1600" b="1" i="0" dirty="0">
                <a:effectLst/>
                <a:latin typeface="Sakkal Majalla" panose="02000000000000000000" pitchFamily="2" charset="-78"/>
                <a:cs typeface="Sakkal Majalla" panose="02000000000000000000" pitchFamily="2" charset="-78"/>
              </a:rPr>
              <a:t>علبة تروس نقل السيارات</a:t>
            </a:r>
          </a:p>
        </p:txBody>
      </p:sp>
      <p:pic>
        <p:nvPicPr>
          <p:cNvPr id="3" name="Picture 2" descr="Close-up of a machine gear&#10;&#10;Description automatically generated">
            <a:extLst>
              <a:ext uri="{FF2B5EF4-FFF2-40B4-BE49-F238E27FC236}">
                <a16:creationId xmlns:a16="http://schemas.microsoft.com/office/drawing/2014/main" id="{B91F2F15-135E-D538-1FA5-BB161C8F7BE2}"/>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182935" y="2009499"/>
            <a:ext cx="3640964" cy="2427613"/>
          </a:xfrm>
          <a:prstGeom prst="rect">
            <a:avLst/>
          </a:prstGeom>
        </p:spPr>
      </p:pic>
      <p:sp>
        <p:nvSpPr>
          <p:cNvPr id="2" name="Footer Placeholder 2">
            <a:extLst>
              <a:ext uri="{FF2B5EF4-FFF2-40B4-BE49-F238E27FC236}">
                <a16:creationId xmlns:a16="http://schemas.microsoft.com/office/drawing/2014/main" id="{F81C4F2D-C1D1-D01B-54BE-D26265FE7510}"/>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A103000399215</a:t>
            </a:r>
            <a:endParaRPr lang="ar" sz="1000" dirty="0"/>
          </a:p>
        </p:txBody>
      </p:sp>
    </p:spTree>
    <p:extLst>
      <p:ext uri="{BB962C8B-B14F-4D97-AF65-F5344CB8AC3E}">
        <p14:creationId xmlns:p14="http://schemas.microsoft.com/office/powerpoint/2010/main" val="1139649401"/>
      </p:ext>
    </p:extLst>
  </p:cSld>
  <p:clrMapOvr>
    <a:masterClrMapping/>
  </p:clrMapOvr>
  <p:transition>
    <p:sndAc>
      <p:stSnd>
        <p:snd r:embed="rId3"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31541" y="1484784"/>
            <a:ext cx="8280919" cy="416277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800" dirty="0">
                <a:effectLst/>
                <a:latin typeface="Sakkal Majalla" panose="02000000000000000000" pitchFamily="2" charset="-78"/>
                <a:cs typeface="Sakkal Majalla" panose="02000000000000000000" pitchFamily="2" charset="-78"/>
              </a:rPr>
              <a:t>تعد مجموعة التروس مكونًا أساسيًا في أنظمة نقل القدرة، حيث تقدم ميزة ميكانيكية من خلال نسبة التروس، ما يسمح بتحويل السرعة وعزم الدوران واتجاه مصدر القدرة الميكانيكية. وتوجد أنواع مختلفة منها، ولكل نوع وظيفته المحددة وطريقة تشغيله.</a:t>
            </a:r>
          </a:p>
          <a:p>
            <a:pPr rtl="1"/>
            <a:endParaRPr lang="en-GB" sz="1800" dirty="0">
              <a:latin typeface="Sakkal Majalla" panose="02000000000000000000" pitchFamily="2" charset="-78"/>
              <a:cs typeface="Sakkal Majalla" panose="02000000000000000000" pitchFamily="2" charset="-78"/>
            </a:endParaRPr>
          </a:p>
          <a:p>
            <a:pPr marL="0" indent="0" rtl="1">
              <a:buNone/>
            </a:pPr>
            <a:r>
              <a:rPr lang="ar" sz="1800" b="1" dirty="0">
                <a:effectLst/>
                <a:latin typeface="Sakkal Majalla" panose="02000000000000000000" pitchFamily="2" charset="-78"/>
                <a:cs typeface="Sakkal Majalla" panose="02000000000000000000" pitchFamily="2" charset="-78"/>
              </a:rPr>
              <a:t>أنواع مجموعة التروس </a:t>
            </a:r>
            <a:endParaRPr lang="en-GB" sz="1800" b="1" dirty="0">
              <a:latin typeface="Sakkal Majalla" panose="02000000000000000000" pitchFamily="2" charset="-78"/>
              <a:cs typeface="Sakkal Majalla" panose="02000000000000000000" pitchFamily="2" charset="-78"/>
            </a:endParaRPr>
          </a:p>
          <a:p>
            <a:pPr indent="-165100" rtl="1">
              <a:buFont typeface="+mj-lt"/>
              <a:buAutoNum type="arabicPeriod"/>
            </a:pPr>
            <a:r>
              <a:rPr lang="ar" sz="1800" b="1" dirty="0">
                <a:effectLst/>
                <a:latin typeface="Sakkal Majalla" panose="02000000000000000000" pitchFamily="2" charset="-78"/>
                <a:cs typeface="Sakkal Majalla" panose="02000000000000000000" pitchFamily="2" charset="-78"/>
              </a:rPr>
              <a:t>مجموعة التروس المستقيمة: </a:t>
            </a:r>
            <a:r>
              <a:rPr lang="ar" sz="1800" dirty="0">
                <a:effectLst/>
                <a:latin typeface="Sakkal Majalla" panose="02000000000000000000" pitchFamily="2" charset="-78"/>
                <a:cs typeface="Sakkal Majalla" panose="02000000000000000000" pitchFamily="2" charset="-78"/>
              </a:rPr>
              <a:t>يعد هذا النوع أبسط أنواع مجموعة التروس، التي تتكون من تروس ذات أسنان مستقيمة تتشابك معًا. ويُستخدم هذا النوع بشكل شائع لنقل القدرة بين الأعمدة المتوازية.</a:t>
            </a:r>
          </a:p>
          <a:p>
            <a:pPr indent="-165100" rtl="1">
              <a:buFont typeface="+mj-lt"/>
              <a:buAutoNum type="arabicPeriod"/>
            </a:pPr>
            <a:r>
              <a:rPr lang="ar" sz="1800" b="1" dirty="0">
                <a:effectLst/>
                <a:latin typeface="Sakkal Majalla" panose="02000000000000000000" pitchFamily="2" charset="-78"/>
                <a:cs typeface="Sakkal Majalla" panose="02000000000000000000" pitchFamily="2" charset="-78"/>
              </a:rPr>
              <a:t>مجموعة التروس اللولبية: </a:t>
            </a:r>
            <a:r>
              <a:rPr lang="ar" sz="1800" dirty="0">
                <a:effectLst/>
                <a:latin typeface="Sakkal Majalla" panose="02000000000000000000" pitchFamily="2" charset="-78"/>
                <a:cs typeface="Sakkal Majalla" panose="02000000000000000000" pitchFamily="2" charset="-78"/>
              </a:rPr>
              <a:t>تحتوي التروس، في مجموعة التروس اللولبية، على أسنان مائلة تشكل شكلًا حلزونيًا. يتيح هذا التصميم تشغيلًا أكثر سلاسة وأقل ضوضاء مقارنة بمجموعة التروس المستقيمة</a:t>
            </a:r>
          </a:p>
          <a:p>
            <a:pPr indent="-165100" rtl="1">
              <a:buFont typeface="+mj-lt"/>
              <a:buAutoNum type="arabicPeriod"/>
            </a:pPr>
            <a:r>
              <a:rPr lang="ar" sz="1800" b="1" dirty="0">
                <a:effectLst/>
                <a:latin typeface="Sakkal Majalla" panose="02000000000000000000" pitchFamily="2" charset="-78"/>
                <a:cs typeface="Sakkal Majalla" panose="02000000000000000000" pitchFamily="2" charset="-78"/>
              </a:rPr>
              <a:t>مجموعة التروس المخروطية: </a:t>
            </a:r>
            <a:r>
              <a:rPr lang="ar" sz="1800" dirty="0">
                <a:effectLst/>
                <a:latin typeface="Sakkal Majalla" panose="02000000000000000000" pitchFamily="2" charset="-78"/>
                <a:cs typeface="Sakkal Majalla" panose="02000000000000000000" pitchFamily="2" charset="-78"/>
              </a:rPr>
              <a:t>تُستخدم مجموعة التروس المركبة المخروطية لنقل القدرة بين الأعمدة المتقاطعة. وتتميز هذه التروس بأشكال مخروطية ويمكنها تغيير اتجاه نقل القدرة.</a:t>
            </a:r>
          </a:p>
          <a:p>
            <a:pPr indent="-165100" rtl="1">
              <a:buFont typeface="+mj-lt"/>
              <a:buAutoNum type="arabicPeriod"/>
            </a:pPr>
            <a:r>
              <a:rPr lang="ar" sz="1800" b="1" dirty="0">
                <a:effectLst/>
                <a:latin typeface="Sakkal Majalla" panose="02000000000000000000" pitchFamily="2" charset="-78"/>
                <a:cs typeface="Sakkal Majalla" panose="02000000000000000000" pitchFamily="2" charset="-78"/>
              </a:rPr>
              <a:t>مجموعة التروس الحلزونية: </a:t>
            </a:r>
            <a:r>
              <a:rPr lang="ar" sz="1800" dirty="0">
                <a:effectLst/>
                <a:latin typeface="Sakkal Majalla" panose="02000000000000000000" pitchFamily="2" charset="-78"/>
                <a:cs typeface="Sakkal Majalla" panose="02000000000000000000" pitchFamily="2" charset="-78"/>
              </a:rPr>
              <a:t>تتكون مجموعة التروس الحلزونية من معدات وعجلة حلزونية. وتقدم هذه المجموعة نسبة تروس عالية وغالبًا ما تستخدم في التطبيقات التي تتطلب انخفاضًا كبيرًا في السرعة.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644008" y="332656"/>
            <a:ext cx="4453239"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وظيفة مجموعة التروس وطريقة تشغيلها</a:t>
            </a:r>
          </a:p>
        </p:txBody>
      </p:sp>
      <p:sp>
        <p:nvSpPr>
          <p:cNvPr id="2" name="Footer Placeholder 2">
            <a:extLst>
              <a:ext uri="{FF2B5EF4-FFF2-40B4-BE49-F238E27FC236}">
                <a16:creationId xmlns:a16="http://schemas.microsoft.com/office/drawing/2014/main" id="{E1D30FD6-E683-627F-CA54-4A2EEDDF3982}"/>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A103000399215</a:t>
            </a:r>
            <a:endParaRPr lang="ar" sz="1000" dirty="0"/>
          </a:p>
        </p:txBody>
      </p:sp>
    </p:spTree>
    <p:extLst>
      <p:ext uri="{BB962C8B-B14F-4D97-AF65-F5344CB8AC3E}">
        <p14:creationId xmlns:p14="http://schemas.microsoft.com/office/powerpoint/2010/main" val="1436891541"/>
      </p:ext>
    </p:extLst>
  </p:cSld>
  <p:clrMapOvr>
    <a:masterClrMapping/>
  </p:clrMapOvr>
  <p:transition>
    <p:sndAc>
      <p:stSnd>
        <p:snd r:embed="rId3"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707615" y="1484784"/>
            <a:ext cx="5112857" cy="358670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800" b="1" dirty="0">
                <a:effectLst/>
                <a:latin typeface="Sakkal Majalla" panose="02000000000000000000" pitchFamily="2" charset="-78"/>
                <a:cs typeface="Sakkal Majalla" panose="02000000000000000000" pitchFamily="2" charset="-78"/>
              </a:rPr>
              <a:t>أمثلة على تشغيل مجموعة التروس </a:t>
            </a:r>
            <a:endParaRPr lang="en-GB" sz="1800" b="1" dirty="0">
              <a:latin typeface="Sakkal Majalla" panose="02000000000000000000" pitchFamily="2" charset="-78"/>
              <a:cs typeface="Sakkal Majalla" panose="02000000000000000000" pitchFamily="2" charset="-78"/>
            </a:endParaRPr>
          </a:p>
          <a:p>
            <a:pPr indent="-165100" rtl="1">
              <a:buFont typeface="+mj-lt"/>
              <a:buAutoNum type="arabicPeriod"/>
            </a:pPr>
            <a:r>
              <a:rPr lang="ar" sz="1800" dirty="0">
                <a:effectLst/>
                <a:latin typeface="Sakkal Majalla" panose="02000000000000000000" pitchFamily="2" charset="-78"/>
                <a:cs typeface="Sakkal Majalla" panose="02000000000000000000" pitchFamily="2" charset="-78"/>
              </a:rPr>
              <a:t>في الدراجة الهوائية: تسمح مجموعة التروس للراكب بتغيير السرعة عبر تبديل التروس، بتحديد نسب التروس المختلفة، يمكن للراكب ضبط الجهد المطلوب للدواسة.</a:t>
            </a:r>
          </a:p>
          <a:p>
            <a:pPr indent="-165100" rtl="1">
              <a:buFont typeface="+mj-lt"/>
              <a:buAutoNum type="arabicPeriod"/>
            </a:pPr>
            <a:r>
              <a:rPr lang="ar" sz="1800" dirty="0">
                <a:effectLst/>
                <a:latin typeface="Sakkal Majalla" panose="02000000000000000000" pitchFamily="2" charset="-78"/>
                <a:cs typeface="Sakkal Majalla" panose="02000000000000000000" pitchFamily="2" charset="-78"/>
              </a:rPr>
              <a:t>في السيارات: تتيح مجموعة التروس في نظام ناقل الحركة للسائق تغيير السرعة وعزم الدوران للمحرك. بتبديل التروس، يمكن تحسين أداء السيارة بحسب ظروف القيادة المختلفة.</a:t>
            </a:r>
          </a:p>
          <a:p>
            <a:pPr indent="-165100" rtl="1">
              <a:buFont typeface="+mj-lt"/>
              <a:buAutoNum type="arabicPeriod"/>
            </a:pPr>
            <a:r>
              <a:rPr lang="ar" sz="1800" dirty="0">
                <a:effectLst/>
                <a:latin typeface="Sakkal Majalla" panose="02000000000000000000" pitchFamily="2" charset="-78"/>
                <a:cs typeface="Sakkal Majalla" panose="02000000000000000000" pitchFamily="2" charset="-78"/>
              </a:rPr>
              <a:t>في الآلات الصناعية: تُستخدم مجموعة التروس لنقل القدرة بين المكونات المختلفة، مثل المحركات والناقلات والمضخات. وتضمن هذه المجموعة نقل القدرة بكفاءة وتزامن عمليات الآلة المختلفة.</a:t>
            </a:r>
          </a:p>
          <a:p>
            <a:pPr rtl="1">
              <a:buFont typeface="+mj-lt"/>
              <a:buAutoNum type="arabicPeriod"/>
            </a:pPr>
            <a:endParaRPr lang="en-GB" sz="1800" dirty="0">
              <a:effectLst/>
              <a:latin typeface="Sakkal Majalla" panose="02000000000000000000" pitchFamily="2" charset="-78"/>
              <a:cs typeface="Sakkal Majalla" panose="02000000000000000000" pitchFamily="2" charset="-78"/>
            </a:endParaRPr>
          </a:p>
          <a:p>
            <a:pPr marL="0" indent="0" rtl="1">
              <a:buNone/>
            </a:pPr>
            <a:r>
              <a:rPr lang="ar" sz="1800" dirty="0">
                <a:effectLst/>
                <a:latin typeface="Sakkal Majalla" panose="02000000000000000000" pitchFamily="2" charset="-78"/>
                <a:cs typeface="Sakkal Majalla" panose="02000000000000000000" pitchFamily="2" charset="-78"/>
              </a:rPr>
              <a:t>بفضل فهم وظيفة وتشغيل مجموعة التروس، يمكن للمهندسين تصميم أنظمة نقل القدرة وتحسينها لتناسب الاستخدامات المختلفة.</a:t>
            </a:r>
            <a:endParaRPr lang="en-GB" sz="18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644008" y="332656"/>
            <a:ext cx="4453239"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وظيفة مجموعة التروس وطريقة تشغيلها</a:t>
            </a:r>
          </a:p>
        </p:txBody>
      </p:sp>
      <p:sp>
        <p:nvSpPr>
          <p:cNvPr id="2" name="TextBox 1">
            <a:extLst>
              <a:ext uri="{FF2B5EF4-FFF2-40B4-BE49-F238E27FC236}">
                <a16:creationId xmlns:a16="http://schemas.microsoft.com/office/drawing/2014/main" id="{C1018979-3DD4-4730-8689-A7D8318875BA}"/>
              </a:ext>
            </a:extLst>
          </p:cNvPr>
          <p:cNvSpPr txBox="1"/>
          <p:nvPr/>
        </p:nvSpPr>
        <p:spPr>
          <a:xfrm>
            <a:off x="1043608" y="5199095"/>
            <a:ext cx="1296144" cy="338554"/>
          </a:xfrm>
          <a:prstGeom prst="rect">
            <a:avLst/>
          </a:prstGeom>
          <a:noFill/>
        </p:spPr>
        <p:txBody>
          <a:bodyPr wrap="square" rtlCol="1">
            <a:spAutoFit/>
          </a:bodyPr>
          <a:lstStyle/>
          <a:p>
            <a:pPr rtl="1"/>
            <a:r>
              <a:rPr lang="ar" sz="1600" b="1" dirty="0">
                <a:effectLst/>
                <a:latin typeface="Sakkal Majalla" panose="02000000000000000000" pitchFamily="2" charset="-78"/>
                <a:cs typeface="Sakkal Majalla" panose="02000000000000000000" pitchFamily="2" charset="-78"/>
              </a:rPr>
              <a:t>الترس اللولبي </a:t>
            </a:r>
            <a:endParaRPr lang="en-GB" sz="1600" b="1" dirty="0">
              <a:latin typeface="Sakkal Majalla" panose="02000000000000000000" pitchFamily="2" charset="-78"/>
              <a:cs typeface="Sakkal Majalla" panose="02000000000000000000" pitchFamily="2" charset="-78"/>
            </a:endParaRPr>
          </a:p>
        </p:txBody>
      </p:sp>
      <p:pic>
        <p:nvPicPr>
          <p:cNvPr id="4" name="Picture 3" descr="A close-up of several gears&#10;&#10;Description automatically generated">
            <a:extLst>
              <a:ext uri="{FF2B5EF4-FFF2-40B4-BE49-F238E27FC236}">
                <a16:creationId xmlns:a16="http://schemas.microsoft.com/office/drawing/2014/main" id="{2627C058-800B-ACBE-A992-DA9E31C32580}"/>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22920" y="2418167"/>
            <a:ext cx="2780928" cy="2780928"/>
          </a:xfrm>
          <a:prstGeom prst="rect">
            <a:avLst/>
          </a:prstGeom>
        </p:spPr>
      </p:pic>
      <p:sp>
        <p:nvSpPr>
          <p:cNvPr id="3" name="Footer Placeholder 2">
            <a:extLst>
              <a:ext uri="{FF2B5EF4-FFF2-40B4-BE49-F238E27FC236}">
                <a16:creationId xmlns:a16="http://schemas.microsoft.com/office/drawing/2014/main" id="{648152FE-F4C3-15A8-CCD7-AA538BA5F11A}"/>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A103000399215</a:t>
            </a:r>
            <a:endParaRPr lang="ar" sz="1000" dirty="0"/>
          </a:p>
        </p:txBody>
      </p:sp>
    </p:spTree>
    <p:extLst>
      <p:ext uri="{BB962C8B-B14F-4D97-AF65-F5344CB8AC3E}">
        <p14:creationId xmlns:p14="http://schemas.microsoft.com/office/powerpoint/2010/main" val="4115623956"/>
      </p:ext>
    </p:extLst>
  </p:cSld>
  <p:clrMapOvr>
    <a:masterClrMapping/>
  </p:clrMapOvr>
  <p:transition>
    <p:sndAc>
      <p:stSnd>
        <p:snd r:embed="rId3"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المواد المستخدمة في مجموعة التروس </a:t>
            </a:r>
          </a:p>
        </p:txBody>
      </p:sp>
      <p:graphicFrame>
        <p:nvGraphicFramePr>
          <p:cNvPr id="3" name="Table 3">
            <a:extLst>
              <a:ext uri="{FF2B5EF4-FFF2-40B4-BE49-F238E27FC236}">
                <a16:creationId xmlns:a16="http://schemas.microsoft.com/office/drawing/2014/main" id="{3D9445D7-4881-4DD5-B745-429A8FD80E99}"/>
              </a:ext>
            </a:extLst>
          </p:cNvPr>
          <p:cNvGraphicFramePr>
            <a:graphicFrameLocks noGrp="1"/>
          </p:cNvGraphicFramePr>
          <p:nvPr>
            <p:extLst>
              <p:ext uri="{D42A27DB-BD31-4B8C-83A1-F6EECF244321}">
                <p14:modId xmlns:p14="http://schemas.microsoft.com/office/powerpoint/2010/main" val="945478336"/>
              </p:ext>
            </p:extLst>
          </p:nvPr>
        </p:nvGraphicFramePr>
        <p:xfrm>
          <a:off x="287524" y="1268760"/>
          <a:ext cx="8568952" cy="3632200"/>
        </p:xfrm>
        <a:graphic>
          <a:graphicData uri="http://schemas.openxmlformats.org/drawingml/2006/table">
            <a:tbl>
              <a:tblPr rtl="1" firstRow="1" bandRow="1">
                <a:tableStyleId>{5C22544A-7EE6-4342-B048-85BDC9FD1C3A}</a:tableStyleId>
              </a:tblPr>
              <a:tblGrid>
                <a:gridCol w="2142238">
                  <a:extLst>
                    <a:ext uri="{9D8B030D-6E8A-4147-A177-3AD203B41FA5}">
                      <a16:colId xmlns:a16="http://schemas.microsoft.com/office/drawing/2014/main" val="774837247"/>
                    </a:ext>
                  </a:extLst>
                </a:gridCol>
                <a:gridCol w="2142238">
                  <a:extLst>
                    <a:ext uri="{9D8B030D-6E8A-4147-A177-3AD203B41FA5}">
                      <a16:colId xmlns:a16="http://schemas.microsoft.com/office/drawing/2014/main" val="199734084"/>
                    </a:ext>
                  </a:extLst>
                </a:gridCol>
                <a:gridCol w="2142238">
                  <a:extLst>
                    <a:ext uri="{9D8B030D-6E8A-4147-A177-3AD203B41FA5}">
                      <a16:colId xmlns:a16="http://schemas.microsoft.com/office/drawing/2014/main" val="62538678"/>
                    </a:ext>
                  </a:extLst>
                </a:gridCol>
                <a:gridCol w="2142238">
                  <a:extLst>
                    <a:ext uri="{9D8B030D-6E8A-4147-A177-3AD203B41FA5}">
                      <a16:colId xmlns:a16="http://schemas.microsoft.com/office/drawing/2014/main" val="1816631253"/>
                    </a:ext>
                  </a:extLst>
                </a:gridCol>
              </a:tblGrid>
              <a:tr h="370840">
                <a:tc>
                  <a:txBody>
                    <a:bodyPr/>
                    <a:lstStyle/>
                    <a:p>
                      <a:pPr rtl="1"/>
                      <a:r>
                        <a:rPr lang="ar" sz="1600">
                          <a:solidFill>
                            <a:schemeClr val="tx1"/>
                          </a:solidFill>
                          <a:latin typeface="Sakkal Majalla" panose="02000000000000000000" pitchFamily="2" charset="-78"/>
                          <a:cs typeface="Sakkal Majalla" panose="02000000000000000000" pitchFamily="2" charset="-78"/>
                        </a:rPr>
                        <a:t>الفولاذ الكربوني</a:t>
                      </a:r>
                    </a:p>
                  </a:txBody>
                  <a:tcPr/>
                </a:tc>
                <a:tc>
                  <a:txBody>
                    <a:bodyPr/>
                    <a:lstStyle/>
                    <a:p>
                      <a:pPr rtl="1"/>
                      <a:r>
                        <a:rPr lang="ar" sz="1600">
                          <a:solidFill>
                            <a:schemeClr val="tx1"/>
                          </a:solidFill>
                          <a:latin typeface="Sakkal Majalla" panose="02000000000000000000" pitchFamily="2" charset="-78"/>
                          <a:cs typeface="Sakkal Majalla" panose="02000000000000000000" pitchFamily="2" charset="-78"/>
                        </a:rPr>
                        <a:t>النحاس الأصفر</a:t>
                      </a:r>
                    </a:p>
                  </a:txBody>
                  <a:tcPr/>
                </a:tc>
                <a:tc>
                  <a:txBody>
                    <a:bodyPr/>
                    <a:lstStyle/>
                    <a:p>
                      <a:pPr rtl="1"/>
                      <a:r>
                        <a:rPr lang="ar" sz="1600">
                          <a:solidFill>
                            <a:schemeClr val="tx1"/>
                          </a:solidFill>
                          <a:latin typeface="Sakkal Majalla" panose="02000000000000000000" pitchFamily="2" charset="-78"/>
                          <a:cs typeface="Sakkal Majalla" panose="02000000000000000000" pitchFamily="2" charset="-78"/>
                        </a:rPr>
                        <a:t>البرونز</a:t>
                      </a:r>
                    </a:p>
                  </a:txBody>
                  <a:tcPr/>
                </a:tc>
                <a:tc>
                  <a:txBody>
                    <a:bodyPr/>
                    <a:lstStyle/>
                    <a:p>
                      <a:pPr rtl="1"/>
                      <a:r>
                        <a:rPr lang="ar" sz="1600" dirty="0">
                          <a:solidFill>
                            <a:schemeClr val="tx1"/>
                          </a:solidFill>
                          <a:latin typeface="Sakkal Majalla" panose="02000000000000000000" pitchFamily="2" charset="-78"/>
                          <a:cs typeface="Sakkal Majalla" panose="02000000000000000000" pitchFamily="2" charset="-78"/>
                        </a:rPr>
                        <a:t>البلاستيك</a:t>
                      </a:r>
                    </a:p>
                  </a:txBody>
                  <a:tcPr/>
                </a:tc>
                <a:extLst>
                  <a:ext uri="{0D108BD9-81ED-4DB2-BD59-A6C34878D82A}">
                    <a16:rowId xmlns:a16="http://schemas.microsoft.com/office/drawing/2014/main" val="4110217478"/>
                  </a:ext>
                </a:extLst>
              </a:tr>
              <a:tr h="370840">
                <a:tc>
                  <a:txBody>
                    <a:bodyPr/>
                    <a:lstStyle/>
                    <a:p>
                      <a:pPr rtl="1"/>
                      <a:r>
                        <a:rPr lang="ar" sz="1600">
                          <a:effectLst/>
                          <a:latin typeface="Sakkal Majalla" panose="02000000000000000000" pitchFamily="2" charset="-78"/>
                          <a:cs typeface="Sakkal Majalla" panose="02000000000000000000" pitchFamily="2" charset="-78"/>
                        </a:rPr>
                        <a:t>يشيع استخدام الفولاذ الكربوني في مجموعة التروس  نظرًا لقوته العالية ومتانته.</a:t>
                      </a:r>
                    </a:p>
                    <a:p>
                      <a:pPr rtl="1"/>
                      <a:r>
                        <a:rPr lang="ar" sz="1600">
                          <a:effectLst/>
                          <a:latin typeface="Sakkal Majalla" panose="02000000000000000000" pitchFamily="2" charset="-78"/>
                          <a:cs typeface="Sakkal Majalla" panose="02000000000000000000" pitchFamily="2" charset="-78"/>
                        </a:rPr>
                        <a:t>حيث يتمتع الفولاذ الكربوني بمقاومة ممتازة للتآكل ويمكنه تحمل الأحمال الثقيلة.</a:t>
                      </a:r>
                    </a:p>
                    <a:p>
                      <a:pPr rtl="1"/>
                      <a:endParaRPr lang="en-GB" sz="1600" dirty="0">
                        <a:effectLst/>
                        <a:latin typeface="Sakkal Majalla" panose="02000000000000000000" pitchFamily="2" charset="-78"/>
                        <a:cs typeface="Sakkal Majalla" panose="02000000000000000000" pitchFamily="2" charset="-78"/>
                      </a:endParaRPr>
                    </a:p>
                    <a:p>
                      <a:pPr rtl="1"/>
                      <a:endParaRPr lang="en-GB" sz="1600" dirty="0">
                        <a:effectLst/>
                        <a:latin typeface="Sakkal Majalla" panose="02000000000000000000" pitchFamily="2" charset="-78"/>
                        <a:cs typeface="Sakkal Majalla" panose="02000000000000000000" pitchFamily="2" charset="-78"/>
                      </a:endParaRPr>
                    </a:p>
                    <a:p>
                      <a:pPr rtl="1"/>
                      <a:r>
                        <a:rPr lang="ar" sz="1600">
                          <a:effectLst/>
                          <a:latin typeface="Sakkal Majalla" panose="02000000000000000000" pitchFamily="2" charset="-78"/>
                          <a:cs typeface="Sakkal Majalla" panose="02000000000000000000" pitchFamily="2" charset="-78"/>
                        </a:rPr>
                        <a:t>مثال: التروس المستقيمة في ناقل الحركة في السيارات.</a:t>
                      </a:r>
                      <a:endParaRPr lang="en-GB" sz="1600" dirty="0">
                        <a:latin typeface="Sakkal Majalla" panose="02000000000000000000" pitchFamily="2" charset="-78"/>
                        <a:cs typeface="Sakkal Majalla" panose="02000000000000000000" pitchFamily="2" charset="-78"/>
                      </a:endParaRPr>
                    </a:p>
                  </a:txBody>
                  <a:tcPr/>
                </a:tc>
                <a:tc>
                  <a:txBody>
                    <a:bodyPr/>
                    <a:lstStyle/>
                    <a:p>
                      <a:pPr rtl="1"/>
                      <a:r>
                        <a:rPr lang="ar" sz="1600">
                          <a:effectLst/>
                          <a:latin typeface="Sakkal Majalla" panose="02000000000000000000" pitchFamily="2" charset="-78"/>
                          <a:cs typeface="Sakkal Majalla" panose="02000000000000000000" pitchFamily="2" charset="-78"/>
                        </a:rPr>
                        <a:t>وغالبًا ما يستخدم النحاس في مجموعة التروس وذلك نظرًا لمقاومته للتآكل وتميزه بمعامل احتكاك منخفض.</a:t>
                      </a:r>
                    </a:p>
                    <a:p>
                      <a:pPr rtl="1"/>
                      <a:r>
                        <a:rPr lang="ar" sz="1600">
                          <a:effectLst/>
                          <a:latin typeface="Sakkal Majalla" panose="02000000000000000000" pitchFamily="2" charset="-78"/>
                          <a:cs typeface="Sakkal Majalla" panose="02000000000000000000" pitchFamily="2" charset="-78"/>
                        </a:rPr>
                        <a:t>كما أنه سهل التشغيل الآلي ويمتاز بموصلية حرارية جيدة.</a:t>
                      </a:r>
                    </a:p>
                    <a:p>
                      <a:pPr rtl="1"/>
                      <a:endParaRPr lang="en-GB" sz="1600" dirty="0">
                        <a:effectLst/>
                        <a:latin typeface="Sakkal Majalla" panose="02000000000000000000" pitchFamily="2" charset="-78"/>
                        <a:cs typeface="Sakkal Majalla" panose="02000000000000000000" pitchFamily="2" charset="-78"/>
                      </a:endParaRPr>
                    </a:p>
                    <a:p>
                      <a:pPr rtl="1"/>
                      <a:endParaRPr lang="en-GB" sz="1600" dirty="0">
                        <a:effectLst/>
                        <a:latin typeface="Sakkal Majalla" panose="02000000000000000000" pitchFamily="2" charset="-78"/>
                        <a:cs typeface="Sakkal Majalla" panose="02000000000000000000" pitchFamily="2" charset="-78"/>
                      </a:endParaRPr>
                    </a:p>
                    <a:p>
                      <a:pPr rtl="1"/>
                      <a:endParaRPr lang="en-GB" sz="1600" dirty="0">
                        <a:effectLst/>
                        <a:latin typeface="Sakkal Majalla" panose="02000000000000000000" pitchFamily="2" charset="-78"/>
                        <a:cs typeface="Sakkal Majalla" panose="02000000000000000000" pitchFamily="2" charset="-78"/>
                      </a:endParaRPr>
                    </a:p>
                    <a:p>
                      <a:pPr rtl="1"/>
                      <a:r>
                        <a:rPr lang="ar" sz="1600">
                          <a:effectLst/>
                          <a:latin typeface="Sakkal Majalla" panose="02000000000000000000" pitchFamily="2" charset="-78"/>
                          <a:cs typeface="Sakkal Majalla" panose="02000000000000000000" pitchFamily="2" charset="-78"/>
                        </a:rPr>
                        <a:t>مثال: التروس الحلزونية في الآلات الصناعية.</a:t>
                      </a:r>
                      <a:endParaRPr lang="en-GB" sz="1600" dirty="0">
                        <a:latin typeface="Sakkal Majalla" panose="02000000000000000000" pitchFamily="2" charset="-78"/>
                        <a:cs typeface="Sakkal Majalla" panose="02000000000000000000" pitchFamily="2" charset="-78"/>
                      </a:endParaRPr>
                    </a:p>
                  </a:txBody>
                  <a:tcPr/>
                </a:tc>
                <a:tc>
                  <a:txBody>
                    <a:bodyPr/>
                    <a:lstStyle/>
                    <a:p>
                      <a:pPr rtl="1"/>
                      <a:r>
                        <a:rPr lang="ar" sz="1600">
                          <a:effectLst/>
                          <a:latin typeface="Sakkal Majalla" panose="02000000000000000000" pitchFamily="2" charset="-78"/>
                          <a:cs typeface="Sakkal Majalla" panose="02000000000000000000" pitchFamily="2" charset="-78"/>
                        </a:rPr>
                        <a:t>البرونز من المواد الشائع استخدامها في صناعة مجموعة التروس وذلك نظرًا لمقاومته العالية للتآكل وتميزه بمعامل احتكاك منخفض.</a:t>
                      </a:r>
                    </a:p>
                    <a:p>
                      <a:pPr rtl="1"/>
                      <a:r>
                        <a:rPr lang="ar" sz="1600">
                          <a:effectLst/>
                          <a:latin typeface="Sakkal Majalla" panose="02000000000000000000" pitchFamily="2" charset="-78"/>
                          <a:cs typeface="Sakkal Majalla" panose="02000000000000000000" pitchFamily="2" charset="-78"/>
                        </a:rPr>
                        <a:t>كما أنه قادر على تحمل الأحمال العالية، ويُعد مناسبًا للاستخدامات التي تتطلب سرعات عالية.</a:t>
                      </a:r>
                    </a:p>
                    <a:p>
                      <a:pPr rtl="1"/>
                      <a:endParaRPr lang="en-GB" sz="1600" dirty="0">
                        <a:effectLst/>
                        <a:latin typeface="Sakkal Majalla" panose="02000000000000000000" pitchFamily="2" charset="-78"/>
                        <a:cs typeface="Sakkal Majalla" panose="02000000000000000000" pitchFamily="2" charset="-78"/>
                      </a:endParaRPr>
                    </a:p>
                    <a:p>
                      <a:pPr rtl="1"/>
                      <a:endParaRPr lang="en-GB" sz="1600" dirty="0">
                        <a:effectLst/>
                        <a:latin typeface="Sakkal Majalla" panose="02000000000000000000" pitchFamily="2" charset="-78"/>
                        <a:cs typeface="Sakkal Majalla" panose="02000000000000000000" pitchFamily="2" charset="-78"/>
                      </a:endParaRPr>
                    </a:p>
                    <a:p>
                      <a:pPr rtl="1"/>
                      <a:r>
                        <a:rPr lang="ar" sz="1600">
                          <a:effectLst/>
                          <a:latin typeface="Sakkal Majalla" panose="02000000000000000000" pitchFamily="2" charset="-78"/>
                          <a:cs typeface="Sakkal Majalla" panose="02000000000000000000" pitchFamily="2" charset="-78"/>
                        </a:rPr>
                        <a:t>مثال: التروس المخروطية في أنظمة الدفع البحرية.</a:t>
                      </a:r>
                      <a:endParaRPr lang="en-GB" sz="1600" dirty="0">
                        <a:latin typeface="Sakkal Majalla" panose="02000000000000000000" pitchFamily="2" charset="-78"/>
                        <a:cs typeface="Sakkal Majalla" panose="02000000000000000000" pitchFamily="2" charset="-78"/>
                      </a:endParaRPr>
                    </a:p>
                  </a:txBody>
                  <a:tcPr/>
                </a:tc>
                <a:tc>
                  <a:txBody>
                    <a:bodyPr/>
                    <a:lstStyle/>
                    <a:p>
                      <a:pPr rtl="1"/>
                      <a:r>
                        <a:rPr lang="ar" sz="1600" dirty="0">
                          <a:effectLst/>
                          <a:latin typeface="Sakkal Majalla" panose="02000000000000000000" pitchFamily="2" charset="-78"/>
                          <a:cs typeface="Sakkal Majalla" panose="02000000000000000000" pitchFamily="2" charset="-78"/>
                        </a:rPr>
                        <a:t>تُستخدم المواد البلاستيكية في مجموعات التروس نظرًا لخفة وزنها وقلة مستوى الضجيج الصادر عنها وخصائص التشحيم الذاتي التي تتميز بها.</a:t>
                      </a:r>
                    </a:p>
                    <a:p>
                      <a:pPr rtl="1"/>
                      <a:r>
                        <a:rPr lang="ar" sz="1600" dirty="0">
                          <a:effectLst/>
                          <a:latin typeface="Sakkal Majalla" panose="02000000000000000000" pitchFamily="2" charset="-78"/>
                          <a:cs typeface="Sakkal Majalla" panose="02000000000000000000" pitchFamily="2" charset="-78"/>
                        </a:rPr>
                        <a:t>كما أنها مقاومة للتآكل ويمكن استخدامها عند تشكيل أشكال معقدة.</a:t>
                      </a:r>
                    </a:p>
                    <a:p>
                      <a:pPr rtl="1"/>
                      <a:endParaRPr lang="en-GB" sz="1600" dirty="0">
                        <a:effectLst/>
                        <a:latin typeface="Sakkal Majalla" panose="02000000000000000000" pitchFamily="2" charset="-78"/>
                        <a:cs typeface="Sakkal Majalla" panose="02000000000000000000" pitchFamily="2" charset="-78"/>
                      </a:endParaRPr>
                    </a:p>
                    <a:p>
                      <a:pPr rtl="1"/>
                      <a:r>
                        <a:rPr lang="ar" sz="1600" dirty="0">
                          <a:effectLst/>
                          <a:latin typeface="Sakkal Majalla" panose="02000000000000000000" pitchFamily="2" charset="-78"/>
                          <a:cs typeface="Sakkal Majalla" panose="02000000000000000000" pitchFamily="2" charset="-78"/>
                        </a:rPr>
                        <a:t>مثال: التروس المستقيمة البلاستيكية في الإلكترونيات الاستهلاكية.</a:t>
                      </a:r>
                      <a:endParaRPr lang="en-GB" sz="1600" dirty="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3967664499"/>
                  </a:ext>
                </a:extLst>
              </a:tr>
            </a:tbl>
          </a:graphicData>
        </a:graphic>
      </p:graphicFrame>
      <p:sp>
        <p:nvSpPr>
          <p:cNvPr id="2" name="Footer Placeholder 2">
            <a:extLst>
              <a:ext uri="{FF2B5EF4-FFF2-40B4-BE49-F238E27FC236}">
                <a16:creationId xmlns:a16="http://schemas.microsoft.com/office/drawing/2014/main" id="{2D62A1A2-F554-33E9-C217-0351E276B963}"/>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A103000399215</a:t>
            </a:r>
            <a:endParaRPr lang="ar" sz="1000" dirty="0"/>
          </a:p>
        </p:txBody>
      </p:sp>
    </p:spTree>
    <p:extLst>
      <p:ext uri="{BB962C8B-B14F-4D97-AF65-F5344CB8AC3E}">
        <p14:creationId xmlns:p14="http://schemas.microsoft.com/office/powerpoint/2010/main" val="1261955203"/>
      </p:ext>
    </p:extLst>
  </p:cSld>
  <p:clrMapOvr>
    <a:masterClrMapping/>
  </p:clrMapOvr>
  <p:transition>
    <p:sndAc>
      <p:stSnd>
        <p:snd r:embed="rId3"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اعتبارات الصيانة </a:t>
            </a:r>
          </a:p>
          <a:p>
            <a:pPr rtl="1"/>
            <a:r>
              <a:rPr lang="ar" sz="2200" b="1" dirty="0">
                <a:latin typeface="Sakkal Majalla" panose="02000000000000000000" pitchFamily="2" charset="-78"/>
                <a:cs typeface="Sakkal Majalla" panose="02000000000000000000" pitchFamily="2" charset="-78"/>
              </a:rPr>
              <a:t>لمجموعة التروس </a:t>
            </a:r>
          </a:p>
        </p:txBody>
      </p:sp>
      <p:sp>
        <p:nvSpPr>
          <p:cNvPr id="5" name="TextBox 4">
            <a:extLst>
              <a:ext uri="{FF2B5EF4-FFF2-40B4-BE49-F238E27FC236}">
                <a16:creationId xmlns:a16="http://schemas.microsoft.com/office/drawing/2014/main" id="{5D78CC95-EADD-443D-9C6C-EF6A92B101F1}"/>
              </a:ext>
            </a:extLst>
          </p:cNvPr>
          <p:cNvSpPr txBox="1"/>
          <p:nvPr/>
        </p:nvSpPr>
        <p:spPr>
          <a:xfrm>
            <a:off x="323527" y="1124744"/>
            <a:ext cx="8424936" cy="1200329"/>
          </a:xfrm>
          <a:prstGeom prst="rect">
            <a:avLst/>
          </a:prstGeom>
          <a:noFill/>
        </p:spPr>
        <p:txBody>
          <a:bodyPr wrap="square" rtlCol="1">
            <a:spAutoFit/>
          </a:bodyPr>
          <a:lstStyle/>
          <a:p>
            <a:pPr rtl="1"/>
            <a:r>
              <a:rPr lang="ar" dirty="0">
                <a:latin typeface="Sakkal Majalla" panose="02000000000000000000" pitchFamily="2" charset="-78"/>
                <a:cs typeface="Sakkal Majalla" panose="02000000000000000000" pitchFamily="2" charset="-78"/>
              </a:rPr>
              <a:t>تعد مجموعات التروس مكونات أساسية في أنظمة نقل القدرة، كما تعد الصيانة المناسبة ضرورية لضمان الأداء الأمثل وطول العمر. وسنناقش في هذا الجزء اعتبارات الصيانة المهمة لمجموعات التروس وتأثيرها على الأداء.</a:t>
            </a:r>
          </a:p>
          <a:p>
            <a:pPr rtl="1"/>
            <a:endParaRPr lang="en-GB" dirty="0">
              <a:latin typeface="Sakkal Majalla" panose="02000000000000000000" pitchFamily="2" charset="-78"/>
              <a:cs typeface="Sakkal Majalla" panose="02000000000000000000" pitchFamily="2" charset="-78"/>
            </a:endParaRPr>
          </a:p>
          <a:p>
            <a:pPr rtl="1"/>
            <a:r>
              <a:rPr lang="ar" b="1" dirty="0">
                <a:effectLst/>
                <a:latin typeface="Sakkal Majalla" panose="02000000000000000000" pitchFamily="2" charset="-78"/>
                <a:cs typeface="Sakkal Majalla" panose="02000000000000000000" pitchFamily="2" charset="-78"/>
              </a:rPr>
              <a:t>اعتبارات الصيانة لمجموعة التروس </a:t>
            </a:r>
            <a:endParaRPr lang="en-GB" b="1" dirty="0">
              <a:latin typeface="Sakkal Majalla" panose="02000000000000000000" pitchFamily="2" charset="-78"/>
              <a:cs typeface="Sakkal Majalla" panose="02000000000000000000" pitchFamily="2" charset="-78"/>
            </a:endParaRPr>
          </a:p>
        </p:txBody>
      </p:sp>
      <p:graphicFrame>
        <p:nvGraphicFramePr>
          <p:cNvPr id="4" name="Table 5">
            <a:extLst>
              <a:ext uri="{FF2B5EF4-FFF2-40B4-BE49-F238E27FC236}">
                <a16:creationId xmlns:a16="http://schemas.microsoft.com/office/drawing/2014/main" id="{B8758484-6D07-4272-AFE6-8729D6B93ABB}"/>
              </a:ext>
            </a:extLst>
          </p:cNvPr>
          <p:cNvGraphicFramePr>
            <a:graphicFrameLocks noGrp="1"/>
          </p:cNvGraphicFramePr>
          <p:nvPr>
            <p:extLst>
              <p:ext uri="{D42A27DB-BD31-4B8C-83A1-F6EECF244321}">
                <p14:modId xmlns:p14="http://schemas.microsoft.com/office/powerpoint/2010/main" val="602235005"/>
              </p:ext>
            </p:extLst>
          </p:nvPr>
        </p:nvGraphicFramePr>
        <p:xfrm>
          <a:off x="323527" y="2838792"/>
          <a:ext cx="8352928" cy="2443480"/>
        </p:xfrm>
        <a:graphic>
          <a:graphicData uri="http://schemas.openxmlformats.org/drawingml/2006/table">
            <a:tbl>
              <a:tblPr rtl="1" firstRow="1" bandRow="1">
                <a:tableStyleId>{073A0DAA-6AF3-43AB-8588-CEC1D06C72B9}</a:tableStyleId>
              </a:tblPr>
              <a:tblGrid>
                <a:gridCol w="2232248">
                  <a:extLst>
                    <a:ext uri="{9D8B030D-6E8A-4147-A177-3AD203B41FA5}">
                      <a16:colId xmlns:a16="http://schemas.microsoft.com/office/drawing/2014/main" val="1959267166"/>
                    </a:ext>
                  </a:extLst>
                </a:gridCol>
                <a:gridCol w="6120680">
                  <a:extLst>
                    <a:ext uri="{9D8B030D-6E8A-4147-A177-3AD203B41FA5}">
                      <a16:colId xmlns:a16="http://schemas.microsoft.com/office/drawing/2014/main" val="3004356677"/>
                    </a:ext>
                  </a:extLst>
                </a:gridCol>
              </a:tblGrid>
              <a:tr h="370840">
                <a:tc>
                  <a:txBody>
                    <a:bodyPr/>
                    <a:lstStyle/>
                    <a:p>
                      <a:pPr rtl="1"/>
                      <a:r>
                        <a:rPr lang="ar" sz="1400">
                          <a:latin typeface="Sakkal Majalla" panose="02000000000000000000" pitchFamily="2" charset="-78"/>
                          <a:cs typeface="Sakkal Majalla" panose="02000000000000000000" pitchFamily="2" charset="-78"/>
                        </a:rPr>
                        <a:t>الاعتبارات</a:t>
                      </a:r>
                    </a:p>
                  </a:txBody>
                  <a:tcPr/>
                </a:tc>
                <a:tc>
                  <a:txBody>
                    <a:bodyPr/>
                    <a:lstStyle/>
                    <a:p>
                      <a:pPr rtl="1"/>
                      <a:r>
                        <a:rPr lang="ar" sz="1400" dirty="0">
                          <a:latin typeface="Sakkal Majalla" panose="02000000000000000000" pitchFamily="2" charset="-78"/>
                          <a:cs typeface="Sakkal Majalla" panose="02000000000000000000" pitchFamily="2" charset="-78"/>
                        </a:rPr>
                        <a:t>التأثير في الأداء وطول العمر</a:t>
                      </a:r>
                    </a:p>
                  </a:txBody>
                  <a:tcPr/>
                </a:tc>
                <a:extLst>
                  <a:ext uri="{0D108BD9-81ED-4DB2-BD59-A6C34878D82A}">
                    <a16:rowId xmlns:a16="http://schemas.microsoft.com/office/drawing/2014/main" val="1096279464"/>
                  </a:ext>
                </a:extLst>
              </a:tr>
              <a:tr h="370840">
                <a:tc>
                  <a:txBody>
                    <a:bodyPr/>
                    <a:lstStyle/>
                    <a:p>
                      <a:pPr rtl="1"/>
                      <a:r>
                        <a:rPr lang="ar" sz="1400">
                          <a:latin typeface="Sakkal Majalla" panose="02000000000000000000" pitchFamily="2" charset="-78"/>
                          <a:cs typeface="Sakkal Majalla" panose="02000000000000000000" pitchFamily="2" charset="-78"/>
                        </a:rPr>
                        <a:t>نوع التشحيم</a:t>
                      </a:r>
                    </a:p>
                  </a:txBody>
                  <a:tcPr/>
                </a:tc>
                <a:tc>
                  <a:txBody>
                    <a:bodyPr/>
                    <a:lstStyle/>
                    <a:p>
                      <a:pPr rtl="1"/>
                      <a:r>
                        <a:rPr lang="ar" sz="1400" dirty="0">
                          <a:latin typeface="Sakkal Majalla" panose="02000000000000000000" pitchFamily="2" charset="-78"/>
                          <a:cs typeface="Sakkal Majalla" panose="02000000000000000000" pitchFamily="2" charset="-78"/>
                        </a:rPr>
                        <a:t>يعمل التشحيم المناسب على تقليل الاحتكاك والتآكل بين التروس، ما يضمن التشغيل السلس ويمنع الفشل المبكر. يعتمد اختيار مواد التشحيم على عوامل عدة، مثل نوع الترس والحمل والسرعة وبيئة التشغيل.</a:t>
                      </a:r>
                    </a:p>
                  </a:txBody>
                  <a:tcPr/>
                </a:tc>
                <a:extLst>
                  <a:ext uri="{0D108BD9-81ED-4DB2-BD59-A6C34878D82A}">
                    <a16:rowId xmlns:a16="http://schemas.microsoft.com/office/drawing/2014/main" val="330397706"/>
                  </a:ext>
                </a:extLst>
              </a:tr>
              <a:tr h="370840">
                <a:tc>
                  <a:txBody>
                    <a:bodyPr/>
                    <a:lstStyle/>
                    <a:p>
                      <a:pPr rtl="1"/>
                      <a:r>
                        <a:rPr lang="ar" sz="1400">
                          <a:latin typeface="Sakkal Majalla" panose="02000000000000000000" pitchFamily="2" charset="-78"/>
                          <a:cs typeface="Sakkal Majalla" panose="02000000000000000000" pitchFamily="2" charset="-78"/>
                        </a:rPr>
                        <a:t>التزويد والاستبدال</a:t>
                      </a:r>
                    </a:p>
                  </a:txBody>
                  <a:tcPr/>
                </a:tc>
                <a:tc>
                  <a:txBody>
                    <a:bodyPr/>
                    <a:lstStyle/>
                    <a:p>
                      <a:pPr rtl="1"/>
                      <a:r>
                        <a:rPr lang="ar" sz="1400" dirty="0">
                          <a:latin typeface="Sakkal Majalla" panose="02000000000000000000" pitchFamily="2" charset="-78"/>
                          <a:cs typeface="Sakkal Majalla" panose="02000000000000000000" pitchFamily="2" charset="-78"/>
                        </a:rPr>
                        <a:t>يعد التزويد والاستبدال المنتظم لمواد التشحيم في الوقت المناسب أمرًا بالغ الأهمية للحفاظ على أداء التروس الأمثل. بمرور الوقت، تتحلل مواد التشحيم وتفقد فعاليتها وقد تصبح ملوثة، ما يؤدي إلى زيادة الاحتكاك والتآكل.</a:t>
                      </a:r>
                    </a:p>
                  </a:txBody>
                  <a:tcPr/>
                </a:tc>
                <a:extLst>
                  <a:ext uri="{0D108BD9-81ED-4DB2-BD59-A6C34878D82A}">
                    <a16:rowId xmlns:a16="http://schemas.microsoft.com/office/drawing/2014/main" val="988863833"/>
                  </a:ext>
                </a:extLst>
              </a:tr>
              <a:tr h="370840">
                <a:tc>
                  <a:txBody>
                    <a:bodyPr/>
                    <a:lstStyle/>
                    <a:p>
                      <a:pPr rtl="1"/>
                      <a:r>
                        <a:rPr lang="ar" sz="1400">
                          <a:latin typeface="Sakkal Majalla" panose="02000000000000000000" pitchFamily="2" charset="-78"/>
                          <a:cs typeface="Sakkal Majalla" panose="02000000000000000000" pitchFamily="2" charset="-78"/>
                        </a:rPr>
                        <a:t>نوع المرشح واستبداله</a:t>
                      </a:r>
                    </a:p>
                  </a:txBody>
                  <a:tcPr/>
                </a:tc>
                <a:tc>
                  <a:txBody>
                    <a:bodyPr/>
                    <a:lstStyle/>
                    <a:p>
                      <a:pPr rtl="1"/>
                      <a:r>
                        <a:rPr lang="ar" sz="1400" dirty="0">
                          <a:latin typeface="Sakkal Majalla" panose="02000000000000000000" pitchFamily="2" charset="-78"/>
                          <a:cs typeface="Sakkal Majalla" panose="02000000000000000000" pitchFamily="2" charset="-78"/>
                        </a:rPr>
                        <a:t>تسهم عملية تركيب المرشح واستبداله بانتظام في إزالة الملوثات من مواد التشحيم، ما يحمي التروس من التلف. يقلل التشحيم النظيف من التآكل وتطيل عمر مجموعة التروس.</a:t>
                      </a:r>
                    </a:p>
                  </a:txBody>
                  <a:tcPr/>
                </a:tc>
                <a:extLst>
                  <a:ext uri="{0D108BD9-81ED-4DB2-BD59-A6C34878D82A}">
                    <a16:rowId xmlns:a16="http://schemas.microsoft.com/office/drawing/2014/main" val="4125568517"/>
                  </a:ext>
                </a:extLst>
              </a:tr>
              <a:tr h="370840">
                <a:tc>
                  <a:txBody>
                    <a:bodyPr/>
                    <a:lstStyle/>
                    <a:p>
                      <a:pPr rtl="1"/>
                      <a:r>
                        <a:rPr lang="ar" sz="1400">
                          <a:latin typeface="Sakkal Majalla" panose="02000000000000000000" pitchFamily="2" charset="-78"/>
                          <a:cs typeface="Sakkal Majalla" panose="02000000000000000000" pitchFamily="2" charset="-78"/>
                        </a:rPr>
                        <a:t>خصائص مادة التشحيم</a:t>
                      </a:r>
                    </a:p>
                  </a:txBody>
                  <a:tcPr/>
                </a:tc>
                <a:tc>
                  <a:txBody>
                    <a:bodyPr/>
                    <a:lstStyle/>
                    <a:p>
                      <a:pPr rtl="1"/>
                      <a:r>
                        <a:rPr lang="ar" sz="1400" dirty="0">
                          <a:latin typeface="Sakkal Majalla" panose="02000000000000000000" pitchFamily="2" charset="-78"/>
                          <a:cs typeface="Sakkal Majalla" panose="02000000000000000000" pitchFamily="2" charset="-78"/>
                        </a:rPr>
                        <a:t>اختيار مادة التروس يؤثر على مقاومتها للبلى، والإجهاد، والتآكل. يضمن اختيار المواد المناسبة بناءً على متطلبات الاستخدام قدرة مجموعة التروس على تحمل ظروف التشغيل والحفاظ على أدائها على المدى الطويل.</a:t>
                      </a:r>
                    </a:p>
                  </a:txBody>
                  <a:tcPr/>
                </a:tc>
                <a:extLst>
                  <a:ext uri="{0D108BD9-81ED-4DB2-BD59-A6C34878D82A}">
                    <a16:rowId xmlns:a16="http://schemas.microsoft.com/office/drawing/2014/main" val="2074919420"/>
                  </a:ext>
                </a:extLst>
              </a:tr>
            </a:tbl>
          </a:graphicData>
        </a:graphic>
      </p:graphicFrame>
      <p:sp>
        <p:nvSpPr>
          <p:cNvPr id="2" name="Footer Placeholder 2">
            <a:extLst>
              <a:ext uri="{FF2B5EF4-FFF2-40B4-BE49-F238E27FC236}">
                <a16:creationId xmlns:a16="http://schemas.microsoft.com/office/drawing/2014/main" id="{CDCFA9AD-9C86-780C-73AA-94AF59AF12FD}"/>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A103000399215</a:t>
            </a:r>
            <a:endParaRPr lang="ar" sz="1000" dirty="0"/>
          </a:p>
        </p:txBody>
      </p:sp>
    </p:spTree>
    <p:extLst>
      <p:ext uri="{BB962C8B-B14F-4D97-AF65-F5344CB8AC3E}">
        <p14:creationId xmlns:p14="http://schemas.microsoft.com/office/powerpoint/2010/main" val="2586097023"/>
      </p:ext>
    </p:extLst>
  </p:cSld>
  <p:clrMapOvr>
    <a:masterClrMapping/>
  </p:clrMapOvr>
  <p:transition>
    <p:sndAc>
      <p:stSnd>
        <p:snd r:embed="rId3"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اعتبارات الصيانة </a:t>
            </a:r>
          </a:p>
          <a:p>
            <a:pPr rtl="1"/>
            <a:r>
              <a:rPr lang="ar" sz="2200" b="1" dirty="0">
                <a:latin typeface="Sakkal Majalla" panose="02000000000000000000" pitchFamily="2" charset="-78"/>
                <a:cs typeface="Sakkal Majalla" panose="02000000000000000000" pitchFamily="2" charset="-78"/>
              </a:rPr>
              <a:t>لمجموعة التروس </a:t>
            </a:r>
          </a:p>
        </p:txBody>
      </p:sp>
      <p:sp>
        <p:nvSpPr>
          <p:cNvPr id="5" name="TextBox 4">
            <a:extLst>
              <a:ext uri="{FF2B5EF4-FFF2-40B4-BE49-F238E27FC236}">
                <a16:creationId xmlns:a16="http://schemas.microsoft.com/office/drawing/2014/main" id="{5D78CC95-EADD-443D-9C6C-EF6A92B101F1}"/>
              </a:ext>
            </a:extLst>
          </p:cNvPr>
          <p:cNvSpPr txBox="1"/>
          <p:nvPr/>
        </p:nvSpPr>
        <p:spPr>
          <a:xfrm>
            <a:off x="395535" y="1124744"/>
            <a:ext cx="8352929" cy="1200329"/>
          </a:xfrm>
          <a:prstGeom prst="rect">
            <a:avLst/>
          </a:prstGeom>
          <a:noFill/>
        </p:spPr>
        <p:txBody>
          <a:bodyPr wrap="square" rtlCol="1">
            <a:spAutoFit/>
          </a:bodyPr>
          <a:lstStyle/>
          <a:p>
            <a:pPr rtl="1"/>
            <a:r>
              <a:rPr lang="ar" dirty="0">
                <a:latin typeface="Sakkal Majalla" panose="02000000000000000000" pitchFamily="2" charset="-78"/>
                <a:cs typeface="Sakkal Majalla" panose="02000000000000000000" pitchFamily="2" charset="-78"/>
              </a:rPr>
              <a:t>تعد مجموعات التروس مكونات أساسية في أنظمة نقل القدرة، كما تعد الصيانة المناسبة ضرورية لضمان الأداء الأمثل وطول العمر. وسنناقش في هذا الجزء اعتبارات الصيانة المهمة لمجموعات التروس وتأثيرها على الأداء.</a:t>
            </a:r>
          </a:p>
          <a:p>
            <a:pPr rtl="1"/>
            <a:endParaRPr lang="en-GB" dirty="0">
              <a:latin typeface="Sakkal Majalla" panose="02000000000000000000" pitchFamily="2" charset="-78"/>
              <a:cs typeface="Sakkal Majalla" panose="02000000000000000000" pitchFamily="2" charset="-78"/>
            </a:endParaRPr>
          </a:p>
          <a:p>
            <a:pPr rtl="1"/>
            <a:r>
              <a:rPr lang="ar" b="1" dirty="0">
                <a:effectLst/>
                <a:latin typeface="Sakkal Majalla" panose="02000000000000000000" pitchFamily="2" charset="-78"/>
                <a:cs typeface="Sakkal Majalla" panose="02000000000000000000" pitchFamily="2" charset="-78"/>
              </a:rPr>
              <a:t>اعتبارات الصيانة لمجموعة التروس </a:t>
            </a:r>
            <a:endParaRPr lang="en-GB" b="1" dirty="0">
              <a:latin typeface="Sakkal Majalla" panose="02000000000000000000" pitchFamily="2" charset="-78"/>
              <a:cs typeface="Sakkal Majalla" panose="02000000000000000000" pitchFamily="2" charset="-78"/>
            </a:endParaRPr>
          </a:p>
        </p:txBody>
      </p:sp>
      <p:graphicFrame>
        <p:nvGraphicFramePr>
          <p:cNvPr id="4" name="Table 5">
            <a:extLst>
              <a:ext uri="{FF2B5EF4-FFF2-40B4-BE49-F238E27FC236}">
                <a16:creationId xmlns:a16="http://schemas.microsoft.com/office/drawing/2014/main" id="{B8758484-6D07-4272-AFE6-8729D6B93ABB}"/>
              </a:ext>
            </a:extLst>
          </p:cNvPr>
          <p:cNvGraphicFramePr>
            <a:graphicFrameLocks noGrp="1"/>
          </p:cNvGraphicFramePr>
          <p:nvPr>
            <p:extLst>
              <p:ext uri="{D42A27DB-BD31-4B8C-83A1-F6EECF244321}">
                <p14:modId xmlns:p14="http://schemas.microsoft.com/office/powerpoint/2010/main" val="3167380874"/>
              </p:ext>
            </p:extLst>
          </p:nvPr>
        </p:nvGraphicFramePr>
        <p:xfrm>
          <a:off x="323529" y="2829505"/>
          <a:ext cx="8352928" cy="2870200"/>
        </p:xfrm>
        <a:graphic>
          <a:graphicData uri="http://schemas.openxmlformats.org/drawingml/2006/table">
            <a:tbl>
              <a:tblPr rtl="1" firstRow="1" bandRow="1">
                <a:tableStyleId>{073A0DAA-6AF3-43AB-8588-CEC1D06C72B9}</a:tableStyleId>
              </a:tblPr>
              <a:tblGrid>
                <a:gridCol w="2232248">
                  <a:extLst>
                    <a:ext uri="{9D8B030D-6E8A-4147-A177-3AD203B41FA5}">
                      <a16:colId xmlns:a16="http://schemas.microsoft.com/office/drawing/2014/main" val="1959267166"/>
                    </a:ext>
                  </a:extLst>
                </a:gridCol>
                <a:gridCol w="6120680">
                  <a:extLst>
                    <a:ext uri="{9D8B030D-6E8A-4147-A177-3AD203B41FA5}">
                      <a16:colId xmlns:a16="http://schemas.microsoft.com/office/drawing/2014/main" val="3004356677"/>
                    </a:ext>
                  </a:extLst>
                </a:gridCol>
              </a:tblGrid>
              <a:tr h="370840">
                <a:tc>
                  <a:txBody>
                    <a:bodyPr/>
                    <a:lstStyle/>
                    <a:p>
                      <a:pPr rtl="1"/>
                      <a:r>
                        <a:rPr lang="ar" sz="1400">
                          <a:latin typeface="Sakkal Majalla" panose="02000000000000000000" pitchFamily="2" charset="-78"/>
                          <a:cs typeface="Sakkal Majalla" panose="02000000000000000000" pitchFamily="2" charset="-78"/>
                        </a:rPr>
                        <a:t>الاعتبارات</a:t>
                      </a:r>
                    </a:p>
                  </a:txBody>
                  <a:tcPr/>
                </a:tc>
                <a:tc>
                  <a:txBody>
                    <a:bodyPr/>
                    <a:lstStyle/>
                    <a:p>
                      <a:pPr rtl="1"/>
                      <a:r>
                        <a:rPr lang="ar" sz="1400" dirty="0">
                          <a:latin typeface="Sakkal Majalla" panose="02000000000000000000" pitchFamily="2" charset="-78"/>
                          <a:cs typeface="Sakkal Majalla" panose="02000000000000000000" pitchFamily="2" charset="-78"/>
                        </a:rPr>
                        <a:t>التأثير في الأداء وطول العمر</a:t>
                      </a:r>
                    </a:p>
                  </a:txBody>
                  <a:tcPr/>
                </a:tc>
                <a:extLst>
                  <a:ext uri="{0D108BD9-81ED-4DB2-BD59-A6C34878D82A}">
                    <a16:rowId xmlns:a16="http://schemas.microsoft.com/office/drawing/2014/main" val="1096279464"/>
                  </a:ext>
                </a:extLst>
              </a:tr>
              <a:tr h="370840">
                <a:tc>
                  <a:txBody>
                    <a:bodyPr/>
                    <a:lstStyle/>
                    <a:p>
                      <a:pPr rtl="1"/>
                      <a:r>
                        <a:rPr lang="ar" sz="1400">
                          <a:latin typeface="Sakkal Majalla" panose="02000000000000000000" pitchFamily="2" charset="-78"/>
                          <a:cs typeface="Sakkal Majalla" panose="02000000000000000000" pitchFamily="2" charset="-78"/>
                        </a:rPr>
                        <a:t>محاذاة التروس</a:t>
                      </a:r>
                    </a:p>
                  </a:txBody>
                  <a:tcPr/>
                </a:tc>
                <a:tc>
                  <a:txBody>
                    <a:bodyPr/>
                    <a:lstStyle/>
                    <a:p>
                      <a:pPr rtl="1"/>
                      <a:r>
                        <a:rPr lang="ar" sz="1400" dirty="0">
                          <a:latin typeface="Sakkal Majalla" panose="02000000000000000000" pitchFamily="2" charset="-78"/>
                          <a:cs typeface="Sakkal Majalla" panose="02000000000000000000" pitchFamily="2" charset="-78"/>
                        </a:rPr>
                        <a:t>تعد المحاذاة الصحيحة للتروس أمرًا بالغ الأهمية لتوزيع الحمل بالتساوي ومنع التآكل المفرط لأسنان معينة. يمكن أن يؤدي عدم المحاذاة إلى زيادة الضوضاء والاهتزاز وتآكل التروس بشكل أسرع.</a:t>
                      </a:r>
                    </a:p>
                  </a:txBody>
                  <a:tcPr/>
                </a:tc>
                <a:extLst>
                  <a:ext uri="{0D108BD9-81ED-4DB2-BD59-A6C34878D82A}">
                    <a16:rowId xmlns:a16="http://schemas.microsoft.com/office/drawing/2014/main" val="330397706"/>
                  </a:ext>
                </a:extLst>
              </a:tr>
              <a:tr h="370840">
                <a:tc>
                  <a:txBody>
                    <a:bodyPr/>
                    <a:lstStyle/>
                    <a:p>
                      <a:pPr rtl="1"/>
                      <a:r>
                        <a:rPr lang="ar" sz="1400">
                          <a:latin typeface="Sakkal Majalla" panose="02000000000000000000" pitchFamily="2" charset="-78"/>
                          <a:cs typeface="Sakkal Majalla" panose="02000000000000000000" pitchFamily="2" charset="-78"/>
                        </a:rPr>
                        <a:t>رد الفعل العكسي</a:t>
                      </a:r>
                    </a:p>
                  </a:txBody>
                  <a:tcPr/>
                </a:tc>
                <a:tc>
                  <a:txBody>
                    <a:bodyPr/>
                    <a:lstStyle/>
                    <a:p>
                      <a:pPr rtl="1"/>
                      <a:r>
                        <a:rPr lang="ar" sz="1400" dirty="0">
                          <a:latin typeface="Sakkal Majalla" panose="02000000000000000000" pitchFamily="2" charset="-78"/>
                          <a:cs typeface="Sakkal Majalla" panose="02000000000000000000" pitchFamily="2" charset="-78"/>
                        </a:rPr>
                        <a:t>يعد الحفاظ على المقدار الصحيح من رد الفعل العكسي بين التروس أمرًا مهمًا لضمان تداخل سلس ومنع الضرر الناتج عن الفراغ الزائد أو الاحتكاك. يمكن أن تؤدي ردة الفعل العكسية غير الصحيحة إلى صدور ضوضاء وحدوث اهتزاز وتآكل متسارع.</a:t>
                      </a:r>
                    </a:p>
                  </a:txBody>
                  <a:tcPr/>
                </a:tc>
                <a:extLst>
                  <a:ext uri="{0D108BD9-81ED-4DB2-BD59-A6C34878D82A}">
                    <a16:rowId xmlns:a16="http://schemas.microsoft.com/office/drawing/2014/main" val="988863833"/>
                  </a:ext>
                </a:extLst>
              </a:tr>
              <a:tr h="370840">
                <a:tc>
                  <a:txBody>
                    <a:bodyPr/>
                    <a:lstStyle/>
                    <a:p>
                      <a:pPr rtl="1"/>
                      <a:r>
                        <a:rPr lang="ar" sz="1400">
                          <a:latin typeface="Sakkal Majalla" panose="02000000000000000000" pitchFamily="2" charset="-78"/>
                          <a:cs typeface="Sakkal Majalla" panose="02000000000000000000" pitchFamily="2" charset="-78"/>
                        </a:rPr>
                        <a:t>التحميل الزائد</a:t>
                      </a:r>
                    </a:p>
                  </a:txBody>
                  <a:tcPr/>
                </a:tc>
                <a:tc>
                  <a:txBody>
                    <a:bodyPr/>
                    <a:lstStyle/>
                    <a:p>
                      <a:pPr rtl="1"/>
                      <a:r>
                        <a:rPr lang="ar" sz="1400" dirty="0">
                          <a:latin typeface="Sakkal Majalla" panose="02000000000000000000" pitchFamily="2" charset="-78"/>
                          <a:cs typeface="Sakkal Majalla" panose="02000000000000000000" pitchFamily="2" charset="-78"/>
                        </a:rPr>
                        <a:t>يعد تجنب التحميل الزائد على مجموعات التروس أمرًا بالغ الأهمية لمنع التلف المبكر. ويمكن أن تتسبب الأحمال الزائدة في كسر أسنان التروس والتنقر والتآكل، ما يقلل الأداء العام وعمر مجموعة التروس.</a:t>
                      </a:r>
                    </a:p>
                  </a:txBody>
                  <a:tcPr/>
                </a:tc>
                <a:extLst>
                  <a:ext uri="{0D108BD9-81ED-4DB2-BD59-A6C34878D82A}">
                    <a16:rowId xmlns:a16="http://schemas.microsoft.com/office/drawing/2014/main" val="4125568517"/>
                  </a:ext>
                </a:extLst>
              </a:tr>
              <a:tr h="370840">
                <a:tc>
                  <a:txBody>
                    <a:bodyPr/>
                    <a:lstStyle/>
                    <a:p>
                      <a:pPr rtl="1"/>
                      <a:r>
                        <a:rPr lang="ar" sz="1400">
                          <a:latin typeface="Sakkal Majalla" panose="02000000000000000000" pitchFamily="2" charset="-78"/>
                          <a:cs typeface="Sakkal Majalla" panose="02000000000000000000" pitchFamily="2" charset="-78"/>
                        </a:rPr>
                        <a:t>ارتفاع درجة الحرارة</a:t>
                      </a:r>
                    </a:p>
                  </a:txBody>
                  <a:tcPr/>
                </a:tc>
                <a:tc>
                  <a:txBody>
                    <a:bodyPr/>
                    <a:lstStyle/>
                    <a:p>
                      <a:pPr rtl="1"/>
                      <a:r>
                        <a:rPr lang="ar" sz="1400" dirty="0">
                          <a:latin typeface="Sakkal Majalla" panose="02000000000000000000" pitchFamily="2" charset="-78"/>
                          <a:cs typeface="Sakkal Majalla" panose="02000000000000000000" pitchFamily="2" charset="-78"/>
                        </a:rPr>
                        <a:t>تعد مراقبة درجة حرارة مجموعة التروس والتحكم فيها أمرًا ضروريًا لمنع ارتفاع درجة الحرارة، ما قد يؤدي إلى التآكل المتسارع وتدهور مواد التشحيم واحتمال حدوث عطل في الترس. ويعد التبريد والتهوية المناسبان ضروريان للحفاظ على ظروف التشغيل المثلى.</a:t>
                      </a:r>
                    </a:p>
                  </a:txBody>
                  <a:tcPr/>
                </a:tc>
                <a:extLst>
                  <a:ext uri="{0D108BD9-81ED-4DB2-BD59-A6C34878D82A}">
                    <a16:rowId xmlns:a16="http://schemas.microsoft.com/office/drawing/2014/main" val="2074919420"/>
                  </a:ext>
                </a:extLst>
              </a:tr>
            </a:tbl>
          </a:graphicData>
        </a:graphic>
      </p:graphicFrame>
      <p:sp>
        <p:nvSpPr>
          <p:cNvPr id="2" name="Footer Placeholder 2">
            <a:extLst>
              <a:ext uri="{FF2B5EF4-FFF2-40B4-BE49-F238E27FC236}">
                <a16:creationId xmlns:a16="http://schemas.microsoft.com/office/drawing/2014/main" id="{5058BD49-4E0B-9DD3-77EC-955DF3788342}"/>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A103000399215</a:t>
            </a:r>
            <a:endParaRPr lang="ar" sz="1000" dirty="0"/>
          </a:p>
        </p:txBody>
      </p:sp>
    </p:spTree>
    <p:extLst>
      <p:ext uri="{BB962C8B-B14F-4D97-AF65-F5344CB8AC3E}">
        <p14:creationId xmlns:p14="http://schemas.microsoft.com/office/powerpoint/2010/main" val="3662285605"/>
      </p:ext>
    </p:extLst>
  </p:cSld>
  <p:clrMapOvr>
    <a:masterClrMapping/>
  </p:clrMapOvr>
  <p:transition>
    <p:sndAc>
      <p:stSnd>
        <p:snd r:embed="rId3"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أمثلة ودراسات الحالة</a:t>
            </a:r>
          </a:p>
        </p:txBody>
      </p:sp>
      <p:sp>
        <p:nvSpPr>
          <p:cNvPr id="5" name="TextBox 4">
            <a:extLst>
              <a:ext uri="{FF2B5EF4-FFF2-40B4-BE49-F238E27FC236}">
                <a16:creationId xmlns:a16="http://schemas.microsoft.com/office/drawing/2014/main" id="{5D78CC95-EADD-443D-9C6C-EF6A92B101F1}"/>
              </a:ext>
            </a:extLst>
          </p:cNvPr>
          <p:cNvSpPr txBox="1"/>
          <p:nvPr/>
        </p:nvSpPr>
        <p:spPr>
          <a:xfrm>
            <a:off x="4283968" y="1280566"/>
            <a:ext cx="4579256" cy="2400657"/>
          </a:xfrm>
          <a:prstGeom prst="rect">
            <a:avLst/>
          </a:prstGeom>
          <a:noFill/>
        </p:spPr>
        <p:txBody>
          <a:bodyPr wrap="square" rtlCol="1">
            <a:spAutoFit/>
          </a:bodyPr>
          <a:lstStyle/>
          <a:p>
            <a:pPr rtl="1"/>
            <a:r>
              <a:rPr lang="ar" sz="1500" b="1" dirty="0">
                <a:effectLst/>
                <a:latin typeface="Sakkal Majalla" panose="02000000000000000000" pitchFamily="2" charset="-78"/>
                <a:cs typeface="Sakkal Majalla" panose="02000000000000000000" pitchFamily="2" charset="-78"/>
              </a:rPr>
              <a:t>ناقل الحركة في المركبات</a:t>
            </a:r>
            <a:endParaRPr lang="en-GB" sz="1500" b="1" dirty="0">
              <a:latin typeface="Sakkal Majalla" panose="02000000000000000000" pitchFamily="2" charset="-78"/>
              <a:cs typeface="Sakkal Majalla" panose="02000000000000000000" pitchFamily="2" charset="-78"/>
            </a:endParaRPr>
          </a:p>
          <a:p>
            <a:pPr rtl="1"/>
            <a:r>
              <a:rPr lang="ar" sz="1500" dirty="0">
                <a:effectLst/>
                <a:latin typeface="Sakkal Majalla" panose="02000000000000000000" pitchFamily="2" charset="-78"/>
                <a:cs typeface="Sakkal Majalla" panose="02000000000000000000" pitchFamily="2" charset="-78"/>
              </a:rPr>
              <a:t>يشيع استخدام مجموعات التروس في نواقل حركة الموجودة في المركبات لنقل القدرة من المحرك إلى العجلات. وتسمح باختيار نسب تروس مختلفة، ما يمكّن السيارة من تحقيق كفاءة في السرعة والتحميل.</a:t>
            </a:r>
          </a:p>
          <a:p>
            <a:pPr rtl="1"/>
            <a:endParaRPr lang="en-GB" sz="1500" dirty="0">
              <a:latin typeface="Sakkal Majalla" panose="02000000000000000000" pitchFamily="2" charset="-78"/>
              <a:cs typeface="Sakkal Majalla" panose="02000000000000000000" pitchFamily="2" charset="-78"/>
            </a:endParaRPr>
          </a:p>
          <a:p>
            <a:pPr rtl="1"/>
            <a:r>
              <a:rPr lang="ar" sz="1500" b="1" dirty="0">
                <a:effectLst/>
                <a:latin typeface="Sakkal Majalla" panose="02000000000000000000" pitchFamily="2" charset="-78"/>
                <a:cs typeface="Sakkal Majalla" panose="02000000000000000000" pitchFamily="2" charset="-78"/>
              </a:rPr>
              <a:t>توربينات الرياح</a:t>
            </a:r>
            <a:endParaRPr lang="en-GB" sz="1500" b="1" dirty="0">
              <a:latin typeface="Sakkal Majalla" panose="02000000000000000000" pitchFamily="2" charset="-78"/>
              <a:cs typeface="Sakkal Majalla" panose="02000000000000000000" pitchFamily="2" charset="-78"/>
            </a:endParaRPr>
          </a:p>
          <a:p>
            <a:pPr rtl="1"/>
            <a:r>
              <a:rPr lang="ar" sz="1500" dirty="0">
                <a:effectLst/>
                <a:latin typeface="Sakkal Majalla" panose="02000000000000000000" pitchFamily="2" charset="-78"/>
                <a:cs typeface="Sakkal Majalla" panose="02000000000000000000" pitchFamily="2" charset="-78"/>
              </a:rPr>
              <a:t>تُستخدم مجموعات التروس أيضًا في توربينات الرياح لتحويل الدوران منخفض السرعة لشفرات التوربينات إلى دوران عالي السرعة للمولد. ما يسمح بتوليد القدرة بكفاءة من الطاقة الحركية للرياح.</a:t>
            </a:r>
            <a:endParaRPr lang="en-GB" sz="1500" dirty="0">
              <a:latin typeface="Sakkal Majalla" panose="02000000000000000000" pitchFamily="2" charset="-78"/>
              <a:cs typeface="Sakkal Majalla" panose="02000000000000000000" pitchFamily="2" charset="-78"/>
            </a:endParaRPr>
          </a:p>
          <a:p>
            <a:pPr rtl="1"/>
            <a:endParaRPr lang="en-GB" sz="1500" dirty="0">
              <a:latin typeface="Sakkal Majalla" panose="02000000000000000000" pitchFamily="2" charset="-78"/>
              <a:cs typeface="Sakkal Majalla" panose="02000000000000000000" pitchFamily="2" charset="-78"/>
            </a:endParaRPr>
          </a:p>
        </p:txBody>
      </p:sp>
      <p:sp>
        <p:nvSpPr>
          <p:cNvPr id="7" name="TextBox 6">
            <a:extLst>
              <a:ext uri="{FF2B5EF4-FFF2-40B4-BE49-F238E27FC236}">
                <a16:creationId xmlns:a16="http://schemas.microsoft.com/office/drawing/2014/main" id="{8ECFBC41-EB8C-4613-A64A-275BA7A7F6BF}"/>
              </a:ext>
            </a:extLst>
          </p:cNvPr>
          <p:cNvSpPr txBox="1"/>
          <p:nvPr/>
        </p:nvSpPr>
        <p:spPr>
          <a:xfrm>
            <a:off x="119937" y="3690994"/>
            <a:ext cx="4579256" cy="338554"/>
          </a:xfrm>
          <a:prstGeom prst="rect">
            <a:avLst/>
          </a:prstGeom>
          <a:noFill/>
        </p:spPr>
        <p:txBody>
          <a:bodyPr wrap="square" rtlCol="1">
            <a:spAutoFit/>
          </a:bodyPr>
          <a:lstStyle/>
          <a:p>
            <a:pPr algn="ctr" rtl="1"/>
            <a:r>
              <a:rPr lang="ar" sz="1600" b="1" i="0" dirty="0">
                <a:effectLst/>
                <a:latin typeface="Sakkal Majalla" panose="02000000000000000000" pitchFamily="2" charset="-78"/>
                <a:cs typeface="Sakkal Majalla" panose="02000000000000000000" pitchFamily="2" charset="-78"/>
              </a:rPr>
              <a:t>توربينات الرياح </a:t>
            </a:r>
          </a:p>
        </p:txBody>
      </p:sp>
      <p:sp>
        <p:nvSpPr>
          <p:cNvPr id="9" name="TextBox 8">
            <a:extLst>
              <a:ext uri="{FF2B5EF4-FFF2-40B4-BE49-F238E27FC236}">
                <a16:creationId xmlns:a16="http://schemas.microsoft.com/office/drawing/2014/main" id="{8387616E-9285-4664-81BE-D14773B73175}"/>
              </a:ext>
            </a:extLst>
          </p:cNvPr>
          <p:cNvSpPr txBox="1"/>
          <p:nvPr/>
        </p:nvSpPr>
        <p:spPr>
          <a:xfrm>
            <a:off x="5940152" y="6146246"/>
            <a:ext cx="2707048" cy="338554"/>
          </a:xfrm>
          <a:prstGeom prst="rect">
            <a:avLst/>
          </a:prstGeom>
          <a:noFill/>
        </p:spPr>
        <p:txBody>
          <a:bodyPr wrap="square" rtlCol="1">
            <a:spAutoFit/>
          </a:bodyPr>
          <a:lstStyle/>
          <a:p>
            <a:pPr algn="ctr" rtl="1"/>
            <a:r>
              <a:rPr lang="ar" sz="1600" b="1" i="0" dirty="0">
                <a:effectLst/>
                <a:latin typeface="Sakkal Majalla" panose="02000000000000000000" pitchFamily="2" charset="-78"/>
                <a:cs typeface="Sakkal Majalla" panose="02000000000000000000" pitchFamily="2" charset="-78"/>
              </a:rPr>
              <a:t>آلات التصنيع</a:t>
            </a:r>
          </a:p>
        </p:txBody>
      </p:sp>
      <p:pic>
        <p:nvPicPr>
          <p:cNvPr id="3" name="Picture 2" descr="A wind turbines in a field&#10;&#10;Description automatically generated">
            <a:extLst>
              <a:ext uri="{FF2B5EF4-FFF2-40B4-BE49-F238E27FC236}">
                <a16:creationId xmlns:a16="http://schemas.microsoft.com/office/drawing/2014/main" id="{D43D4D0D-BC54-D468-982D-35BCA6CF0FF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71600" y="1618364"/>
            <a:ext cx="3008617" cy="2026530"/>
          </a:xfrm>
          <a:prstGeom prst="rect">
            <a:avLst/>
          </a:prstGeom>
        </p:spPr>
      </p:pic>
      <p:sp>
        <p:nvSpPr>
          <p:cNvPr id="4" name="TextBox 3">
            <a:extLst>
              <a:ext uri="{FF2B5EF4-FFF2-40B4-BE49-F238E27FC236}">
                <a16:creationId xmlns:a16="http://schemas.microsoft.com/office/drawing/2014/main" id="{5FF930C8-F544-DB95-9154-0CFD57101AFD}"/>
              </a:ext>
            </a:extLst>
          </p:cNvPr>
          <p:cNvSpPr txBox="1"/>
          <p:nvPr/>
        </p:nvSpPr>
        <p:spPr>
          <a:xfrm>
            <a:off x="323528" y="3945639"/>
            <a:ext cx="5040560" cy="2400657"/>
          </a:xfrm>
          <a:prstGeom prst="rect">
            <a:avLst/>
          </a:prstGeom>
          <a:noFill/>
        </p:spPr>
        <p:txBody>
          <a:bodyPr wrap="square" rtlCol="1">
            <a:spAutoFit/>
          </a:bodyPr>
          <a:lstStyle/>
          <a:p>
            <a:pPr rtl="1"/>
            <a:endParaRPr lang="en-GB" sz="1500" dirty="0">
              <a:latin typeface="Sakkal Majalla" panose="02000000000000000000" pitchFamily="2" charset="-78"/>
              <a:cs typeface="Sakkal Majalla" panose="02000000000000000000" pitchFamily="2" charset="-78"/>
            </a:endParaRPr>
          </a:p>
          <a:p>
            <a:pPr rtl="1"/>
            <a:r>
              <a:rPr lang="ar" sz="1500" b="1" dirty="0">
                <a:effectLst/>
                <a:latin typeface="Sakkal Majalla" panose="02000000000000000000" pitchFamily="2" charset="-78"/>
                <a:cs typeface="Sakkal Majalla" panose="02000000000000000000" pitchFamily="2" charset="-78"/>
              </a:rPr>
              <a:t>الآلات الصناعية</a:t>
            </a:r>
            <a:endParaRPr lang="en-GB" sz="1500" b="1" dirty="0">
              <a:latin typeface="Sakkal Majalla" panose="02000000000000000000" pitchFamily="2" charset="-78"/>
              <a:cs typeface="Sakkal Majalla" panose="02000000000000000000" pitchFamily="2" charset="-78"/>
            </a:endParaRPr>
          </a:p>
          <a:p>
            <a:pPr rtl="1"/>
            <a:r>
              <a:rPr lang="ar" sz="1500" dirty="0">
                <a:effectLst/>
                <a:latin typeface="Sakkal Majalla" panose="02000000000000000000" pitchFamily="2" charset="-78"/>
                <a:cs typeface="Sakkal Majalla" panose="02000000000000000000" pitchFamily="2" charset="-78"/>
              </a:rPr>
              <a:t>وتؤدي مجموعات التروس دورًا مهمًا في الآلات الصناعية الثقيلة، مثل معدات التصنيع وآلات البناء. كما تتيح إمكانية نقل القدرة وعزم الدوران لتشغيل المكونات المختلفة وأداء مهام محددة.</a:t>
            </a:r>
            <a:endParaRPr lang="en-GB" sz="1500" dirty="0">
              <a:latin typeface="Sakkal Majalla" panose="02000000000000000000" pitchFamily="2" charset="-78"/>
              <a:cs typeface="Sakkal Majalla" panose="02000000000000000000" pitchFamily="2" charset="-78"/>
            </a:endParaRPr>
          </a:p>
          <a:p>
            <a:pPr rtl="1"/>
            <a:endParaRPr lang="en-GB" sz="1500" dirty="0">
              <a:latin typeface="Sakkal Majalla" panose="02000000000000000000" pitchFamily="2" charset="-78"/>
              <a:cs typeface="Sakkal Majalla" panose="02000000000000000000" pitchFamily="2" charset="-78"/>
            </a:endParaRPr>
          </a:p>
          <a:p>
            <a:pPr rtl="1"/>
            <a:r>
              <a:rPr lang="ar" sz="1500" b="1" dirty="0">
                <a:effectLst/>
                <a:latin typeface="Sakkal Majalla" panose="02000000000000000000" pitchFamily="2" charset="-78"/>
                <a:cs typeface="Sakkal Majalla" panose="02000000000000000000" pitchFamily="2" charset="-78"/>
              </a:rPr>
              <a:t>المطابع</a:t>
            </a:r>
            <a:endParaRPr lang="en-GB" sz="1500" b="1" dirty="0">
              <a:latin typeface="Sakkal Majalla" panose="02000000000000000000" pitchFamily="2" charset="-78"/>
              <a:cs typeface="Sakkal Majalla" panose="02000000000000000000" pitchFamily="2" charset="-78"/>
            </a:endParaRPr>
          </a:p>
          <a:p>
            <a:pPr rtl="1"/>
            <a:r>
              <a:rPr lang="ar" sz="1500" dirty="0">
                <a:effectLst/>
                <a:latin typeface="Sakkal Majalla" panose="02000000000000000000" pitchFamily="2" charset="-78"/>
                <a:cs typeface="Sakkal Majalla" panose="02000000000000000000" pitchFamily="2" charset="-78"/>
              </a:rPr>
              <a:t>تُستخدم مجموعات التروس في المطابع لمزامنة حركة البكرات والأسطوانات المختلفة. وهذا يضمن جودة طباعة دقيقة ومتسقة، فضلًا عن تغذية الورق ومعالجته بكفاءة.</a:t>
            </a:r>
            <a:endParaRPr lang="en-GB" sz="1500" dirty="0">
              <a:latin typeface="Sakkal Majalla" panose="02000000000000000000" pitchFamily="2" charset="-78"/>
              <a:cs typeface="Sakkal Majalla" panose="02000000000000000000" pitchFamily="2" charset="-78"/>
            </a:endParaRPr>
          </a:p>
          <a:p>
            <a:pPr rtl="1"/>
            <a:endParaRPr lang="en-GB" sz="1500" dirty="0">
              <a:latin typeface="Sakkal Majalla" panose="02000000000000000000" pitchFamily="2" charset="-78"/>
              <a:cs typeface="Sakkal Majalla" panose="02000000000000000000" pitchFamily="2" charset="-78"/>
            </a:endParaRPr>
          </a:p>
        </p:txBody>
      </p:sp>
      <p:pic>
        <p:nvPicPr>
          <p:cNvPr id="8" name="Picture 7" descr="A person using a drill to work on a machine&#10;&#10;Description automatically generated">
            <a:extLst>
              <a:ext uri="{FF2B5EF4-FFF2-40B4-BE49-F238E27FC236}">
                <a16:creationId xmlns:a16="http://schemas.microsoft.com/office/drawing/2014/main" id="{62028084-5741-39FC-79A7-B80CA6196823}"/>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5940152" y="4237186"/>
            <a:ext cx="2731476" cy="1817561"/>
          </a:xfrm>
          <a:prstGeom prst="rect">
            <a:avLst/>
          </a:prstGeom>
        </p:spPr>
      </p:pic>
      <p:sp>
        <p:nvSpPr>
          <p:cNvPr id="2" name="Footer Placeholder 2">
            <a:extLst>
              <a:ext uri="{FF2B5EF4-FFF2-40B4-BE49-F238E27FC236}">
                <a16:creationId xmlns:a16="http://schemas.microsoft.com/office/drawing/2014/main" id="{0D488999-B818-66DD-ADA1-C270D70AA5B9}"/>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A103000399215</a:t>
            </a:r>
            <a:endParaRPr lang="ar" sz="1000" dirty="0"/>
          </a:p>
        </p:txBody>
      </p:sp>
    </p:spTree>
    <p:extLst>
      <p:ext uri="{BB962C8B-B14F-4D97-AF65-F5344CB8AC3E}">
        <p14:creationId xmlns:p14="http://schemas.microsoft.com/office/powerpoint/2010/main" val="2587244497"/>
      </p:ext>
    </p:extLst>
  </p:cSld>
  <p:clrMapOvr>
    <a:masterClrMapping/>
  </p:clrMapOvr>
  <p:transition>
    <p:sndAc>
      <p:stSnd>
        <p:snd r:embed="rId3"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ج2 آليات الوصل</a:t>
            </a:r>
          </a:p>
        </p:txBody>
      </p:sp>
      <p:sp>
        <p:nvSpPr>
          <p:cNvPr id="5" name="TextBox 4">
            <a:extLst>
              <a:ext uri="{FF2B5EF4-FFF2-40B4-BE49-F238E27FC236}">
                <a16:creationId xmlns:a16="http://schemas.microsoft.com/office/drawing/2014/main" id="{5D78CC95-EADD-443D-9C6C-EF6A92B101F1}"/>
              </a:ext>
            </a:extLst>
          </p:cNvPr>
          <p:cNvSpPr txBox="1"/>
          <p:nvPr/>
        </p:nvSpPr>
        <p:spPr>
          <a:xfrm>
            <a:off x="3454209" y="1268760"/>
            <a:ext cx="5366263" cy="4939814"/>
          </a:xfrm>
          <a:prstGeom prst="rect">
            <a:avLst/>
          </a:prstGeom>
          <a:noFill/>
        </p:spPr>
        <p:txBody>
          <a:bodyPr wrap="square" rtlCol="1">
            <a:spAutoFit/>
          </a:bodyPr>
          <a:lstStyle/>
          <a:p>
            <a:pPr rtl="1"/>
            <a:r>
              <a:rPr lang="ar" sz="1500" b="1" dirty="0">
                <a:effectLst/>
                <a:latin typeface="Sakkal Majalla" panose="02000000000000000000" pitchFamily="2" charset="-78"/>
                <a:cs typeface="Sakkal Majalla" panose="02000000000000000000" pitchFamily="2" charset="-78"/>
              </a:rPr>
              <a:t>كرنك المنزلق والانعكاس</a:t>
            </a:r>
            <a:endParaRPr lang="en-GB" sz="15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يتألف النظام من منزلق يتحرك على مسار مستقيم، يتزامن مع حركة دوران لكرنك.</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وتُستخدم هذه الآلية بشكل شائع في المحركات الترددية والمضخات والضواغط.</a:t>
            </a:r>
          </a:p>
          <a:p>
            <a:pPr rtl="1">
              <a:buFont typeface="Arial" panose="020B0604020202020204" pitchFamily="34" charset="0"/>
              <a:buChar char="•"/>
            </a:pPr>
            <a:endParaRPr lang="en-GB" sz="1500" dirty="0">
              <a:latin typeface="Sakkal Majalla" panose="02000000000000000000" pitchFamily="2" charset="-78"/>
              <a:cs typeface="Sakkal Majalla" panose="02000000000000000000" pitchFamily="2" charset="-78"/>
            </a:endParaRPr>
          </a:p>
          <a:p>
            <a:pPr rtl="1"/>
            <a:r>
              <a:rPr lang="ar" sz="1500" b="1" dirty="0">
                <a:effectLst/>
                <a:latin typeface="Sakkal Majalla" panose="02000000000000000000" pitchFamily="2" charset="-78"/>
                <a:cs typeface="Sakkal Majalla" panose="02000000000000000000" pitchFamily="2" charset="-78"/>
              </a:rPr>
              <a:t>الوصلات ذات الأربعة قضبان وانعكاساتها</a:t>
            </a:r>
            <a:endParaRPr lang="en-GB" sz="15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500" dirty="0">
                <a:latin typeface="Sakkal Majalla" panose="02000000000000000000" pitchFamily="2" charset="-78"/>
                <a:cs typeface="Sakkal Majalla" panose="02000000000000000000" pitchFamily="2" charset="-78"/>
              </a:rPr>
              <a:t>تتكون من أربعة روابط صلبة متصلة بواسطة مفاصل دوارة.</a:t>
            </a:r>
          </a:p>
          <a:p>
            <a:pPr marL="177800" indent="-177800" rtl="1">
              <a:buFont typeface="Arial" panose="020B0604020202020204" pitchFamily="34" charset="0"/>
              <a:buChar char="•"/>
            </a:pPr>
            <a:r>
              <a:rPr lang="ar" sz="1500" dirty="0">
                <a:latin typeface="Sakkal Majalla" panose="02000000000000000000" pitchFamily="2" charset="-78"/>
                <a:cs typeface="Sakkal Majalla" panose="02000000000000000000" pitchFamily="2" charset="-78"/>
              </a:rPr>
              <a:t>وتُستخدم في تطبيقات مختلفة، بما في ذلك آليات التوجيه والأذرع الآلية.</a:t>
            </a:r>
          </a:p>
          <a:p>
            <a:pPr rtl="1"/>
            <a:endParaRPr lang="en-GB" sz="1500" dirty="0">
              <a:latin typeface="Sakkal Majalla" panose="02000000000000000000" pitchFamily="2" charset="-78"/>
              <a:cs typeface="Sakkal Majalla" panose="02000000000000000000" pitchFamily="2" charset="-78"/>
            </a:endParaRPr>
          </a:p>
          <a:p>
            <a:pPr rtl="1"/>
            <a:r>
              <a:rPr lang="ar" sz="1500" b="1" dirty="0">
                <a:effectLst/>
                <a:latin typeface="Sakkal Majalla" panose="02000000000000000000" pitchFamily="2" charset="-78"/>
                <a:cs typeface="Sakkal Majalla" panose="02000000000000000000" pitchFamily="2" charset="-78"/>
              </a:rPr>
              <a:t>حركة الارتداد السريع للوصلة المشقوقة</a:t>
            </a:r>
            <a:endParaRPr lang="en-GB" sz="15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500" dirty="0">
                <a:latin typeface="Sakkal Majalla" panose="02000000000000000000" pitchFamily="2" charset="-78"/>
                <a:cs typeface="Sakkal Majalla" panose="02000000000000000000" pitchFamily="2" charset="-78"/>
              </a:rPr>
              <a:t>تعتمد هذه الآلية على وصلة مشقوقة لتحويل الحركة الدورانية إلى حركة ترددية.</a:t>
            </a:r>
          </a:p>
          <a:p>
            <a:pPr marL="177800" indent="-177800" rtl="1">
              <a:buFont typeface="Arial" panose="020B0604020202020204" pitchFamily="34" charset="0"/>
              <a:buChar char="•"/>
            </a:pPr>
            <a:r>
              <a:rPr lang="ar" sz="1500" dirty="0">
                <a:latin typeface="Sakkal Majalla" panose="02000000000000000000" pitchFamily="2" charset="-78"/>
                <a:cs typeface="Sakkal Majalla" panose="02000000000000000000" pitchFamily="2" charset="-78"/>
              </a:rPr>
              <a:t>تُعد خيارًا أساسيًا في آلات التشكيل والتخديد.</a:t>
            </a:r>
          </a:p>
          <a:p>
            <a:pPr rtl="1">
              <a:buFont typeface="Arial" panose="020B0604020202020204" pitchFamily="34" charset="0"/>
              <a:buChar char="•"/>
            </a:pPr>
            <a:endParaRPr lang="en-GB" sz="1500" dirty="0">
              <a:effectLst/>
              <a:latin typeface="Sakkal Majalla" panose="02000000000000000000" pitchFamily="2" charset="-78"/>
              <a:cs typeface="Sakkal Majalla" panose="02000000000000000000" pitchFamily="2" charset="-78"/>
            </a:endParaRPr>
          </a:p>
          <a:p>
            <a:pPr rtl="1"/>
            <a:r>
              <a:rPr lang="ar" sz="1500" b="1" dirty="0">
                <a:effectLst/>
                <a:latin typeface="Sakkal Majalla" panose="02000000000000000000" pitchFamily="2" charset="-78"/>
                <a:cs typeface="Sakkal Majalla" panose="02000000000000000000" pitchFamily="2" charset="-78"/>
              </a:rPr>
              <a:t>حركة الارتداد السريع لوايت ورث</a:t>
            </a:r>
            <a:endParaRPr lang="en-GB" sz="15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500" dirty="0">
                <a:latin typeface="Sakkal Majalla" panose="02000000000000000000" pitchFamily="2" charset="-78"/>
                <a:cs typeface="Sakkal Majalla" panose="02000000000000000000" pitchFamily="2" charset="-78"/>
              </a:rPr>
              <a:t>تعتمد هذه الآلية على تصميم مبتكر لتحقيق حركة ارتداد سريع.</a:t>
            </a:r>
          </a:p>
          <a:p>
            <a:pPr marL="177800" indent="-177800" rtl="1">
              <a:buFont typeface="Arial" panose="020B0604020202020204" pitchFamily="34" charset="0"/>
              <a:buChar char="•"/>
            </a:pPr>
            <a:r>
              <a:rPr lang="ar" sz="1500" dirty="0">
                <a:latin typeface="Sakkal Majalla" panose="02000000000000000000" pitchFamily="2" charset="-78"/>
                <a:cs typeface="Sakkal Majalla" panose="02000000000000000000" pitchFamily="2" charset="-78"/>
              </a:rPr>
              <a:t>تُستخدم بشكل شائع في مكابس القدرة وآلات الثقب.</a:t>
            </a:r>
          </a:p>
          <a:p>
            <a:pPr rtl="1">
              <a:buFont typeface="Arial" panose="020B0604020202020204" pitchFamily="34" charset="0"/>
              <a:buChar char="•"/>
            </a:pPr>
            <a:endParaRPr lang="en-GB" sz="1500" dirty="0">
              <a:latin typeface="Sakkal Majalla" panose="02000000000000000000" pitchFamily="2" charset="-78"/>
              <a:cs typeface="Sakkal Majalla" panose="02000000000000000000" pitchFamily="2" charset="-78"/>
            </a:endParaRPr>
          </a:p>
          <a:p>
            <a:pPr rtl="1"/>
            <a:r>
              <a:rPr lang="ar" sz="1500" b="1" dirty="0">
                <a:effectLst/>
                <a:latin typeface="Sakkal Majalla" panose="02000000000000000000" pitchFamily="2" charset="-78"/>
                <a:cs typeface="Sakkal Majalla" panose="02000000000000000000" pitchFamily="2" charset="-78"/>
              </a:rPr>
              <a:t>اعتبارات الصيانة</a:t>
            </a:r>
            <a:endParaRPr lang="en-GB" sz="15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500" dirty="0">
                <a:latin typeface="Sakkal Majalla" panose="02000000000000000000" pitchFamily="2" charset="-78"/>
                <a:cs typeface="Sakkal Majalla" panose="02000000000000000000" pitchFamily="2" charset="-78"/>
              </a:rPr>
              <a:t>التشحيم المنتظم للمفاصل والنقاط المحورية لمنع التآكل وضمان التشغيل السلس.</a:t>
            </a:r>
          </a:p>
          <a:p>
            <a:pPr marL="177800" indent="-177800" rtl="1">
              <a:buFont typeface="Arial" panose="020B0604020202020204" pitchFamily="34" charset="0"/>
              <a:buChar char="•"/>
            </a:pPr>
            <a:r>
              <a:rPr lang="ar" sz="1500" dirty="0">
                <a:latin typeface="Sakkal Majalla" panose="02000000000000000000" pitchFamily="2" charset="-78"/>
                <a:cs typeface="Sakkal Majalla" panose="02000000000000000000" pitchFamily="2" charset="-78"/>
              </a:rPr>
              <a:t>فحص الوصلات بحثًا عن أي علامات تلف أو عدم المحاذاة.</a:t>
            </a:r>
          </a:p>
          <a:p>
            <a:pPr marL="177800" indent="-177800" rtl="1">
              <a:buFont typeface="Arial" panose="020B0604020202020204" pitchFamily="34" charset="0"/>
              <a:buChar char="•"/>
            </a:pPr>
            <a:r>
              <a:rPr lang="ar" sz="1500" dirty="0">
                <a:latin typeface="Sakkal Majalla" panose="02000000000000000000" pitchFamily="2" charset="-78"/>
                <a:cs typeface="Sakkal Majalla" panose="02000000000000000000" pitchFamily="2" charset="-78"/>
              </a:rPr>
              <a:t>تعديل الوصلات للحفاظ على المواءمة المناسبة وتقليل رد الفعل العكسي.</a:t>
            </a:r>
          </a:p>
          <a:p>
            <a:pPr rtl="1">
              <a:buFont typeface="Arial" panose="020B0604020202020204" pitchFamily="34" charset="0"/>
              <a:buChar char="•"/>
            </a:pPr>
            <a:endParaRPr lang="en-GB" sz="1500" dirty="0">
              <a:effectLst/>
              <a:latin typeface="Sakkal Majalla" panose="02000000000000000000" pitchFamily="2" charset="-78"/>
              <a:cs typeface="Sakkal Majalla" panose="02000000000000000000" pitchFamily="2" charset="-78"/>
            </a:endParaRPr>
          </a:p>
        </p:txBody>
      </p:sp>
      <p:sp>
        <p:nvSpPr>
          <p:cNvPr id="6" name="TextBox 5">
            <a:extLst>
              <a:ext uri="{FF2B5EF4-FFF2-40B4-BE49-F238E27FC236}">
                <a16:creationId xmlns:a16="http://schemas.microsoft.com/office/drawing/2014/main" id="{6672A07A-01B8-4559-93C8-D280087163C2}"/>
              </a:ext>
            </a:extLst>
          </p:cNvPr>
          <p:cNvSpPr txBox="1"/>
          <p:nvPr/>
        </p:nvSpPr>
        <p:spPr>
          <a:xfrm>
            <a:off x="595374" y="6071511"/>
            <a:ext cx="2182587" cy="338554"/>
          </a:xfrm>
          <a:prstGeom prst="rect">
            <a:avLst/>
          </a:prstGeom>
          <a:noFill/>
        </p:spPr>
        <p:txBody>
          <a:bodyPr wrap="square" rtlCol="1">
            <a:spAutoFit/>
          </a:bodyPr>
          <a:lstStyle/>
          <a:p>
            <a:pPr algn="ctr" rtl="1"/>
            <a:r>
              <a:rPr lang="ar" sz="1600" b="1" i="0" dirty="0">
                <a:effectLst/>
                <a:latin typeface="Sakkal Majalla" panose="02000000000000000000" pitchFamily="2" charset="-78"/>
                <a:cs typeface="Sakkal Majalla" panose="02000000000000000000" pitchFamily="2" charset="-78"/>
              </a:rPr>
              <a:t>أنظمة تروس الربط</a:t>
            </a:r>
          </a:p>
        </p:txBody>
      </p:sp>
      <p:pic>
        <p:nvPicPr>
          <p:cNvPr id="4" name="Picture 3" descr="Close-up of a bicycle gear&#10;&#10;Description automatically generated">
            <a:extLst>
              <a:ext uri="{FF2B5EF4-FFF2-40B4-BE49-F238E27FC236}">
                <a16:creationId xmlns:a16="http://schemas.microsoft.com/office/drawing/2014/main" id="{74BD7F17-2F3F-F532-8A75-6B511D5E680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95374" y="1556792"/>
            <a:ext cx="2536466" cy="4295960"/>
          </a:xfrm>
          <a:prstGeom prst="rect">
            <a:avLst/>
          </a:prstGeom>
        </p:spPr>
      </p:pic>
      <p:sp>
        <p:nvSpPr>
          <p:cNvPr id="2" name="Footer Placeholder 2">
            <a:extLst>
              <a:ext uri="{FF2B5EF4-FFF2-40B4-BE49-F238E27FC236}">
                <a16:creationId xmlns:a16="http://schemas.microsoft.com/office/drawing/2014/main" id="{3B43D925-80D3-A437-D689-AC700142E7A0}"/>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A103000399215</a:t>
            </a:r>
            <a:endParaRPr lang="ar" sz="1000" dirty="0"/>
          </a:p>
        </p:txBody>
      </p:sp>
    </p:spTree>
    <p:extLst>
      <p:ext uri="{BB962C8B-B14F-4D97-AF65-F5344CB8AC3E}">
        <p14:creationId xmlns:p14="http://schemas.microsoft.com/office/powerpoint/2010/main" val="1224442848"/>
      </p:ext>
    </p:extLst>
  </p:cSld>
  <p:clrMapOvr>
    <a:masterClrMapping/>
  </p:clrMapOvr>
  <p:transition>
    <p:sndAc>
      <p:stSnd>
        <p:snd r:embed="rId3"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499992" y="332656"/>
            <a:ext cx="4597255"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أعمدة النقل والقارنات</a:t>
            </a:r>
          </a:p>
        </p:txBody>
      </p:sp>
      <p:sp>
        <p:nvSpPr>
          <p:cNvPr id="5" name="TextBox 4">
            <a:extLst>
              <a:ext uri="{FF2B5EF4-FFF2-40B4-BE49-F238E27FC236}">
                <a16:creationId xmlns:a16="http://schemas.microsoft.com/office/drawing/2014/main" id="{5D78CC95-EADD-443D-9C6C-EF6A92B101F1}"/>
              </a:ext>
            </a:extLst>
          </p:cNvPr>
          <p:cNvSpPr txBox="1"/>
          <p:nvPr/>
        </p:nvSpPr>
        <p:spPr>
          <a:xfrm>
            <a:off x="338728" y="1700808"/>
            <a:ext cx="4665320" cy="4247317"/>
          </a:xfrm>
          <a:prstGeom prst="rect">
            <a:avLst/>
          </a:prstGeom>
          <a:noFill/>
        </p:spPr>
        <p:txBody>
          <a:bodyPr wrap="square" rtlCol="1">
            <a:spAutoFit/>
          </a:bodyPr>
          <a:lstStyle/>
          <a:p>
            <a:pPr rtl="1"/>
            <a:r>
              <a:rPr lang="ar" sz="1500" b="1" dirty="0">
                <a:effectLst/>
                <a:latin typeface="Sakkal Majalla" panose="02000000000000000000" pitchFamily="2" charset="-78"/>
                <a:cs typeface="Sakkal Majalla" panose="02000000000000000000" pitchFamily="2" charset="-78"/>
              </a:rPr>
              <a:t>أعمدة النقل</a:t>
            </a:r>
            <a:endParaRPr lang="en-GB" sz="15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عمود صلب: قضيب أسطواني صلب يستخدم لنقل عزم الدوران بين مكونين. ويتميز بشكلة العادي ومتانته العالية.</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عمود مجوف: أنبوب أسطواني ذو تصميم مجوف، يهدف إلى تقليل الوزن وزيادة المرونة.</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القارنات ذات الشفة: عبارة عن وصلة تعشيق مزودة بشفة في الطرفين تُستخدم لربط عمودين ونقل عزم الدوران بثبات.</a:t>
            </a:r>
          </a:p>
          <a:p>
            <a:pPr rtl="1">
              <a:buFont typeface="Arial" panose="020B0604020202020204" pitchFamily="34" charset="0"/>
              <a:buChar char="•"/>
            </a:pPr>
            <a:endParaRPr lang="en-GB" sz="1500" dirty="0">
              <a:latin typeface="Sakkal Majalla" panose="02000000000000000000" pitchFamily="2" charset="-78"/>
              <a:cs typeface="Sakkal Majalla" panose="02000000000000000000" pitchFamily="2" charset="-78"/>
            </a:endParaRPr>
          </a:p>
          <a:p>
            <a:pPr rtl="1"/>
            <a:r>
              <a:rPr lang="ar" sz="1500" b="1" dirty="0">
                <a:effectLst/>
                <a:latin typeface="Sakkal Majalla" panose="02000000000000000000" pitchFamily="2" charset="-78"/>
                <a:cs typeface="Sakkal Majalla" panose="02000000000000000000" pitchFamily="2" charset="-78"/>
              </a:rPr>
              <a:t>القارنات</a:t>
            </a:r>
            <a:endParaRPr lang="en-GB" sz="15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القارنات المخددة: قارنة مزودة بحواف أو أخاديد على العمود مع جزء متطابق يحتوي على حواف أو أخاديد متطابقة. وتتميز بقدرتها على توليد نقلًا عاليًا لعزم الدوران وتعويض عدم المطابقة.</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القارنة الزاوية: وصلة تعشيق تستخدم لنقل عزم الدوران بين عمودين بزاوية. وتُستخدم بشكل كبير في السيارات.</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وصلة هوك متعددة الاستعمال: وصلة تعشيق تُستخدم لنقل عزم الدوران بين عمودين غير متصلين، مع القدرة على استيعاب الانحراف الزاوي.</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وصلة ذات سرعة ثابتة: وصلة تعشيق تُستخدم لنقل عزم الدوران بين عمودين بسرعة ثابتة، وتُستخدم بشكل كبير في عمود النقل بالسيارات.</a:t>
            </a:r>
          </a:p>
        </p:txBody>
      </p:sp>
      <p:sp>
        <p:nvSpPr>
          <p:cNvPr id="6" name="TextBox 5">
            <a:extLst>
              <a:ext uri="{FF2B5EF4-FFF2-40B4-BE49-F238E27FC236}">
                <a16:creationId xmlns:a16="http://schemas.microsoft.com/office/drawing/2014/main" id="{2050FC1C-476D-4742-91FD-BEC2C5471D58}"/>
              </a:ext>
            </a:extLst>
          </p:cNvPr>
          <p:cNvSpPr txBox="1"/>
          <p:nvPr/>
        </p:nvSpPr>
        <p:spPr>
          <a:xfrm>
            <a:off x="6156176" y="3915340"/>
            <a:ext cx="1728192" cy="338554"/>
          </a:xfrm>
          <a:prstGeom prst="rect">
            <a:avLst/>
          </a:prstGeom>
          <a:noFill/>
        </p:spPr>
        <p:txBody>
          <a:bodyPr wrap="square" rtlCol="1">
            <a:spAutoFit/>
          </a:bodyPr>
          <a:lstStyle/>
          <a:p>
            <a:pPr algn="ctr" rtl="1"/>
            <a:r>
              <a:rPr lang="ar" sz="1600" b="1" i="0" dirty="0">
                <a:effectLst/>
                <a:latin typeface="Sakkal Majalla" panose="02000000000000000000" pitchFamily="2" charset="-78"/>
                <a:cs typeface="Sakkal Majalla" panose="02000000000000000000" pitchFamily="2" charset="-78"/>
              </a:rPr>
              <a:t>ناقل حركة بسير</a:t>
            </a:r>
          </a:p>
        </p:txBody>
      </p:sp>
      <p:pic>
        <p:nvPicPr>
          <p:cNvPr id="4" name="Picture 3" descr="A close-up of a belt&#10;&#10;Description automatically generated">
            <a:extLst>
              <a:ext uri="{FF2B5EF4-FFF2-40B4-BE49-F238E27FC236}">
                <a16:creationId xmlns:a16="http://schemas.microsoft.com/office/drawing/2014/main" id="{E0C13A33-5DE8-2B0B-399B-A1B355733BA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300505" y="1365917"/>
            <a:ext cx="3600400" cy="2400267"/>
          </a:xfrm>
          <a:prstGeom prst="rect">
            <a:avLst/>
          </a:prstGeom>
        </p:spPr>
      </p:pic>
      <p:sp>
        <p:nvSpPr>
          <p:cNvPr id="3" name="TextBox 2">
            <a:extLst>
              <a:ext uri="{FF2B5EF4-FFF2-40B4-BE49-F238E27FC236}">
                <a16:creationId xmlns:a16="http://schemas.microsoft.com/office/drawing/2014/main" id="{B3932C07-787E-7DEE-6FD3-7C21B6EB9292}"/>
              </a:ext>
            </a:extLst>
          </p:cNvPr>
          <p:cNvSpPr txBox="1"/>
          <p:nvPr/>
        </p:nvSpPr>
        <p:spPr>
          <a:xfrm>
            <a:off x="5220072" y="4233893"/>
            <a:ext cx="3761265" cy="2400657"/>
          </a:xfrm>
          <a:prstGeom prst="rect">
            <a:avLst/>
          </a:prstGeom>
          <a:noFill/>
        </p:spPr>
        <p:txBody>
          <a:bodyPr wrap="square" rtlCol="1">
            <a:spAutoFit/>
          </a:bodyPr>
          <a:lstStyle/>
          <a:p>
            <a:pPr rtl="1"/>
            <a:r>
              <a:rPr lang="ar" sz="1500" b="1" dirty="0">
                <a:effectLst/>
                <a:latin typeface="Sakkal Majalla" panose="02000000000000000000" pitchFamily="2" charset="-78"/>
                <a:cs typeface="Sakkal Majalla" panose="02000000000000000000" pitchFamily="2" charset="-78"/>
              </a:rPr>
              <a:t>اعتبارات الصيانة</a:t>
            </a:r>
            <a:endParaRPr lang="en-GB" sz="15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التشحيم: طبق الشحم على الأعمدة والوصلات بانتظام لتقليل الاحتكاك ومنع التآكل.</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المحاذاة: تأكد من محاذاة الأعمدة والقارنات بشكل صحيح لتجنب الإجهاد المفرط والاهتزاز.</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الفحص: افحص الأعمدة والقارنات بانتظام بحثًا عن أي علامات تلف أو تآكل. استبدل أي مكونات متآكلة أو تالفة.</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الموازنة: وازن الأعمدة والقارنات لتقليل الاهتزاز وضمان التشغيل السلس.</a:t>
            </a:r>
          </a:p>
          <a:p>
            <a:pPr rtl="1">
              <a:buFont typeface="Arial" panose="020B0604020202020204" pitchFamily="34" charset="0"/>
              <a:buChar char="•"/>
            </a:pPr>
            <a:endParaRPr lang="en-GB" sz="1500" dirty="0">
              <a:effectLst/>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6E0ECE25-7EB2-A6F0-57EB-7BECECE8DAB0}"/>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A103000399215</a:t>
            </a:r>
            <a:endParaRPr lang="ar" sz="1000" dirty="0"/>
          </a:p>
        </p:txBody>
      </p:sp>
    </p:spTree>
    <p:extLst>
      <p:ext uri="{BB962C8B-B14F-4D97-AF65-F5344CB8AC3E}">
        <p14:creationId xmlns:p14="http://schemas.microsoft.com/office/powerpoint/2010/main" val="2521206289"/>
      </p:ext>
    </p:extLst>
  </p:cSld>
  <p:clrMapOvr>
    <a:masterClrMapping/>
  </p:clrMapOvr>
  <p:transition>
    <p:sndAc>
      <p:stSnd>
        <p:snd r:embed="rId3"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7740352" y="332656"/>
            <a:ext cx="1356895" cy="3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القوابض</a:t>
            </a:r>
          </a:p>
        </p:txBody>
      </p:sp>
      <p:sp>
        <p:nvSpPr>
          <p:cNvPr id="5" name="TextBox 4">
            <a:extLst>
              <a:ext uri="{FF2B5EF4-FFF2-40B4-BE49-F238E27FC236}">
                <a16:creationId xmlns:a16="http://schemas.microsoft.com/office/drawing/2014/main" id="{5D78CC95-EADD-443D-9C6C-EF6A92B101F1}"/>
              </a:ext>
            </a:extLst>
          </p:cNvPr>
          <p:cNvSpPr txBox="1"/>
          <p:nvPr/>
        </p:nvSpPr>
        <p:spPr>
          <a:xfrm>
            <a:off x="4932040" y="1268760"/>
            <a:ext cx="4161263" cy="4478149"/>
          </a:xfrm>
          <a:prstGeom prst="rect">
            <a:avLst/>
          </a:prstGeom>
          <a:noFill/>
        </p:spPr>
        <p:txBody>
          <a:bodyPr wrap="square" rtlCol="1">
            <a:spAutoFit/>
          </a:bodyPr>
          <a:lstStyle/>
          <a:p>
            <a:pPr rtl="1"/>
            <a:r>
              <a:rPr lang="ar" sz="1500" dirty="0">
                <a:effectLst/>
                <a:latin typeface="Sakkal Majalla" panose="02000000000000000000" pitchFamily="2" charset="-78"/>
                <a:cs typeface="Sakkal Majalla" panose="02000000000000000000" pitchFamily="2" charset="-78"/>
              </a:rPr>
              <a:t>تُستخدم القوابض لنقل القدرة بالتحكم بين الأجزاء الدافعة والمدفوعة من النظام الميكانيكي. ويوجد العديد من أنواع من القوابض التي يشيع استخدامها في العديد من التطبيقات:</a:t>
            </a:r>
          </a:p>
          <a:p>
            <a:pPr rtl="1"/>
            <a:endParaRPr lang="en-GB" sz="1500"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500" b="1" dirty="0">
                <a:effectLst/>
                <a:latin typeface="Sakkal Majalla" panose="02000000000000000000" pitchFamily="2" charset="-78"/>
                <a:cs typeface="Sakkal Majalla" panose="02000000000000000000" pitchFamily="2" charset="-78"/>
              </a:rPr>
              <a:t>قابض كلابي: </a:t>
            </a:r>
            <a:r>
              <a:rPr lang="ar" sz="1500" dirty="0">
                <a:effectLst/>
                <a:latin typeface="Sakkal Majalla" panose="02000000000000000000" pitchFamily="2" charset="-78"/>
                <a:cs typeface="Sakkal Majalla" panose="02000000000000000000" pitchFamily="2" charset="-78"/>
              </a:rPr>
              <a:t>ويُعد أحد أنواع القوابض الذي يستخدم أسنانًا متشابكة لربط وفصل الأجزاء الدافعة والمدفوعة. ويُستخدم بشكل شائع في عمليات النقل اليدوية.</a:t>
            </a:r>
          </a:p>
          <a:p>
            <a:pPr marL="177800" indent="-177800" rtl="1">
              <a:buFont typeface="Arial" panose="020B0604020202020204" pitchFamily="34" charset="0"/>
              <a:buChar char="•"/>
            </a:pPr>
            <a:r>
              <a:rPr lang="ar" sz="1500" b="1" dirty="0">
                <a:effectLst/>
                <a:latin typeface="Sakkal Majalla" panose="02000000000000000000" pitchFamily="2" charset="-78"/>
                <a:cs typeface="Sakkal Majalla" panose="02000000000000000000" pitchFamily="2" charset="-78"/>
              </a:rPr>
              <a:t>قابض الألواح المسطحة: </a:t>
            </a:r>
            <a:r>
              <a:rPr lang="ar" sz="1500" dirty="0">
                <a:effectLst/>
                <a:latin typeface="Sakkal Majalla" panose="02000000000000000000" pitchFamily="2" charset="-78"/>
                <a:cs typeface="Sakkal Majalla" panose="02000000000000000000" pitchFamily="2" charset="-78"/>
              </a:rPr>
              <a:t>يُعد أحد أنواع القوابض الذي يعتمد على الاحتكاك بين لوحين مسطحين لربط الأجزاء الدافعة والمدفوعة أو فصلهما. وتُستخدم بشكل كبير في السيارات.</a:t>
            </a:r>
          </a:p>
          <a:p>
            <a:pPr marL="177800" indent="-177800" rtl="1">
              <a:buFont typeface="Arial" panose="020B0604020202020204" pitchFamily="34" charset="0"/>
              <a:buChar char="•"/>
            </a:pPr>
            <a:r>
              <a:rPr lang="ar" sz="1500" b="1" dirty="0">
                <a:effectLst/>
                <a:latin typeface="Sakkal Majalla" panose="02000000000000000000" pitchFamily="2" charset="-78"/>
                <a:cs typeface="Sakkal Majalla" panose="02000000000000000000" pitchFamily="2" charset="-78"/>
              </a:rPr>
              <a:t>القابض المخروطي: </a:t>
            </a:r>
            <a:r>
              <a:rPr lang="ar" sz="1500" dirty="0">
                <a:effectLst/>
                <a:latin typeface="Sakkal Majalla" panose="02000000000000000000" pitchFamily="2" charset="-78"/>
                <a:cs typeface="Sakkal Majalla" panose="02000000000000000000" pitchFamily="2" charset="-78"/>
              </a:rPr>
              <a:t>أحد أنواع القوابض الذي يعتمد على الاحتكاك بين الأسطح المخروطية لربط الأجزاء الدافعة والمدفوعة أو فصلهما. ويشيع استخدامه في الآلات الثقيلة.</a:t>
            </a:r>
          </a:p>
          <a:p>
            <a:pPr marL="177800" indent="-177800" rtl="1">
              <a:buFont typeface="Arial" panose="020B0604020202020204" pitchFamily="34" charset="0"/>
              <a:buChar char="•"/>
            </a:pPr>
            <a:r>
              <a:rPr lang="ar" sz="1500" b="1" dirty="0">
                <a:effectLst/>
                <a:latin typeface="Sakkal Majalla" panose="02000000000000000000" pitchFamily="2" charset="-78"/>
                <a:cs typeface="Sakkal Majalla" panose="02000000000000000000" pitchFamily="2" charset="-78"/>
              </a:rPr>
              <a:t>قابض الطرد المركزي: </a:t>
            </a:r>
            <a:r>
              <a:rPr lang="ar" sz="1500" dirty="0">
                <a:effectLst/>
                <a:latin typeface="Sakkal Majalla" panose="02000000000000000000" pitchFamily="2" charset="-78"/>
                <a:cs typeface="Sakkal Majalla" panose="02000000000000000000" pitchFamily="2" charset="-78"/>
              </a:rPr>
              <a:t>ويُعد من أنواع القوابض التي تعتمد على قوة الطرد المركزي لربط الأجزاء الدافعة والمدفوعة أو فصلهما. ويُستخدم في نطاق واسع في المحركات الصغيرة.</a:t>
            </a:r>
          </a:p>
          <a:p>
            <a:pPr marL="177800" indent="-177800" rtl="1">
              <a:buFont typeface="Arial" panose="020B0604020202020204" pitchFamily="34" charset="0"/>
              <a:buChar char="•"/>
            </a:pPr>
            <a:r>
              <a:rPr lang="ar" sz="1500" b="1" dirty="0">
                <a:effectLst/>
                <a:latin typeface="Sakkal Majalla" panose="02000000000000000000" pitchFamily="2" charset="-78"/>
                <a:cs typeface="Sakkal Majalla" panose="02000000000000000000" pitchFamily="2" charset="-78"/>
              </a:rPr>
              <a:t>قارنة هيدروليكية: </a:t>
            </a:r>
            <a:r>
              <a:rPr lang="ar" sz="1500" dirty="0">
                <a:effectLst/>
                <a:latin typeface="Sakkal Majalla" panose="02000000000000000000" pitchFamily="2" charset="-78"/>
                <a:cs typeface="Sakkal Majalla" panose="02000000000000000000" pitchFamily="2" charset="-78"/>
              </a:rPr>
              <a:t>وتُعد من أنواع القوابض التي تعتمد على السائل الهيدروليكي لنقل القدرة بين الأجزاء الدافعة والمدفوعة. ويُستخدم بشكل شائع في عمليات النقل الأوتوماتيكية.</a:t>
            </a:r>
          </a:p>
        </p:txBody>
      </p:sp>
      <p:sp>
        <p:nvSpPr>
          <p:cNvPr id="6" name="TextBox 5">
            <a:extLst>
              <a:ext uri="{FF2B5EF4-FFF2-40B4-BE49-F238E27FC236}">
                <a16:creationId xmlns:a16="http://schemas.microsoft.com/office/drawing/2014/main" id="{3049EF5A-F035-4045-9ED0-335675C5F45F}"/>
              </a:ext>
            </a:extLst>
          </p:cNvPr>
          <p:cNvSpPr txBox="1"/>
          <p:nvPr/>
        </p:nvSpPr>
        <p:spPr>
          <a:xfrm>
            <a:off x="1253802" y="1318984"/>
            <a:ext cx="2238078" cy="323165"/>
          </a:xfrm>
          <a:prstGeom prst="rect">
            <a:avLst/>
          </a:prstGeom>
          <a:noFill/>
        </p:spPr>
        <p:txBody>
          <a:bodyPr wrap="square" rtlCol="1">
            <a:spAutoFit/>
          </a:bodyPr>
          <a:lstStyle/>
          <a:p>
            <a:pPr algn="ctr" rtl="1"/>
            <a:r>
              <a:rPr lang="ar" sz="1500" b="1" i="0" dirty="0">
                <a:effectLst/>
                <a:latin typeface="Sakkal Majalla" panose="02000000000000000000" pitchFamily="2" charset="-78"/>
                <a:cs typeface="Sakkal Majalla" panose="02000000000000000000" pitchFamily="2" charset="-78"/>
              </a:rPr>
              <a:t>أقراص قابض السيارات</a:t>
            </a:r>
          </a:p>
        </p:txBody>
      </p:sp>
      <p:pic>
        <p:nvPicPr>
          <p:cNvPr id="3" name="Picture 2" descr="A close-up of a machine&#10;&#10;Description automatically generated">
            <a:extLst>
              <a:ext uri="{FF2B5EF4-FFF2-40B4-BE49-F238E27FC236}">
                <a16:creationId xmlns:a16="http://schemas.microsoft.com/office/drawing/2014/main" id="{48722BDE-A7D2-5DFC-8EFD-4E53757A1B7B}"/>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68052" y="1772816"/>
            <a:ext cx="3599892" cy="2399928"/>
          </a:xfrm>
          <a:prstGeom prst="rect">
            <a:avLst/>
          </a:prstGeom>
        </p:spPr>
      </p:pic>
      <p:sp>
        <p:nvSpPr>
          <p:cNvPr id="2" name="TextBox 1">
            <a:extLst>
              <a:ext uri="{FF2B5EF4-FFF2-40B4-BE49-F238E27FC236}">
                <a16:creationId xmlns:a16="http://schemas.microsoft.com/office/drawing/2014/main" id="{99957F9A-9388-A1D0-0108-C8D85527AFA6}"/>
              </a:ext>
            </a:extLst>
          </p:cNvPr>
          <p:cNvSpPr txBox="1"/>
          <p:nvPr/>
        </p:nvSpPr>
        <p:spPr>
          <a:xfrm>
            <a:off x="122704" y="4365104"/>
            <a:ext cx="4809336" cy="1708160"/>
          </a:xfrm>
          <a:prstGeom prst="rect">
            <a:avLst/>
          </a:prstGeom>
          <a:noFill/>
        </p:spPr>
        <p:txBody>
          <a:bodyPr wrap="square" rtlCol="1">
            <a:spAutoFit/>
          </a:bodyPr>
          <a:lstStyle/>
          <a:p>
            <a:pPr rtl="1"/>
            <a:r>
              <a:rPr lang="ar" sz="1500" dirty="0">
                <a:effectLst/>
                <a:latin typeface="Sakkal Majalla" panose="02000000000000000000" pitchFamily="2" charset="-78"/>
                <a:cs typeface="Sakkal Majalla" panose="02000000000000000000" pitchFamily="2" charset="-78"/>
              </a:rPr>
              <a:t>تشمل اعتبارات الصيانة للقوابض ما يأتي:</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الفحص المنتظم لمكونات القابض وتشحيمها.</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استبدال الصفائح الاحتكاكية والمحامل البالية.</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ضبط دواسة القابض بعناية لتجنب الانزلاق أو الاحتكاك الزائد.</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تجنب الحرارة المفرطة الناتجة عن الاستخدام المفرط أو غير الصحيح للقابض.</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ضمان محاذاة المكونات بطريقة صحيحة لتقليل التآكل وتحقيق نقل سلس للقدرة.</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اتباع جدول الصيانة والإجراءات الذي قدمته الشركة المصنعة.</a:t>
            </a:r>
          </a:p>
        </p:txBody>
      </p:sp>
      <p:sp>
        <p:nvSpPr>
          <p:cNvPr id="4" name="Footer Placeholder 2">
            <a:extLst>
              <a:ext uri="{FF2B5EF4-FFF2-40B4-BE49-F238E27FC236}">
                <a16:creationId xmlns:a16="http://schemas.microsoft.com/office/drawing/2014/main" id="{59BC7DFA-D5A7-B2BC-366C-5122E99D4F3A}"/>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A103000399215</a:t>
            </a:r>
            <a:endParaRPr lang="ar" sz="1000" dirty="0"/>
          </a:p>
        </p:txBody>
      </p:sp>
    </p:spTree>
    <p:extLst>
      <p:ext uri="{BB962C8B-B14F-4D97-AF65-F5344CB8AC3E}">
        <p14:creationId xmlns:p14="http://schemas.microsoft.com/office/powerpoint/2010/main" val="1496313021"/>
      </p:ext>
    </p:extLst>
  </p:cSld>
  <p:clrMapOvr>
    <a:masterClrMapping/>
  </p:clrMapOvr>
  <p:transition>
    <p:sndAc>
      <p:stSnd>
        <p:snd r:embed="rId3"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المكابح</a:t>
            </a:r>
          </a:p>
        </p:txBody>
      </p:sp>
      <p:sp>
        <p:nvSpPr>
          <p:cNvPr id="5" name="TextBox 4">
            <a:extLst>
              <a:ext uri="{FF2B5EF4-FFF2-40B4-BE49-F238E27FC236}">
                <a16:creationId xmlns:a16="http://schemas.microsoft.com/office/drawing/2014/main" id="{5D78CC95-EADD-443D-9C6C-EF6A92B101F1}"/>
              </a:ext>
            </a:extLst>
          </p:cNvPr>
          <p:cNvSpPr txBox="1"/>
          <p:nvPr/>
        </p:nvSpPr>
        <p:spPr>
          <a:xfrm>
            <a:off x="410737" y="2060848"/>
            <a:ext cx="4305279" cy="3554819"/>
          </a:xfrm>
          <a:prstGeom prst="rect">
            <a:avLst/>
          </a:prstGeom>
          <a:noFill/>
        </p:spPr>
        <p:txBody>
          <a:bodyPr wrap="square" rtlCol="1">
            <a:spAutoFit/>
          </a:bodyPr>
          <a:lstStyle/>
          <a:p>
            <a:pPr rtl="1"/>
            <a:r>
              <a:rPr lang="ar" sz="1500" b="1" dirty="0">
                <a:effectLst/>
                <a:latin typeface="Sakkal Majalla" panose="02000000000000000000" pitchFamily="2" charset="-78"/>
                <a:cs typeface="Sakkal Majalla" panose="02000000000000000000" pitchFamily="2" charset="-78"/>
              </a:rPr>
              <a:t>المكابح الاحتكاكية</a:t>
            </a:r>
            <a:endParaRPr lang="en-GB" sz="15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المكابح الداخلية: تضغط قاعدة المكابح على الجزء الداخلي من الأسطوانة لإحداث احتكاك وإبطاء النظام.</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مكابح انقباضية خارجية: تضغط قاعدة المكابح على الجزء الخارجي من الأسطوانة لإحداث احتكاك وإبطاء النظام.</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المكابح القرصية: تضغط قاعدة المكابح على القرص الدوار من الأسطوانة لإحداث احتكاك وإبطاء النظام.</a:t>
            </a:r>
          </a:p>
          <a:p>
            <a:pPr rtl="1">
              <a:buFont typeface="Arial" panose="020B0604020202020204" pitchFamily="34" charset="0"/>
              <a:buChar char="•"/>
            </a:pPr>
            <a:endParaRPr lang="en-GB" sz="1500" dirty="0">
              <a:latin typeface="Sakkal Majalla" panose="02000000000000000000" pitchFamily="2" charset="-78"/>
              <a:cs typeface="Sakkal Majalla" panose="02000000000000000000" pitchFamily="2" charset="-78"/>
            </a:endParaRPr>
          </a:p>
          <a:p>
            <a:pPr rtl="1"/>
            <a:r>
              <a:rPr lang="ar" sz="1500" b="1" dirty="0">
                <a:effectLst/>
                <a:latin typeface="Sakkal Majalla" panose="02000000000000000000" pitchFamily="2" charset="-78"/>
                <a:cs typeface="Sakkal Majalla" panose="02000000000000000000" pitchFamily="2" charset="-78"/>
              </a:rPr>
              <a:t>أجهزة قياس الدينامومترات</a:t>
            </a:r>
            <a:endParaRPr lang="en-GB" sz="15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تُستخدم لقياس خرج القدرة أو الامتصاص في النظام.</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ويمكن استخدامها كمكابح لإبطاء النظام قيد الاختبار أو إيقافه.</a:t>
            </a:r>
          </a:p>
          <a:p>
            <a:pPr rtl="1">
              <a:buFont typeface="Arial" panose="020B0604020202020204" pitchFamily="34" charset="0"/>
              <a:buChar char="•"/>
            </a:pPr>
            <a:endParaRPr lang="en-GB" sz="1500" dirty="0">
              <a:latin typeface="Sakkal Majalla" panose="02000000000000000000" pitchFamily="2" charset="-78"/>
              <a:cs typeface="Sakkal Majalla" panose="02000000000000000000" pitchFamily="2" charset="-78"/>
            </a:endParaRPr>
          </a:p>
          <a:p>
            <a:pPr rtl="1"/>
            <a:r>
              <a:rPr lang="ar" sz="1500" b="1" dirty="0">
                <a:effectLst/>
                <a:latin typeface="Sakkal Majalla" panose="02000000000000000000" pitchFamily="2" charset="-78"/>
                <a:cs typeface="Sakkal Majalla" panose="02000000000000000000" pitchFamily="2" charset="-78"/>
              </a:rPr>
              <a:t>المكابح الهيدروليكية</a:t>
            </a:r>
            <a:endParaRPr lang="en-GB" sz="15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تستخدم السائل الهيدروليكي لإبطاء النظام أو إيقافه.</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ويشيع استخدامها في الآلات الثقيلة والمركبات.</a:t>
            </a:r>
          </a:p>
        </p:txBody>
      </p:sp>
      <p:pic>
        <p:nvPicPr>
          <p:cNvPr id="4" name="Picture 3" descr="A pair of mechanical earrings&#10;&#10;Description automatically generated">
            <a:extLst>
              <a:ext uri="{FF2B5EF4-FFF2-40B4-BE49-F238E27FC236}">
                <a16:creationId xmlns:a16="http://schemas.microsoft.com/office/drawing/2014/main" id="{77D0E879-B40C-0460-DE3F-B909EFB3BF45}"/>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391472" y="1079931"/>
            <a:ext cx="3429000" cy="3429000"/>
          </a:xfrm>
          <a:prstGeom prst="rect">
            <a:avLst/>
          </a:prstGeom>
        </p:spPr>
      </p:pic>
      <p:sp>
        <p:nvSpPr>
          <p:cNvPr id="3" name="TextBox 2">
            <a:extLst>
              <a:ext uri="{FF2B5EF4-FFF2-40B4-BE49-F238E27FC236}">
                <a16:creationId xmlns:a16="http://schemas.microsoft.com/office/drawing/2014/main" id="{8EDBC5A1-3BD5-CEBA-8874-51C5147ACE8C}"/>
              </a:ext>
            </a:extLst>
          </p:cNvPr>
          <p:cNvSpPr txBox="1"/>
          <p:nvPr/>
        </p:nvSpPr>
        <p:spPr>
          <a:xfrm>
            <a:off x="4572000" y="4283511"/>
            <a:ext cx="4305279" cy="2169825"/>
          </a:xfrm>
          <a:prstGeom prst="rect">
            <a:avLst/>
          </a:prstGeom>
          <a:noFill/>
        </p:spPr>
        <p:txBody>
          <a:bodyPr wrap="square" rtlCol="1">
            <a:spAutoFit/>
          </a:bodyPr>
          <a:lstStyle/>
          <a:p>
            <a:pPr rtl="1"/>
            <a:r>
              <a:rPr lang="ar" sz="1500" b="1" dirty="0">
                <a:effectLst/>
                <a:latin typeface="Sakkal Majalla" panose="02000000000000000000" pitchFamily="2" charset="-78"/>
                <a:cs typeface="Sakkal Majalla" panose="02000000000000000000" pitchFamily="2" charset="-78"/>
              </a:rPr>
              <a:t>المكابح الكهرومغناطيسية</a:t>
            </a:r>
            <a:endParaRPr lang="en-GB" sz="15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تستخدم القوة الكهرومغناطيسية لإبطاء النظام أو إيقافه.</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وتُستخدم بشكل شائع في الاستخدامات الصناعية وأنظمة النقل.</a:t>
            </a:r>
          </a:p>
          <a:p>
            <a:pPr rtl="1">
              <a:buFont typeface="Arial" panose="020B0604020202020204" pitchFamily="34" charset="0"/>
              <a:buChar char="•"/>
            </a:pPr>
            <a:endParaRPr lang="en-GB" sz="1500" dirty="0">
              <a:latin typeface="Sakkal Majalla" panose="02000000000000000000" pitchFamily="2" charset="-78"/>
              <a:cs typeface="Sakkal Majalla" panose="02000000000000000000" pitchFamily="2" charset="-78"/>
            </a:endParaRPr>
          </a:p>
          <a:p>
            <a:pPr rtl="1"/>
            <a:r>
              <a:rPr lang="ar" sz="1500" b="1" dirty="0">
                <a:effectLst/>
                <a:latin typeface="Sakkal Majalla" panose="02000000000000000000" pitchFamily="2" charset="-78"/>
                <a:cs typeface="Sakkal Majalla" panose="02000000000000000000" pitchFamily="2" charset="-78"/>
              </a:rPr>
              <a:t>اعتبارات الصيانة</a:t>
            </a:r>
            <a:endParaRPr lang="en-GB" sz="15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الفحص المنتظم لمكونات المكابح وتشحيمها.</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استبدال وسائد أو قواعد المكابح المتآكلة.</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تعديل آليات المكابح لضمان الأداء السليم.</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مراقبة مستويات زيت المكابح واستبدالها بحسب الحاجة.</a:t>
            </a:r>
          </a:p>
        </p:txBody>
      </p:sp>
      <p:sp>
        <p:nvSpPr>
          <p:cNvPr id="6" name="TextBox 5">
            <a:extLst>
              <a:ext uri="{FF2B5EF4-FFF2-40B4-BE49-F238E27FC236}">
                <a16:creationId xmlns:a16="http://schemas.microsoft.com/office/drawing/2014/main" id="{FC7610F0-BE39-4A1C-BF57-468EDEB8F757}"/>
              </a:ext>
            </a:extLst>
          </p:cNvPr>
          <p:cNvSpPr txBox="1"/>
          <p:nvPr/>
        </p:nvSpPr>
        <p:spPr>
          <a:xfrm>
            <a:off x="4951625" y="2734610"/>
            <a:ext cx="1564591" cy="584775"/>
          </a:xfrm>
          <a:prstGeom prst="rect">
            <a:avLst/>
          </a:prstGeom>
          <a:noFill/>
        </p:spPr>
        <p:txBody>
          <a:bodyPr wrap="square" rtlCol="1">
            <a:spAutoFit/>
          </a:bodyPr>
          <a:lstStyle/>
          <a:p>
            <a:pPr algn="ctr" rtl="1"/>
            <a:r>
              <a:rPr lang="ar" sz="1600" b="1" dirty="0">
                <a:latin typeface="Sakkal Majalla" panose="02000000000000000000" pitchFamily="2" charset="-78"/>
                <a:cs typeface="Sakkal Majalla" panose="02000000000000000000" pitchFamily="2" charset="-78"/>
              </a:rPr>
              <a:t>أجهزة قياس الدينامومترات</a:t>
            </a:r>
            <a:endParaRPr lang="en-GB" sz="1600" b="1" i="0" dirty="0">
              <a:effectLst/>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9401BD49-A0D8-1623-648B-14309C157865}"/>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A103000399215</a:t>
            </a:r>
            <a:endParaRPr lang="ar" sz="1000" dirty="0"/>
          </a:p>
        </p:txBody>
      </p:sp>
    </p:spTree>
    <p:extLst>
      <p:ext uri="{BB962C8B-B14F-4D97-AF65-F5344CB8AC3E}">
        <p14:creationId xmlns:p14="http://schemas.microsoft.com/office/powerpoint/2010/main" val="3508176827"/>
      </p:ext>
    </p:extLst>
  </p:cSld>
  <p:clrMapOvr>
    <a:masterClrMapping/>
  </p:clrMapOvr>
  <p:transition>
    <p:sndAc>
      <p:stSnd>
        <p:snd r:embed="rId3"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الاستخدامات</a:t>
            </a:r>
          </a:p>
        </p:txBody>
      </p:sp>
      <p:sp>
        <p:nvSpPr>
          <p:cNvPr id="5" name="TextBox 4">
            <a:extLst>
              <a:ext uri="{FF2B5EF4-FFF2-40B4-BE49-F238E27FC236}">
                <a16:creationId xmlns:a16="http://schemas.microsoft.com/office/drawing/2014/main" id="{5D78CC95-EADD-443D-9C6C-EF6A92B101F1}"/>
              </a:ext>
            </a:extLst>
          </p:cNvPr>
          <p:cNvSpPr txBox="1"/>
          <p:nvPr/>
        </p:nvSpPr>
        <p:spPr>
          <a:xfrm>
            <a:off x="4514047" y="1484785"/>
            <a:ext cx="4579256" cy="4401205"/>
          </a:xfrm>
          <a:prstGeom prst="rect">
            <a:avLst/>
          </a:prstGeom>
          <a:noFill/>
        </p:spPr>
        <p:txBody>
          <a:bodyPr wrap="square" rtlCol="1">
            <a:spAutoFit/>
          </a:bodyPr>
          <a:lstStyle/>
          <a:p>
            <a:pPr rtl="1"/>
            <a:r>
              <a:rPr lang="ar" sz="1400" b="1" dirty="0">
                <a:effectLst/>
                <a:latin typeface="Sakkal Majalla" panose="02000000000000000000" pitchFamily="2" charset="-78"/>
                <a:cs typeface="Sakkal Majalla" panose="02000000000000000000" pitchFamily="2" charset="-78"/>
              </a:rPr>
              <a:t>محركات الاحتراق الداخلي</a:t>
            </a:r>
            <a:endParaRPr lang="en-GB" sz="14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تُستخدم الكامات وبلي الكامة في محركات الاحتراق الداخلي للتحكم في فتح الصمامات وإغلاقها.</a:t>
            </a:r>
          </a:p>
          <a:p>
            <a:pPr marL="177800" indent="-177800"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تُستخدم آليات الربط لتحويل الحركة الخطية إلى حركة دورانية، كما هو الحال في عمود الكرنك للمحرك.</a:t>
            </a:r>
          </a:p>
          <a:p>
            <a:pPr rtl="1">
              <a:buFont typeface="Arial" panose="020B0604020202020204" pitchFamily="34" charset="0"/>
              <a:buChar char="•"/>
            </a:pPr>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المحركات الحرارية</a:t>
            </a:r>
            <a:endParaRPr lang="en-GB" sz="14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تستخدم السيور في المحركات الحرارية لنقل القدرة من المحرك إلى مكونات مختلفة، مثل المولد أو مضخة المياه.</a:t>
            </a:r>
          </a:p>
          <a:p>
            <a:pPr marL="177800" indent="-177800"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تُستخدم أعمدة النقل والقارنات لنقل القدرة بين أجزاء مختلفة من المحرك الحراري.</a:t>
            </a:r>
          </a:p>
          <a:p>
            <a:pPr rtl="1">
              <a:buFont typeface="Arial" panose="020B0604020202020204" pitchFamily="34" charset="0"/>
              <a:buChar char="•"/>
            </a:pPr>
            <a:endParaRPr lang="en-GB" sz="1400" dirty="0">
              <a:effectLst/>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نواقل الحركة</a:t>
            </a:r>
            <a:endParaRPr lang="en-GB" sz="14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تُستخدم القوابض في ناقل الحركة لربط المحرك وفصله عن ناقل الحركة، ما يسمح بتغيير السرعات بسلاسة.</a:t>
            </a:r>
          </a:p>
          <a:p>
            <a:pPr marL="177800" indent="-177800"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وتستخدم المكابح لإبطاء أو إيقاف دوران مكونات ناقل الحركة، مثل التروس أو الأعمدة.</a:t>
            </a:r>
          </a:p>
          <a:p>
            <a:pPr rtl="1">
              <a:buFont typeface="Arial" panose="020B0604020202020204" pitchFamily="34" charset="0"/>
              <a:buChar char="•"/>
            </a:pPr>
            <a:endParaRPr lang="en-GB" sz="1400" dirty="0">
              <a:effectLst/>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الماكينات</a:t>
            </a:r>
            <a:endParaRPr lang="en-GB" sz="14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تُستخدم مكونات نقل القدرة في العديد من الأجهزة، مثل أنظمة النقل، لنقل القدرة والحركة.</a:t>
            </a:r>
          </a:p>
          <a:p>
            <a:pPr marL="177800" indent="-177800"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تستخدم في المعدات الصناعية والآلات الزراعية وتطبيقات السيارات.</a:t>
            </a:r>
          </a:p>
        </p:txBody>
      </p:sp>
      <p:sp>
        <p:nvSpPr>
          <p:cNvPr id="6" name="TextBox 5">
            <a:extLst>
              <a:ext uri="{FF2B5EF4-FFF2-40B4-BE49-F238E27FC236}">
                <a16:creationId xmlns:a16="http://schemas.microsoft.com/office/drawing/2014/main" id="{522FB7E2-F7D2-4DCD-9209-25DABF0E73D9}"/>
              </a:ext>
            </a:extLst>
          </p:cNvPr>
          <p:cNvSpPr txBox="1"/>
          <p:nvPr/>
        </p:nvSpPr>
        <p:spPr>
          <a:xfrm>
            <a:off x="827584" y="5409456"/>
            <a:ext cx="2736304" cy="338554"/>
          </a:xfrm>
          <a:prstGeom prst="rect">
            <a:avLst/>
          </a:prstGeom>
          <a:noFill/>
        </p:spPr>
        <p:txBody>
          <a:bodyPr wrap="square" rtlCol="1">
            <a:spAutoFit/>
          </a:bodyPr>
          <a:lstStyle/>
          <a:p>
            <a:pPr rtl="1"/>
            <a:r>
              <a:rPr lang="ar" sz="1600" b="1" dirty="0">
                <a:effectLst/>
                <a:latin typeface="Sakkal Majalla" panose="02000000000000000000" pitchFamily="2" charset="-78"/>
                <a:cs typeface="Sakkal Majalla" panose="02000000000000000000" pitchFamily="2" charset="-78"/>
              </a:rPr>
              <a:t>محركات الاحتراق الداخلي</a:t>
            </a:r>
            <a:endParaRPr lang="en-GB" sz="1600" b="1" dirty="0">
              <a:latin typeface="Sakkal Majalla" panose="02000000000000000000" pitchFamily="2" charset="-78"/>
              <a:cs typeface="Sakkal Majalla" panose="02000000000000000000" pitchFamily="2" charset="-78"/>
            </a:endParaRPr>
          </a:p>
        </p:txBody>
      </p:sp>
      <p:pic>
        <p:nvPicPr>
          <p:cNvPr id="4" name="Picture 3" descr="Close-up of a car engine&#10;&#10;Description automatically generated">
            <a:extLst>
              <a:ext uri="{FF2B5EF4-FFF2-40B4-BE49-F238E27FC236}">
                <a16:creationId xmlns:a16="http://schemas.microsoft.com/office/drawing/2014/main" id="{EE012B64-03F7-F7F8-3754-3009C741F55A}"/>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43000" y="2278331"/>
            <a:ext cx="4371047" cy="3132584"/>
          </a:xfrm>
          <a:prstGeom prst="rect">
            <a:avLst/>
          </a:prstGeom>
        </p:spPr>
      </p:pic>
      <p:sp>
        <p:nvSpPr>
          <p:cNvPr id="2" name="Footer Placeholder 2">
            <a:extLst>
              <a:ext uri="{FF2B5EF4-FFF2-40B4-BE49-F238E27FC236}">
                <a16:creationId xmlns:a16="http://schemas.microsoft.com/office/drawing/2014/main" id="{85AA9860-0D97-EE11-4296-CA8A0F217C1D}"/>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A103000399215</a:t>
            </a:r>
            <a:endParaRPr lang="ar" sz="1000" dirty="0"/>
          </a:p>
        </p:txBody>
      </p:sp>
    </p:spTree>
    <p:extLst>
      <p:ext uri="{BB962C8B-B14F-4D97-AF65-F5344CB8AC3E}">
        <p14:creationId xmlns:p14="http://schemas.microsoft.com/office/powerpoint/2010/main" val="2427046024"/>
      </p:ext>
    </p:extLst>
  </p:cSld>
  <p:clrMapOvr>
    <a:masterClrMapping/>
  </p:clrMapOvr>
  <p:transition>
    <p:sndAc>
      <p:stSnd>
        <p:snd r:embed="rId3"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latin typeface="Sakkal Majalla" panose="02000000000000000000" pitchFamily="2" charset="-78"/>
                <a:cs typeface="Sakkal Majalla" panose="02000000000000000000" pitchFamily="2" charset="-78"/>
              </a:rPr>
              <a:t>نتاج التعلم د</a:t>
            </a:r>
            <a:br>
              <a:rPr lang="en-US" altLang="en-US" sz="2600" dirty="0">
                <a:latin typeface="Sakkal Majalla" panose="02000000000000000000" pitchFamily="2" charset="-78"/>
                <a:cs typeface="Sakkal Majalla" panose="02000000000000000000" pitchFamily="2" charset="-78"/>
              </a:rPr>
            </a:br>
            <a:br>
              <a:rPr lang="en-US" altLang="en-US" sz="2600" dirty="0">
                <a:latin typeface="Sakkal Majalla" panose="02000000000000000000" pitchFamily="2" charset="-78"/>
                <a:cs typeface="Sakkal Majalla" panose="02000000000000000000" pitchFamily="2" charset="-78"/>
              </a:rPr>
            </a:br>
            <a:endParaRPr lang="en-GB" altLang="en-US" sz="26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2"/>
            <a:ext cx="7991475" cy="2303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إجراء الصيانة الروتينية بأمان واستدامة</a:t>
            </a:r>
          </a:p>
          <a:p>
            <a:pPr algn="ctr" rtl="1"/>
            <a:r>
              <a:rPr lang="ar" sz="3800" b="1" dirty="0">
                <a:latin typeface="Sakkal Majalla" panose="02000000000000000000" pitchFamily="2" charset="-78"/>
                <a:cs typeface="Sakkal Majalla" panose="02000000000000000000" pitchFamily="2" charset="-78"/>
              </a:rPr>
              <a:t>للمساعدة على ضمان التشغيل المستمر للنظام الميكانيكي</a:t>
            </a:r>
          </a:p>
        </p:txBody>
      </p:sp>
      <p:sp>
        <p:nvSpPr>
          <p:cNvPr id="2" name="Footer Placeholder 2">
            <a:extLst>
              <a:ext uri="{FF2B5EF4-FFF2-40B4-BE49-F238E27FC236}">
                <a16:creationId xmlns:a16="http://schemas.microsoft.com/office/drawing/2014/main" id="{14B7FBC5-E48C-D7D1-DEB0-F76E812863C2}"/>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A103000399215</a:t>
            </a:r>
            <a:endParaRPr lang="ar" sz="1000" dirty="0"/>
          </a:p>
        </p:txBody>
      </p:sp>
    </p:spTree>
    <p:extLst>
      <p:ext uri="{BB962C8B-B14F-4D97-AF65-F5344CB8AC3E}">
        <p14:creationId xmlns:p14="http://schemas.microsoft.com/office/powerpoint/2010/main" val="2089839261"/>
      </p:ext>
    </p:extLst>
  </p:cSld>
  <p:clrMapOvr>
    <a:masterClrMapping/>
  </p:clrMapOvr>
  <p:transition>
    <p:sndAc>
      <p:stSnd>
        <p:snd r:embed="rId3" name="click.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ممارسات العمل الآمن عند إجراء الصيانة الروتينية</a:t>
            </a:r>
          </a:p>
        </p:txBody>
      </p:sp>
      <p:sp>
        <p:nvSpPr>
          <p:cNvPr id="5" name="TextBox 4">
            <a:extLst>
              <a:ext uri="{FF2B5EF4-FFF2-40B4-BE49-F238E27FC236}">
                <a16:creationId xmlns:a16="http://schemas.microsoft.com/office/drawing/2014/main" id="{5D78CC95-EADD-443D-9C6C-EF6A92B101F1}"/>
              </a:ext>
            </a:extLst>
          </p:cNvPr>
          <p:cNvSpPr txBox="1"/>
          <p:nvPr/>
        </p:nvSpPr>
        <p:spPr>
          <a:xfrm>
            <a:off x="377771" y="1484784"/>
            <a:ext cx="4305279" cy="4247317"/>
          </a:xfrm>
          <a:prstGeom prst="rect">
            <a:avLst/>
          </a:prstGeom>
          <a:noFill/>
        </p:spPr>
        <p:txBody>
          <a:bodyPr wrap="square" rtlCol="1">
            <a:spAutoFit/>
          </a:bodyPr>
          <a:lstStyle/>
          <a:p>
            <a:pPr rtl="1"/>
            <a:r>
              <a:rPr lang="ar" sz="1500" b="1" dirty="0">
                <a:effectLst/>
                <a:latin typeface="Sakkal Majalla" panose="02000000000000000000" pitchFamily="2" charset="-78"/>
                <a:cs typeface="Sakkal Majalla" panose="02000000000000000000" pitchFamily="2" charset="-78"/>
              </a:rPr>
              <a:t>الامتثال للوائح</a:t>
            </a:r>
            <a:endParaRPr lang="en-GB" sz="15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الامتثال للوائح الصحة والسلامة ذات الصلة وتعديلاتها.</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مراجعة وتحديث إجراءات الصيانة بانتظام لتتوافق مع التغييرات في اللوائح.</a:t>
            </a:r>
          </a:p>
          <a:p>
            <a:pPr rtl="1">
              <a:buFont typeface="Arial" panose="020B0604020202020204" pitchFamily="34" charset="0"/>
              <a:buChar char="•"/>
            </a:pPr>
            <a:endParaRPr lang="en-GB" sz="1500" dirty="0">
              <a:effectLst/>
              <a:latin typeface="Sakkal Majalla" panose="02000000000000000000" pitchFamily="2" charset="-78"/>
              <a:cs typeface="Sakkal Majalla" panose="02000000000000000000" pitchFamily="2" charset="-78"/>
            </a:endParaRPr>
          </a:p>
          <a:p>
            <a:pPr rtl="1"/>
            <a:r>
              <a:rPr lang="ar" sz="1500" b="1" dirty="0">
                <a:effectLst/>
                <a:latin typeface="Sakkal Majalla" panose="02000000000000000000" pitchFamily="2" charset="-78"/>
                <a:cs typeface="Sakkal Majalla" panose="02000000000000000000" pitchFamily="2" charset="-78"/>
              </a:rPr>
              <a:t>تقييم المخاطر</a:t>
            </a:r>
            <a:endParaRPr lang="en-GB" sz="15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قم بإجراء تقييمات شاملة للمخاطر قبل بدء أنشطة الصيانة.</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حدد المخاطر المحتملة ونفذ تدابير الرقابة المناسبة.</a:t>
            </a:r>
          </a:p>
          <a:p>
            <a:pPr rtl="1">
              <a:buFont typeface="Arial" panose="020B0604020202020204" pitchFamily="34" charset="0"/>
              <a:buChar char="•"/>
            </a:pPr>
            <a:endParaRPr lang="en-GB" sz="1500" dirty="0">
              <a:latin typeface="Sakkal Majalla" panose="02000000000000000000" pitchFamily="2" charset="-78"/>
              <a:cs typeface="Sakkal Majalla" panose="02000000000000000000" pitchFamily="2" charset="-78"/>
            </a:endParaRPr>
          </a:p>
          <a:p>
            <a:pPr rtl="1"/>
            <a:r>
              <a:rPr lang="ar" sz="1500" b="1" dirty="0">
                <a:effectLst/>
                <a:latin typeface="Sakkal Majalla" panose="02000000000000000000" pitchFamily="2" charset="-78"/>
                <a:cs typeface="Sakkal Majalla" panose="02000000000000000000" pitchFamily="2" charset="-78"/>
              </a:rPr>
              <a:t>معدات الوقاية الشخصية</a:t>
            </a:r>
            <a:endParaRPr lang="en-GB" sz="15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قدم معدات الوقاية الشخصية المناسبة وافرض استخدامها على جميع موظفي الصيانة.</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افحص معدات الوقاية الشخصية بانتظام واستبدل المعدات التالفة أو منتهية الصلاحية.</a:t>
            </a:r>
          </a:p>
          <a:p>
            <a:pPr rtl="1">
              <a:buFont typeface="Arial" panose="020B0604020202020204" pitchFamily="34" charset="0"/>
              <a:buChar char="•"/>
            </a:pPr>
            <a:endParaRPr lang="en-GB" sz="1500" dirty="0">
              <a:effectLst/>
              <a:latin typeface="Sakkal Majalla" panose="02000000000000000000" pitchFamily="2" charset="-78"/>
              <a:cs typeface="Sakkal Majalla" panose="02000000000000000000" pitchFamily="2" charset="-78"/>
            </a:endParaRPr>
          </a:p>
          <a:p>
            <a:pPr rtl="1"/>
            <a:r>
              <a:rPr lang="ar" sz="1500" b="1" dirty="0">
                <a:effectLst/>
                <a:latin typeface="Sakkal Majalla" panose="02000000000000000000" pitchFamily="2" charset="-78"/>
                <a:cs typeface="Sakkal Majalla" panose="02000000000000000000" pitchFamily="2" charset="-78"/>
              </a:rPr>
              <a:t>التدريب والكفاءة</a:t>
            </a:r>
            <a:endParaRPr lang="en-GB" sz="15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تأكد من أن جميع موظفي الصيانة مدربون ومؤهلون بشكل كافٍ لأداء مهامهم بأمان.</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قدم تدريب تنشيطي منتظم لضمان مواكبة المهارات للتطورات.</a:t>
            </a:r>
          </a:p>
        </p:txBody>
      </p:sp>
      <p:sp>
        <p:nvSpPr>
          <p:cNvPr id="6" name="TextBox 5">
            <a:extLst>
              <a:ext uri="{FF2B5EF4-FFF2-40B4-BE49-F238E27FC236}">
                <a16:creationId xmlns:a16="http://schemas.microsoft.com/office/drawing/2014/main" id="{F7640930-488B-4C74-88F5-92BE6E767F9A}"/>
              </a:ext>
            </a:extLst>
          </p:cNvPr>
          <p:cNvSpPr txBox="1"/>
          <p:nvPr/>
        </p:nvSpPr>
        <p:spPr>
          <a:xfrm>
            <a:off x="5241347" y="4581128"/>
            <a:ext cx="3363101" cy="338554"/>
          </a:xfrm>
          <a:prstGeom prst="rect">
            <a:avLst/>
          </a:prstGeom>
          <a:noFill/>
        </p:spPr>
        <p:txBody>
          <a:bodyPr wrap="square" rtlCol="1">
            <a:spAutoFit/>
          </a:bodyPr>
          <a:lstStyle/>
          <a:p>
            <a:pPr algn="ctr" rtl="1"/>
            <a:r>
              <a:rPr lang="ar" sz="1600" b="1" i="0" dirty="0">
                <a:effectLst/>
                <a:latin typeface="Sakkal Majalla" panose="02000000000000000000" pitchFamily="2" charset="-78"/>
                <a:cs typeface="Sakkal Majalla" panose="02000000000000000000" pitchFamily="2" charset="-78"/>
              </a:rPr>
              <a:t>معدات الوقاية الشخصية</a:t>
            </a:r>
          </a:p>
        </p:txBody>
      </p:sp>
      <p:pic>
        <p:nvPicPr>
          <p:cNvPr id="4" name="Picture 3" descr="A pair of gloves and goggles&#10;&#10;Description automatically generated">
            <a:extLst>
              <a:ext uri="{FF2B5EF4-FFF2-40B4-BE49-F238E27FC236}">
                <a16:creationId xmlns:a16="http://schemas.microsoft.com/office/drawing/2014/main" id="{AE36CF0C-BAC4-665F-43ED-A1C93E9586FF}"/>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099141" y="2041644"/>
            <a:ext cx="3600374" cy="2395468"/>
          </a:xfrm>
          <a:prstGeom prst="rect">
            <a:avLst/>
          </a:prstGeom>
        </p:spPr>
      </p:pic>
      <p:sp>
        <p:nvSpPr>
          <p:cNvPr id="2" name="Footer Placeholder 2">
            <a:extLst>
              <a:ext uri="{FF2B5EF4-FFF2-40B4-BE49-F238E27FC236}">
                <a16:creationId xmlns:a16="http://schemas.microsoft.com/office/drawing/2014/main" id="{BDCCC0DC-4F0D-4710-2684-4AC2CCA064EC}"/>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A103000399215</a:t>
            </a:r>
            <a:endParaRPr lang="ar" sz="1000" dirty="0"/>
          </a:p>
        </p:txBody>
      </p:sp>
    </p:spTree>
    <p:extLst>
      <p:ext uri="{BB962C8B-B14F-4D97-AF65-F5344CB8AC3E}">
        <p14:creationId xmlns:p14="http://schemas.microsoft.com/office/powerpoint/2010/main" val="350342921"/>
      </p:ext>
    </p:extLst>
  </p:cSld>
  <p:clrMapOvr>
    <a:masterClrMapping/>
  </p:clrMapOvr>
  <p:transition>
    <p:sndAc>
      <p:stSnd>
        <p:snd r:embed="rId3" name="click.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الامتثال للوائح الكهرباء في العمل</a:t>
            </a:r>
          </a:p>
        </p:txBody>
      </p:sp>
      <p:sp>
        <p:nvSpPr>
          <p:cNvPr id="5" name="TextBox 4">
            <a:extLst>
              <a:ext uri="{FF2B5EF4-FFF2-40B4-BE49-F238E27FC236}">
                <a16:creationId xmlns:a16="http://schemas.microsoft.com/office/drawing/2014/main" id="{5D78CC95-EADD-443D-9C6C-EF6A92B101F1}"/>
              </a:ext>
            </a:extLst>
          </p:cNvPr>
          <p:cNvSpPr txBox="1"/>
          <p:nvPr/>
        </p:nvSpPr>
        <p:spPr>
          <a:xfrm>
            <a:off x="4716015" y="1340768"/>
            <a:ext cx="4377288" cy="4247317"/>
          </a:xfrm>
          <a:prstGeom prst="rect">
            <a:avLst/>
          </a:prstGeom>
          <a:noFill/>
        </p:spPr>
        <p:txBody>
          <a:bodyPr wrap="square" rtlCol="1">
            <a:spAutoFit/>
          </a:bodyPr>
          <a:lstStyle/>
          <a:p>
            <a:pPr rtl="1"/>
            <a:r>
              <a:rPr lang="ar" sz="1500" b="1" dirty="0">
                <a:effectLst/>
                <a:latin typeface="Sakkal Majalla" panose="02000000000000000000" pitchFamily="2" charset="-78"/>
                <a:cs typeface="Sakkal Majalla" panose="02000000000000000000" pitchFamily="2" charset="-78"/>
              </a:rPr>
              <a:t>اللوائح والتعديلات الحالية</a:t>
            </a:r>
            <a:endParaRPr lang="en-GB" sz="15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تُعد لوائح الكهرباء في العمل لعام 1989 التشريع الأساسي الذي يحكم السلامة الكهربائية في مكان العمل.</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تفرض اللوائح التزامات قانونية على أصحاب العمل والموظفين والعاملين المستقلين للامتثال لمعايير السلامة.</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أدخلت العديد من التعديلات على اللوائح على مر السنين لمعالجة المخاطر الناشئة ومواكبة التقدم التقني.</a:t>
            </a:r>
          </a:p>
          <a:p>
            <a:pPr rtl="1"/>
            <a:endParaRPr lang="en-GB" sz="1500" b="1" dirty="0">
              <a:effectLst/>
              <a:latin typeface="Sakkal Majalla" panose="02000000000000000000" pitchFamily="2" charset="-78"/>
              <a:cs typeface="Sakkal Majalla" panose="02000000000000000000" pitchFamily="2" charset="-78"/>
            </a:endParaRPr>
          </a:p>
          <a:p>
            <a:pPr rtl="1"/>
            <a:r>
              <a:rPr lang="ar" sz="1500" b="1" dirty="0">
                <a:effectLst/>
                <a:latin typeface="Sakkal Majalla" panose="02000000000000000000" pitchFamily="2" charset="-78"/>
                <a:cs typeface="Sakkal Majalla" panose="02000000000000000000" pitchFamily="2" charset="-78"/>
              </a:rPr>
              <a:t>أهمية الامتثال</a:t>
            </a:r>
            <a:endParaRPr lang="en-GB" sz="15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يعد الامتثال للوائح الكهرباء في العمل أمرًا بالغ الأهمية لضمان ممارسات العمل الآمن.</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يمكن أن يؤدي عدم الامتثال إلى وقوع حوادث كهربائية وإصابات وحتى وفيات.</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يسهم الامتثال في حماية الموظفين والمقاولين وعامة الناس من المخاطر الكهربائية.</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كما أنه يساعد على منع تلف المعدات والممتلكات والبيئة.</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يُظهر الامتثال التزام السلامة ويعزز سمعة المؤسسة.</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تُعد الصيانة والتفتيش الدوريان ضروريين لضمان الامتثال المستمر وتحديد المخاطر المحتملة.</a:t>
            </a:r>
          </a:p>
        </p:txBody>
      </p:sp>
      <p:sp>
        <p:nvSpPr>
          <p:cNvPr id="6" name="TextBox 5">
            <a:extLst>
              <a:ext uri="{FF2B5EF4-FFF2-40B4-BE49-F238E27FC236}">
                <a16:creationId xmlns:a16="http://schemas.microsoft.com/office/drawing/2014/main" id="{7FA56BFC-69BA-4835-B2E9-3B6CEF9B87B6}"/>
              </a:ext>
            </a:extLst>
          </p:cNvPr>
          <p:cNvSpPr txBox="1"/>
          <p:nvPr/>
        </p:nvSpPr>
        <p:spPr>
          <a:xfrm>
            <a:off x="56033" y="5013176"/>
            <a:ext cx="4579256" cy="338554"/>
          </a:xfrm>
          <a:prstGeom prst="rect">
            <a:avLst/>
          </a:prstGeom>
          <a:noFill/>
        </p:spPr>
        <p:txBody>
          <a:bodyPr wrap="square" rtlCol="1">
            <a:spAutoFit/>
          </a:bodyPr>
          <a:lstStyle/>
          <a:p>
            <a:pPr algn="ctr" rtl="1"/>
            <a:r>
              <a:rPr lang="ar" sz="1600" b="1" i="0" dirty="0">
                <a:effectLst/>
                <a:latin typeface="Sakkal Majalla" panose="02000000000000000000" pitchFamily="2" charset="-78"/>
                <a:cs typeface="Sakkal Majalla" panose="02000000000000000000" pitchFamily="2" charset="-78"/>
              </a:rPr>
              <a:t>اللوائح المعنية بالكهرباء في العمل</a:t>
            </a:r>
          </a:p>
        </p:txBody>
      </p:sp>
      <p:pic>
        <p:nvPicPr>
          <p:cNvPr id="4" name="Picture 3" descr="Sparks coming out of a plug&#10;&#10;Description automatically generated">
            <a:extLst>
              <a:ext uri="{FF2B5EF4-FFF2-40B4-BE49-F238E27FC236}">
                <a16:creationId xmlns:a16="http://schemas.microsoft.com/office/drawing/2014/main" id="{42CFF537-3034-42BA-6DCA-93A1A9D1416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12373" y="2276872"/>
            <a:ext cx="3871595" cy="2575805"/>
          </a:xfrm>
          <a:prstGeom prst="rect">
            <a:avLst/>
          </a:prstGeom>
        </p:spPr>
      </p:pic>
      <p:sp>
        <p:nvSpPr>
          <p:cNvPr id="2" name="Footer Placeholder 2">
            <a:extLst>
              <a:ext uri="{FF2B5EF4-FFF2-40B4-BE49-F238E27FC236}">
                <a16:creationId xmlns:a16="http://schemas.microsoft.com/office/drawing/2014/main" id="{81D8CFB9-654C-346B-D639-7853B3813E9E}"/>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A103000399215</a:t>
            </a:r>
            <a:endParaRPr lang="ar" sz="1000" dirty="0"/>
          </a:p>
        </p:txBody>
      </p:sp>
    </p:spTree>
    <p:extLst>
      <p:ext uri="{BB962C8B-B14F-4D97-AF65-F5344CB8AC3E}">
        <p14:creationId xmlns:p14="http://schemas.microsoft.com/office/powerpoint/2010/main" val="1122736127"/>
      </p:ext>
    </p:extLst>
  </p:cSld>
  <p:clrMapOvr>
    <a:masterClrMapping/>
  </p:clrMapOvr>
  <p:transition>
    <p:sndAc>
      <p:stSnd>
        <p:snd r:embed="rId3" name="click.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422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مراقبة تأثير المواد الخطرة على الصحة</a:t>
            </a:r>
          </a:p>
        </p:txBody>
      </p:sp>
      <p:sp>
        <p:nvSpPr>
          <p:cNvPr id="5" name="TextBox 4">
            <a:extLst>
              <a:ext uri="{FF2B5EF4-FFF2-40B4-BE49-F238E27FC236}">
                <a16:creationId xmlns:a16="http://schemas.microsoft.com/office/drawing/2014/main" id="{5D78CC95-EADD-443D-9C6C-EF6A92B101F1}"/>
              </a:ext>
            </a:extLst>
          </p:cNvPr>
          <p:cNvSpPr txBox="1"/>
          <p:nvPr/>
        </p:nvSpPr>
        <p:spPr>
          <a:xfrm>
            <a:off x="330697" y="1986369"/>
            <a:ext cx="4521303" cy="3093154"/>
          </a:xfrm>
          <a:prstGeom prst="rect">
            <a:avLst/>
          </a:prstGeom>
          <a:noFill/>
        </p:spPr>
        <p:txBody>
          <a:bodyPr wrap="square" rtlCol="1">
            <a:spAutoFit/>
          </a:bodyPr>
          <a:lstStyle/>
          <a:p>
            <a:pPr rtl="1"/>
            <a:r>
              <a:rPr lang="ar" sz="1500" b="1" dirty="0">
                <a:effectLst/>
                <a:latin typeface="Sakkal Majalla" panose="02000000000000000000" pitchFamily="2" charset="-78"/>
                <a:cs typeface="Sakkal Majalla" panose="02000000000000000000" pitchFamily="2" charset="-78"/>
              </a:rPr>
              <a:t>تحديد المواد الضارة</a:t>
            </a:r>
            <a:endParaRPr lang="en-GB" sz="15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تتطلب اللوائح المعنية بمراقبة تأثير المواد الخطرة على الصحة من أصحاب العمل تحديد المواد الخطرة على الصحة وتصنيفها.</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ويشمل ذلك المواد السامة أو المسببة للتآكل أو الضارة بالبيئة أو التي لها خصائص ضارة أخرى.</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يجب على أصحاب العمل تزويد الموظفين بمعلومات حول المواد الخطرة التي قد يواجهونها في مكان العمل.</a:t>
            </a:r>
          </a:p>
          <a:p>
            <a:pPr rtl="1">
              <a:buFont typeface="Arial" panose="020B0604020202020204" pitchFamily="34" charset="0"/>
              <a:buChar char="•"/>
            </a:pPr>
            <a:endParaRPr lang="en-GB" sz="1500" dirty="0">
              <a:effectLst/>
              <a:latin typeface="Sakkal Majalla" panose="02000000000000000000" pitchFamily="2" charset="-78"/>
              <a:cs typeface="Sakkal Majalla" panose="02000000000000000000" pitchFamily="2" charset="-78"/>
            </a:endParaRPr>
          </a:p>
          <a:p>
            <a:pPr rtl="1"/>
            <a:r>
              <a:rPr lang="ar" sz="1500" b="1" dirty="0">
                <a:effectLst/>
                <a:latin typeface="Sakkal Majalla" panose="02000000000000000000" pitchFamily="2" charset="-78"/>
                <a:cs typeface="Sakkal Majalla" panose="02000000000000000000" pitchFamily="2" charset="-78"/>
              </a:rPr>
              <a:t>تقييم مخاطر التعرض</a:t>
            </a:r>
            <a:endParaRPr lang="en-GB" sz="15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يجب على أصحاب العمل تقييم مخاطر التعرض للمواد الخطرة في مكان العمل.</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ويشمل ذلك النظر في طبيعة المواد ومستوى التعرض ومدته والآثار الصحية المحتملة.</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يجب مراجعة تقييمات المخاطر بانتظام وتحديثها بحسب الضرورة.</a:t>
            </a:r>
          </a:p>
        </p:txBody>
      </p:sp>
      <p:sp>
        <p:nvSpPr>
          <p:cNvPr id="6" name="TextBox 5">
            <a:extLst>
              <a:ext uri="{FF2B5EF4-FFF2-40B4-BE49-F238E27FC236}">
                <a16:creationId xmlns:a16="http://schemas.microsoft.com/office/drawing/2014/main" id="{444F2490-1BA8-41EE-BA41-59E5D7EF8631}"/>
              </a:ext>
            </a:extLst>
          </p:cNvPr>
          <p:cNvSpPr txBox="1"/>
          <p:nvPr/>
        </p:nvSpPr>
        <p:spPr>
          <a:xfrm>
            <a:off x="5508104" y="3563724"/>
            <a:ext cx="2736304" cy="400110"/>
          </a:xfrm>
          <a:prstGeom prst="rect">
            <a:avLst/>
          </a:prstGeom>
          <a:noFill/>
        </p:spPr>
        <p:txBody>
          <a:bodyPr wrap="square" rtlCol="1">
            <a:spAutoFit/>
          </a:bodyPr>
          <a:lstStyle/>
          <a:p>
            <a:pPr algn="ctr" rtl="1"/>
            <a:r>
              <a:rPr lang="ar" sz="2000" b="1" i="0" dirty="0">
                <a:effectLst/>
                <a:latin typeface="Sakkal Majalla" panose="02000000000000000000" pitchFamily="2" charset="-78"/>
                <a:cs typeface="Sakkal Majalla" panose="02000000000000000000" pitchFamily="2" charset="-78"/>
              </a:rPr>
              <a:t>المواد الخطرة</a:t>
            </a:r>
          </a:p>
        </p:txBody>
      </p:sp>
      <p:pic>
        <p:nvPicPr>
          <p:cNvPr id="3" name="Picture 2" descr="Bottles of chemicals in a yellow cabinet&#10;&#10;Description automatically generated">
            <a:extLst>
              <a:ext uri="{FF2B5EF4-FFF2-40B4-BE49-F238E27FC236}">
                <a16:creationId xmlns:a16="http://schemas.microsoft.com/office/drawing/2014/main" id="{02A4C6BA-6A7F-4912-B7A4-4910EB9E1D3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364088" y="1461455"/>
            <a:ext cx="3096344" cy="2022648"/>
          </a:xfrm>
          <a:prstGeom prst="rect">
            <a:avLst/>
          </a:prstGeom>
        </p:spPr>
      </p:pic>
      <p:sp>
        <p:nvSpPr>
          <p:cNvPr id="2" name="TextBox 1">
            <a:extLst>
              <a:ext uri="{FF2B5EF4-FFF2-40B4-BE49-F238E27FC236}">
                <a16:creationId xmlns:a16="http://schemas.microsoft.com/office/drawing/2014/main" id="{7FD53834-1D16-935C-F7E0-A2F764AB7925}"/>
              </a:ext>
            </a:extLst>
          </p:cNvPr>
          <p:cNvSpPr txBox="1"/>
          <p:nvPr/>
        </p:nvSpPr>
        <p:spPr>
          <a:xfrm>
            <a:off x="4936057" y="4052684"/>
            <a:ext cx="4089255" cy="1938992"/>
          </a:xfrm>
          <a:prstGeom prst="rect">
            <a:avLst/>
          </a:prstGeom>
          <a:noFill/>
        </p:spPr>
        <p:txBody>
          <a:bodyPr wrap="square" rtlCol="1">
            <a:spAutoFit/>
          </a:bodyPr>
          <a:lstStyle/>
          <a:p>
            <a:pPr rtl="1"/>
            <a:r>
              <a:rPr lang="ar" sz="1500" b="1" dirty="0">
                <a:effectLst/>
                <a:latin typeface="Sakkal Majalla" panose="02000000000000000000" pitchFamily="2" charset="-78"/>
                <a:cs typeface="Sakkal Majalla" panose="02000000000000000000" pitchFamily="2" charset="-78"/>
              </a:rPr>
              <a:t>استخدام/فحص/الحفاظ على تدابير/ معدات الرقابة</a:t>
            </a:r>
            <a:endParaRPr lang="en-GB" sz="15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يجب على أصحاب العمل تنفيذ تدابير الرقابة للحد من التعرض للمواد الخطرة أو تقليلها.</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وقد يشمل ذلك التدابير الهندسية، مثل أنظمة التهوية أو الإحاطة بالعمليات، بالإضافة إلى الضوابط الإدارية، مثل ممارسات العمل الآمن والتدريب.</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يجب فحص التدابير الرقابية والمعدات بانتظام والحفاظ عليها لضمان فعاليتها.</a:t>
            </a:r>
          </a:p>
        </p:txBody>
      </p:sp>
      <p:sp>
        <p:nvSpPr>
          <p:cNvPr id="4" name="Footer Placeholder 2">
            <a:extLst>
              <a:ext uri="{FF2B5EF4-FFF2-40B4-BE49-F238E27FC236}">
                <a16:creationId xmlns:a16="http://schemas.microsoft.com/office/drawing/2014/main" id="{B1B74AD1-A1A6-2903-A865-FE5A262CFEFF}"/>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A103000399215</a:t>
            </a:r>
            <a:endParaRPr lang="ar" sz="1000" dirty="0"/>
          </a:p>
        </p:txBody>
      </p:sp>
    </p:spTree>
    <p:extLst>
      <p:ext uri="{BB962C8B-B14F-4D97-AF65-F5344CB8AC3E}">
        <p14:creationId xmlns:p14="http://schemas.microsoft.com/office/powerpoint/2010/main" val="598144980"/>
      </p:ext>
    </p:extLst>
  </p:cSld>
  <p:clrMapOvr>
    <a:masterClrMapping/>
  </p:clrMapOvr>
  <p:transition>
    <p:sndAc>
      <p:stSnd>
        <p:snd r:embed="rId3" name="click.wav"/>
      </p:stSnd>
    </p:sndAc>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355976" y="332656"/>
            <a:ext cx="4741271" cy="430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معدات الوقاية الشخصية</a:t>
            </a:r>
          </a:p>
        </p:txBody>
      </p:sp>
      <p:sp>
        <p:nvSpPr>
          <p:cNvPr id="5" name="TextBox 4">
            <a:extLst>
              <a:ext uri="{FF2B5EF4-FFF2-40B4-BE49-F238E27FC236}">
                <a16:creationId xmlns:a16="http://schemas.microsoft.com/office/drawing/2014/main" id="{5D78CC95-EADD-443D-9C6C-EF6A92B101F1}"/>
              </a:ext>
            </a:extLst>
          </p:cNvPr>
          <p:cNvSpPr txBox="1"/>
          <p:nvPr/>
        </p:nvSpPr>
        <p:spPr>
          <a:xfrm>
            <a:off x="4651228" y="1484784"/>
            <a:ext cx="4446019" cy="5401479"/>
          </a:xfrm>
          <a:prstGeom prst="rect">
            <a:avLst/>
          </a:prstGeom>
          <a:noFill/>
        </p:spPr>
        <p:txBody>
          <a:bodyPr wrap="square" rtlCol="1">
            <a:spAutoFit/>
          </a:bodyPr>
          <a:lstStyle/>
          <a:p>
            <a:pPr rtl="1"/>
            <a:r>
              <a:rPr lang="ar" sz="1500" b="1" dirty="0">
                <a:effectLst/>
                <a:latin typeface="Sakkal Majalla" panose="02000000000000000000" pitchFamily="2" charset="-78"/>
                <a:cs typeface="Sakkal Majalla" panose="02000000000000000000" pitchFamily="2" charset="-78"/>
              </a:rPr>
              <a:t>أنواع معدات الوقاية الشخصية</a:t>
            </a:r>
            <a:endParaRPr lang="en-GB" sz="15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واقي الرأس: الخوذ أو القبعات الصلبة للحماية من الأجسام الساقطة أو إصابات الرأس.</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واقي العينين: نظارات السلامة أو النظارات الواقية للحماية من مخاطر إصابة العين.</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واقيات الأذنين: سدادات الأذن أو غطاء للأذنين للحماية من الضوضاء المفرطة.</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واقيات الجهاز التنفسي: أقنعة أو أجهزة تنفس للحماية من الملوثات المحمولة جوًا.</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واقيات اليدين: قفازات للحماية من الجروح أو الحروق أو التعرض للمواد الكيميائية.</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واقيات القدمين: أحذية السلامة أو الأحذية الواقية للحماية من الأجسام الساقطة أو إصابات القدم.</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واقيات الجسم: الملابس الواقية أو البدلات لحماية الجسم من الرذاذ الكيميائي، أو الحرارة، أو المخاطر الكهربائية.</a:t>
            </a:r>
            <a:endParaRPr lang="en-GB" sz="1500" dirty="0">
              <a:latin typeface="Sakkal Majalla" panose="02000000000000000000" pitchFamily="2" charset="-78"/>
              <a:cs typeface="Sakkal Majalla" panose="02000000000000000000" pitchFamily="2" charset="-78"/>
            </a:endParaRPr>
          </a:p>
          <a:p>
            <a:pPr rtl="1"/>
            <a:endParaRPr lang="en-GB" sz="1500" b="1" dirty="0">
              <a:effectLst/>
              <a:latin typeface="Sakkal Majalla" panose="02000000000000000000" pitchFamily="2" charset="-78"/>
              <a:cs typeface="Sakkal Majalla" panose="02000000000000000000" pitchFamily="2" charset="-78"/>
            </a:endParaRPr>
          </a:p>
          <a:p>
            <a:pPr rtl="1"/>
            <a:r>
              <a:rPr lang="ar" sz="1500" b="1" dirty="0">
                <a:effectLst/>
                <a:latin typeface="Sakkal Majalla" panose="02000000000000000000" pitchFamily="2" charset="-78"/>
                <a:cs typeface="Sakkal Majalla" panose="02000000000000000000" pitchFamily="2" charset="-78"/>
              </a:rPr>
              <a:t>تقييم معدات الوقاية الشخصية المناسبة</a:t>
            </a:r>
            <a:endParaRPr lang="en-GB" sz="15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حدد مصادر الخطر الموجودة في مكان العمل وقيم مستوى المخاطر المرتبطة بكل خطر.</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حدد نوع معدات الوقاية الشخصية المناسبة التي يمكن أن تحمي بشكل فعال من مصادر الخطر المحددة.</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ادرس العوامل المختلفة مثل الراحة والملاءمة والتوافق مع المعدات الأخرى المطلوبة.</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راجع اللوائح والمبادئ التوجيهية ذات الصلة لضمان الامتثال.</a:t>
            </a:r>
          </a:p>
        </p:txBody>
      </p:sp>
      <p:pic>
        <p:nvPicPr>
          <p:cNvPr id="4" name="Picture 3" descr="A group of safety gear&#10;&#10;Description automatically generated">
            <a:extLst>
              <a:ext uri="{FF2B5EF4-FFF2-40B4-BE49-F238E27FC236}">
                <a16:creationId xmlns:a16="http://schemas.microsoft.com/office/drawing/2014/main" id="{13EF3A4E-E60C-F5E3-0CA5-B19E42C2979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46946" y="1304335"/>
            <a:ext cx="3615247" cy="2354571"/>
          </a:xfrm>
          <a:prstGeom prst="rect">
            <a:avLst/>
          </a:prstGeom>
        </p:spPr>
      </p:pic>
      <p:sp>
        <p:nvSpPr>
          <p:cNvPr id="2" name="TextBox 1">
            <a:extLst>
              <a:ext uri="{FF2B5EF4-FFF2-40B4-BE49-F238E27FC236}">
                <a16:creationId xmlns:a16="http://schemas.microsoft.com/office/drawing/2014/main" id="{C97C9EF1-77E7-C419-6C70-10DB17CC3583}"/>
              </a:ext>
            </a:extLst>
          </p:cNvPr>
          <p:cNvSpPr txBox="1"/>
          <p:nvPr/>
        </p:nvSpPr>
        <p:spPr>
          <a:xfrm>
            <a:off x="125981" y="4232409"/>
            <a:ext cx="4446019" cy="2400657"/>
          </a:xfrm>
          <a:prstGeom prst="rect">
            <a:avLst/>
          </a:prstGeom>
          <a:noFill/>
        </p:spPr>
        <p:txBody>
          <a:bodyPr wrap="square" rtlCol="1">
            <a:spAutoFit/>
          </a:bodyPr>
          <a:lstStyle/>
          <a:p>
            <a:pPr rtl="1"/>
            <a:r>
              <a:rPr lang="ar" sz="1500" b="1" dirty="0">
                <a:effectLst/>
                <a:latin typeface="Sakkal Majalla" panose="02000000000000000000" pitchFamily="2" charset="-78"/>
                <a:cs typeface="Sakkal Majalla" panose="02000000000000000000" pitchFamily="2" charset="-78"/>
              </a:rPr>
              <a:t>الاستخدام الصحيح والصيانة والتخزين</a:t>
            </a:r>
            <a:endParaRPr lang="en-GB" sz="15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درب الموظفين على الاستخدام السليم لمعدات الوقاية الشخصية وكيفية تركيبها وصيانتها.</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افحص معدات الوقاية الشخصية التالفة أو البالية بانتظام واستبدلها.</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خزن معدات الوقاية الشخصية في منطقة نظيفة وجافة، بعيدًا عن أشعة الشمس المباشرة والمواد الكيميائية.</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اتبع تعليمات الشركة المصنعة المتعلقة بتنظيف معدات الوقاية الشخصية وتعقيمها.</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شجع الموظفين على الإبلاغ عن أي مشكلات أو مخاوف تتعلق بمعدات الوقاية الشخصية.</a:t>
            </a:r>
          </a:p>
        </p:txBody>
      </p:sp>
      <p:sp>
        <p:nvSpPr>
          <p:cNvPr id="6" name="TextBox 5">
            <a:extLst>
              <a:ext uri="{FF2B5EF4-FFF2-40B4-BE49-F238E27FC236}">
                <a16:creationId xmlns:a16="http://schemas.microsoft.com/office/drawing/2014/main" id="{3B60F748-DBB2-4785-BB33-335FB0B4F5F1}"/>
              </a:ext>
            </a:extLst>
          </p:cNvPr>
          <p:cNvSpPr txBox="1"/>
          <p:nvPr/>
        </p:nvSpPr>
        <p:spPr>
          <a:xfrm>
            <a:off x="1427701" y="3717032"/>
            <a:ext cx="2122609" cy="338554"/>
          </a:xfrm>
          <a:prstGeom prst="rect">
            <a:avLst/>
          </a:prstGeom>
          <a:noFill/>
        </p:spPr>
        <p:txBody>
          <a:bodyPr wrap="square" rtlCol="1">
            <a:spAutoFit/>
          </a:bodyPr>
          <a:lstStyle/>
          <a:p>
            <a:pPr algn="ctr" rtl="1"/>
            <a:r>
              <a:rPr lang="ar" sz="1600" b="1" i="0" dirty="0">
                <a:effectLst/>
                <a:latin typeface="Sakkal Majalla" panose="02000000000000000000" pitchFamily="2" charset="-78"/>
                <a:cs typeface="Sakkal Majalla" panose="02000000000000000000" pitchFamily="2" charset="-78"/>
              </a:rPr>
              <a:t>تقييم معدات الوقاية الشخصية</a:t>
            </a:r>
          </a:p>
        </p:txBody>
      </p:sp>
      <p:sp>
        <p:nvSpPr>
          <p:cNvPr id="3" name="Footer Placeholder 2">
            <a:extLst>
              <a:ext uri="{FF2B5EF4-FFF2-40B4-BE49-F238E27FC236}">
                <a16:creationId xmlns:a16="http://schemas.microsoft.com/office/drawing/2014/main" id="{AB6CFEAA-10E5-B338-10C5-7DEFB4F5C31C}"/>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A103000399215</a:t>
            </a:r>
            <a:endParaRPr lang="ar" sz="1000" dirty="0"/>
          </a:p>
        </p:txBody>
      </p:sp>
    </p:spTree>
    <p:extLst>
      <p:ext uri="{BB962C8B-B14F-4D97-AF65-F5344CB8AC3E}">
        <p14:creationId xmlns:p14="http://schemas.microsoft.com/office/powerpoint/2010/main" val="1275189928"/>
      </p:ext>
    </p:extLst>
  </p:cSld>
  <p:clrMapOvr>
    <a:masterClrMapping/>
  </p:clrMapOvr>
  <p:transition>
    <p:sndAc>
      <p:stSnd>
        <p:snd r:embed="rId3" name="click.wav"/>
      </p:stSnd>
    </p:sndAc>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6732240" y="332656"/>
            <a:ext cx="2365007"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المناولة اليدوية</a:t>
            </a:r>
          </a:p>
        </p:txBody>
      </p:sp>
      <p:sp>
        <p:nvSpPr>
          <p:cNvPr id="5" name="TextBox 4">
            <a:extLst>
              <a:ext uri="{FF2B5EF4-FFF2-40B4-BE49-F238E27FC236}">
                <a16:creationId xmlns:a16="http://schemas.microsoft.com/office/drawing/2014/main" id="{5D78CC95-EADD-443D-9C6C-EF6A92B101F1}"/>
              </a:ext>
            </a:extLst>
          </p:cNvPr>
          <p:cNvSpPr txBox="1"/>
          <p:nvPr/>
        </p:nvSpPr>
        <p:spPr>
          <a:xfrm>
            <a:off x="194019" y="1268760"/>
            <a:ext cx="4345230" cy="4708981"/>
          </a:xfrm>
          <a:prstGeom prst="rect">
            <a:avLst/>
          </a:prstGeom>
          <a:noFill/>
        </p:spPr>
        <p:txBody>
          <a:bodyPr wrap="square" rtlCol="1">
            <a:spAutoFit/>
          </a:bodyPr>
          <a:lstStyle/>
          <a:p>
            <a:pPr rtl="1"/>
            <a:r>
              <a:rPr lang="ar" sz="1500" b="1" dirty="0">
                <a:effectLst/>
                <a:latin typeface="Sakkal Majalla" panose="02000000000000000000" pitchFamily="2" charset="-78"/>
                <a:cs typeface="Sakkal Majalla" panose="02000000000000000000" pitchFamily="2" charset="-78"/>
              </a:rPr>
              <a:t>أنواع مصادر الخطر</a:t>
            </a:r>
            <a:endParaRPr lang="en-GB" sz="15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تشتمل عمليات المناولة اليدوية على العديد من مصادر الخطر، منها رفع الأحمال الثقيلة، والحركات المتكررة، والوضعيات غير المريحة، ونقص التدريب أو الإشراف المناسب.</a:t>
            </a:r>
          </a:p>
          <a:p>
            <a:pPr rtl="1"/>
            <a:r>
              <a:rPr lang="ar" sz="1500" b="1" dirty="0">
                <a:effectLst/>
                <a:latin typeface="Sakkal Majalla" panose="02000000000000000000" pitchFamily="2" charset="-78"/>
                <a:cs typeface="Sakkal Majalla" panose="02000000000000000000" pitchFamily="2" charset="-78"/>
              </a:rPr>
              <a:t>تقييم مخاطر الإصابة</a:t>
            </a:r>
            <a:endParaRPr lang="en-GB" sz="15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يتعين على أصحاب العمل تقييم مخاطر الإصابة المرتبطة بمهام المناولة اليدوية. ويتضمن ذلك النظر في طبيعة المهمة وقدرات الأفراد والحمولة وبيئة العمل المحيطة.</a:t>
            </a:r>
          </a:p>
          <a:p>
            <a:pPr rtl="1"/>
            <a:r>
              <a:rPr lang="ar" sz="1500" b="1" dirty="0">
                <a:effectLst/>
                <a:latin typeface="Sakkal Majalla" panose="02000000000000000000" pitchFamily="2" charset="-78"/>
                <a:cs typeface="Sakkal Majalla" panose="02000000000000000000" pitchFamily="2" charset="-78"/>
              </a:rPr>
              <a:t>التدريب على استخدام الأدوات المساعدة</a:t>
            </a:r>
            <a:endParaRPr lang="en-GB" sz="15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يجب على أصحاب العمل توفير التدريب للموظفين على الاستخدام السليم لأدوات ومعدات الرفع لتقليل مخاطر الإصابة. ويشمل ذلك تدريبًا على تقنيات الرفع والحمل والتنزيل، إضافة إلى توضيح حدود استخدام المعدات ومتطلبات صيانتها.</a:t>
            </a:r>
          </a:p>
          <a:p>
            <a:pPr rtl="1"/>
            <a:r>
              <a:rPr lang="ar" sz="1500" b="1" dirty="0">
                <a:effectLst/>
                <a:latin typeface="Sakkal Majalla" panose="02000000000000000000" pitchFamily="2" charset="-78"/>
                <a:cs typeface="Sakkal Majalla" panose="02000000000000000000" pitchFamily="2" charset="-78"/>
              </a:rPr>
              <a:t>النقاط الرئيسة</a:t>
            </a:r>
            <a:endParaRPr lang="en-GB" sz="15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تُعد الصيانة الروتينية عنصرًا أساسيًا لضمان سلامة واستدامة المعدات والمرافق.</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يمكن أن يؤدي اتباع إجراءات الصيانة المناسبة إلى منع الحوادث والأعطال والإصلاحات المكلفة.</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تسهم ممارسات الصيانة المستدامة في تقليل النفايات والحفاظ على الموارد وتقليل التأثير البيئي.</a:t>
            </a:r>
          </a:p>
        </p:txBody>
      </p:sp>
      <p:pic>
        <p:nvPicPr>
          <p:cNvPr id="3" name="Picture 2" descr="A group of people in orange jumpsuits&#10;&#10;Description automatically generated">
            <a:extLst>
              <a:ext uri="{FF2B5EF4-FFF2-40B4-BE49-F238E27FC236}">
                <a16:creationId xmlns:a16="http://schemas.microsoft.com/office/drawing/2014/main" id="{B110F852-ADE8-88DA-A90F-544EA813505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162571" y="1268760"/>
            <a:ext cx="3441877" cy="2294226"/>
          </a:xfrm>
          <a:prstGeom prst="rect">
            <a:avLst/>
          </a:prstGeom>
        </p:spPr>
      </p:pic>
      <p:sp>
        <p:nvSpPr>
          <p:cNvPr id="2" name="TextBox 1">
            <a:extLst>
              <a:ext uri="{FF2B5EF4-FFF2-40B4-BE49-F238E27FC236}">
                <a16:creationId xmlns:a16="http://schemas.microsoft.com/office/drawing/2014/main" id="{9D71C17C-D5DD-5C7B-10B8-1AC40A73B6F0}"/>
              </a:ext>
            </a:extLst>
          </p:cNvPr>
          <p:cNvSpPr txBox="1"/>
          <p:nvPr/>
        </p:nvSpPr>
        <p:spPr>
          <a:xfrm>
            <a:off x="4572000" y="3634994"/>
            <a:ext cx="4410732" cy="2862322"/>
          </a:xfrm>
          <a:prstGeom prst="rect">
            <a:avLst/>
          </a:prstGeom>
          <a:noFill/>
        </p:spPr>
        <p:txBody>
          <a:bodyPr wrap="square" rtlCol="1">
            <a:spAutoFit/>
          </a:bodyPr>
          <a:lstStyle/>
          <a:p>
            <a:pPr rtl="1"/>
            <a:r>
              <a:rPr lang="ar" sz="1500" b="1" dirty="0">
                <a:effectLst/>
                <a:latin typeface="Sakkal Majalla" panose="02000000000000000000" pitchFamily="2" charset="-78"/>
                <a:cs typeface="Sakkal Majalla" panose="02000000000000000000" pitchFamily="2" charset="-78"/>
              </a:rPr>
              <a:t>أفضل الممارسات</a:t>
            </a:r>
            <a:endParaRPr lang="en-GB" sz="15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نفذ عمليات تفتيش منتظمة لتحديد احتياجات الصيانة ومعالجتها.</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ضع جدولًا زمنيًا الصيانة والتزم به.</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درِّب الموظفين على إجراءات الصيانة المناسبة وبروتوكولات السلامة.</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نفِّذ مبادرات الاستدامة، مثل استخدام المعدات الموفرة للطاقة وإستراتيجيات الحد من النفايات.</a:t>
            </a:r>
          </a:p>
          <a:p>
            <a:pPr rtl="1"/>
            <a:r>
              <a:rPr lang="ar" sz="1500" b="1" dirty="0">
                <a:effectLst/>
                <a:latin typeface="Sakkal Majalla" panose="02000000000000000000" pitchFamily="2" charset="-78"/>
                <a:cs typeface="Sakkal Majalla" panose="02000000000000000000" pitchFamily="2" charset="-78"/>
              </a:rPr>
              <a:t>التحسين المستمر</a:t>
            </a:r>
            <a:endParaRPr lang="en-GB" sz="15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راقب عمليات الصيانة وقيمها لتحديد مجالات التحسين.</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اطلب التعليقات من الموظفين وأصحاب المصلحة لتحديد التحديات والفرص للتحسين.</a:t>
            </a:r>
          </a:p>
          <a:p>
            <a:pPr marL="177800" indent="-177800" rtl="1">
              <a:buFont typeface="Arial" panose="020B0604020202020204" pitchFamily="34" charset="0"/>
              <a:buChar char="•"/>
            </a:pPr>
            <a:r>
              <a:rPr lang="ar" sz="1500" dirty="0">
                <a:effectLst/>
                <a:latin typeface="Sakkal Majalla" panose="02000000000000000000" pitchFamily="2" charset="-78"/>
                <a:cs typeface="Sakkal Majalla" panose="02000000000000000000" pitchFamily="2" charset="-78"/>
              </a:rPr>
              <a:t>ابقَ على اطلاع بأفضل ممارسات الصناعة والتقنيات الناشئة في الصيانة والاستدامة.</a:t>
            </a:r>
          </a:p>
        </p:txBody>
      </p:sp>
      <p:sp>
        <p:nvSpPr>
          <p:cNvPr id="4" name="Footer Placeholder 2">
            <a:extLst>
              <a:ext uri="{FF2B5EF4-FFF2-40B4-BE49-F238E27FC236}">
                <a16:creationId xmlns:a16="http://schemas.microsoft.com/office/drawing/2014/main" id="{D259CD14-52FC-3A47-FF8E-41DE377D413B}"/>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A103000399215</a:t>
            </a:r>
            <a:endParaRPr lang="ar" sz="1000" dirty="0"/>
          </a:p>
        </p:txBody>
      </p:sp>
    </p:spTree>
    <p:extLst>
      <p:ext uri="{BB962C8B-B14F-4D97-AF65-F5344CB8AC3E}">
        <p14:creationId xmlns:p14="http://schemas.microsoft.com/office/powerpoint/2010/main" val="70706289"/>
      </p:ext>
    </p:extLst>
  </p:cSld>
  <p:clrMapOvr>
    <a:masterClrMapping/>
  </p:clrMapOvr>
  <p:transition>
    <p:sndAc>
      <p:stSnd>
        <p:snd r:embed="rId3" name="click.wav"/>
      </p:stSnd>
    </p:sndAc>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مهام الصيانة الروتينية النموذجية</a:t>
            </a:r>
          </a:p>
        </p:txBody>
      </p:sp>
      <p:graphicFrame>
        <p:nvGraphicFramePr>
          <p:cNvPr id="2" name="Table 2">
            <a:extLst>
              <a:ext uri="{FF2B5EF4-FFF2-40B4-BE49-F238E27FC236}">
                <a16:creationId xmlns:a16="http://schemas.microsoft.com/office/drawing/2014/main" id="{8841244E-A2F6-4221-AEBE-2EB1E2F6E49D}"/>
              </a:ext>
            </a:extLst>
          </p:cNvPr>
          <p:cNvGraphicFramePr>
            <a:graphicFrameLocks noGrp="1"/>
          </p:cNvGraphicFramePr>
          <p:nvPr>
            <p:extLst>
              <p:ext uri="{D42A27DB-BD31-4B8C-83A1-F6EECF244321}">
                <p14:modId xmlns:p14="http://schemas.microsoft.com/office/powerpoint/2010/main" val="3796409989"/>
              </p:ext>
            </p:extLst>
          </p:nvPr>
        </p:nvGraphicFramePr>
        <p:xfrm>
          <a:off x="251520" y="1397000"/>
          <a:ext cx="8640960" cy="3992880"/>
        </p:xfrm>
        <a:graphic>
          <a:graphicData uri="http://schemas.openxmlformats.org/drawingml/2006/table">
            <a:tbl>
              <a:tblPr rtl="1" firstRow="1" bandRow="1">
                <a:tableStyleId>{5C22544A-7EE6-4342-B048-85BDC9FD1C3A}</a:tableStyleId>
              </a:tblPr>
              <a:tblGrid>
                <a:gridCol w="1728192">
                  <a:extLst>
                    <a:ext uri="{9D8B030D-6E8A-4147-A177-3AD203B41FA5}">
                      <a16:colId xmlns:a16="http://schemas.microsoft.com/office/drawing/2014/main" val="197320421"/>
                    </a:ext>
                  </a:extLst>
                </a:gridCol>
                <a:gridCol w="1728192">
                  <a:extLst>
                    <a:ext uri="{9D8B030D-6E8A-4147-A177-3AD203B41FA5}">
                      <a16:colId xmlns:a16="http://schemas.microsoft.com/office/drawing/2014/main" val="491093766"/>
                    </a:ext>
                  </a:extLst>
                </a:gridCol>
                <a:gridCol w="1728192">
                  <a:extLst>
                    <a:ext uri="{9D8B030D-6E8A-4147-A177-3AD203B41FA5}">
                      <a16:colId xmlns:a16="http://schemas.microsoft.com/office/drawing/2014/main" val="1539908406"/>
                    </a:ext>
                  </a:extLst>
                </a:gridCol>
                <a:gridCol w="1728192">
                  <a:extLst>
                    <a:ext uri="{9D8B030D-6E8A-4147-A177-3AD203B41FA5}">
                      <a16:colId xmlns:a16="http://schemas.microsoft.com/office/drawing/2014/main" val="2844388593"/>
                    </a:ext>
                  </a:extLst>
                </a:gridCol>
                <a:gridCol w="1728192">
                  <a:extLst>
                    <a:ext uri="{9D8B030D-6E8A-4147-A177-3AD203B41FA5}">
                      <a16:colId xmlns:a16="http://schemas.microsoft.com/office/drawing/2014/main" val="2364552217"/>
                    </a:ext>
                  </a:extLst>
                </a:gridCol>
              </a:tblGrid>
              <a:tr h="370840">
                <a:tc>
                  <a:txBody>
                    <a:bodyPr/>
                    <a:lstStyle/>
                    <a:p>
                      <a:pPr rtl="1"/>
                      <a:r>
                        <a:rPr lang="ar" sz="1250" b="1">
                          <a:solidFill>
                            <a:schemeClr val="tx1"/>
                          </a:solidFill>
                          <a:effectLst/>
                          <a:latin typeface="Sakkal Majalla" panose="02000000000000000000" pitchFamily="2" charset="-78"/>
                          <a:cs typeface="Sakkal Majalla" panose="02000000000000000000" pitchFamily="2" charset="-78"/>
                        </a:rPr>
                        <a:t>استبدال المرشحات</a:t>
                      </a:r>
                      <a:endParaRPr lang="en-GB" sz="1250" b="1" dirty="0">
                        <a:solidFill>
                          <a:schemeClr val="tx1"/>
                        </a:solidFill>
                        <a:latin typeface="Sakkal Majalla" panose="02000000000000000000" pitchFamily="2" charset="-78"/>
                        <a:cs typeface="Sakkal Majalla" panose="02000000000000000000" pitchFamily="2" charset="-78"/>
                      </a:endParaRPr>
                    </a:p>
                    <a:p>
                      <a:pPr rtl="1"/>
                      <a:endParaRPr lang="en-GB" sz="1250" dirty="0">
                        <a:solidFill>
                          <a:schemeClr val="tx1"/>
                        </a:solidFill>
                        <a:effectLst/>
                        <a:latin typeface="Sakkal Majalla" panose="02000000000000000000" pitchFamily="2" charset="-78"/>
                        <a:cs typeface="Sakkal Majalla" panose="02000000000000000000" pitchFamily="2" charset="-78"/>
                      </a:endParaRPr>
                    </a:p>
                    <a:p>
                      <a:pPr rtl="1"/>
                      <a:r>
                        <a:rPr lang="ar" sz="1250" b="0">
                          <a:solidFill>
                            <a:schemeClr val="tx1"/>
                          </a:solidFill>
                          <a:effectLst/>
                          <a:latin typeface="Sakkal Majalla" panose="02000000000000000000" pitchFamily="2" charset="-78"/>
                          <a:cs typeface="Sakkal Majalla" panose="02000000000000000000" pitchFamily="2" charset="-78"/>
                        </a:rPr>
                        <a:t>مثال: مرشحات الهواء في أنظمة التدفئة والتهوية وتكييف الهواء</a:t>
                      </a:r>
                    </a:p>
                    <a:p>
                      <a:pPr rtl="1"/>
                      <a:endParaRPr lang="en-GB" sz="1250" b="0" dirty="0">
                        <a:solidFill>
                          <a:schemeClr val="tx1"/>
                        </a:solidFill>
                        <a:effectLst/>
                        <a:latin typeface="Sakkal Majalla" panose="02000000000000000000" pitchFamily="2" charset="-78"/>
                        <a:cs typeface="Sakkal Majalla" panose="02000000000000000000" pitchFamily="2" charset="-78"/>
                      </a:endParaRPr>
                    </a:p>
                    <a:p>
                      <a:pPr rtl="1"/>
                      <a:r>
                        <a:rPr lang="ar" sz="1250" b="0">
                          <a:solidFill>
                            <a:schemeClr val="tx1"/>
                          </a:solidFill>
                          <a:effectLst/>
                          <a:latin typeface="Sakkal Majalla" panose="02000000000000000000" pitchFamily="2" charset="-78"/>
                          <a:cs typeface="Sakkal Majalla" panose="02000000000000000000" pitchFamily="2" charset="-78"/>
                        </a:rPr>
                        <a:t>الغرض: إزالة الغبار والأوساخ والجسيمات الأخرى من الهواء لضمان جودة هواء نظيف وصحي داخل المباني.</a:t>
                      </a:r>
                    </a:p>
                    <a:p>
                      <a:pPr rtl="1"/>
                      <a:endParaRPr lang="en-GB" sz="1250" dirty="0">
                        <a:solidFill>
                          <a:schemeClr val="tx1"/>
                        </a:solidFill>
                        <a:latin typeface="Sakkal Majalla" panose="02000000000000000000" pitchFamily="2" charset="-78"/>
                        <a:cs typeface="Sakkal Majalla" panose="02000000000000000000" pitchFamily="2" charset="-78"/>
                      </a:endParaRPr>
                    </a:p>
                  </a:txBody>
                  <a:tcPr/>
                </a:tc>
                <a:tc>
                  <a:txBody>
                    <a:bodyPr/>
                    <a:lstStyle/>
                    <a:p>
                      <a:pPr rtl="1"/>
                      <a:r>
                        <a:rPr lang="ar" sz="1250" b="1">
                          <a:solidFill>
                            <a:schemeClr val="tx1"/>
                          </a:solidFill>
                          <a:effectLst/>
                          <a:latin typeface="Sakkal Majalla" panose="02000000000000000000" pitchFamily="2" charset="-78"/>
                          <a:cs typeface="Sakkal Majalla" panose="02000000000000000000" pitchFamily="2" charset="-78"/>
                        </a:rPr>
                        <a:t>تغيير مواد التشحيم</a:t>
                      </a:r>
                      <a:endParaRPr lang="en-GB" sz="1250" b="1" dirty="0">
                        <a:solidFill>
                          <a:schemeClr val="tx1"/>
                        </a:solidFill>
                        <a:latin typeface="Sakkal Majalla" panose="02000000000000000000" pitchFamily="2" charset="-78"/>
                        <a:cs typeface="Sakkal Majalla" panose="02000000000000000000" pitchFamily="2" charset="-78"/>
                      </a:endParaRPr>
                    </a:p>
                    <a:p>
                      <a:pPr rtl="1"/>
                      <a:endParaRPr lang="en-GB" sz="1250" dirty="0">
                        <a:solidFill>
                          <a:schemeClr val="tx1"/>
                        </a:solidFill>
                        <a:effectLst/>
                        <a:latin typeface="Sakkal Majalla" panose="02000000000000000000" pitchFamily="2" charset="-78"/>
                        <a:cs typeface="Sakkal Majalla" panose="02000000000000000000" pitchFamily="2" charset="-78"/>
                      </a:endParaRPr>
                    </a:p>
                    <a:p>
                      <a:pPr rtl="1"/>
                      <a:r>
                        <a:rPr lang="ar" sz="1250" b="0">
                          <a:solidFill>
                            <a:schemeClr val="tx1"/>
                          </a:solidFill>
                          <a:effectLst/>
                          <a:latin typeface="Sakkal Majalla" panose="02000000000000000000" pitchFamily="2" charset="-78"/>
                          <a:cs typeface="Sakkal Majalla" panose="02000000000000000000" pitchFamily="2" charset="-78"/>
                        </a:rPr>
                        <a:t>مثال: تغيير الزيت في المحرك</a:t>
                      </a:r>
                    </a:p>
                    <a:p>
                      <a:pPr rtl="1"/>
                      <a:endParaRPr lang="en-GB" sz="1250" b="0" dirty="0">
                        <a:solidFill>
                          <a:schemeClr val="tx1"/>
                        </a:solidFill>
                        <a:effectLst/>
                        <a:latin typeface="Sakkal Majalla" panose="02000000000000000000" pitchFamily="2" charset="-78"/>
                        <a:cs typeface="Sakkal Majalla" panose="02000000000000000000" pitchFamily="2" charset="-78"/>
                      </a:endParaRPr>
                    </a:p>
                    <a:p>
                      <a:pPr rtl="1"/>
                      <a:r>
                        <a:rPr lang="ar" sz="1250" b="0">
                          <a:solidFill>
                            <a:schemeClr val="tx1"/>
                          </a:solidFill>
                          <a:effectLst/>
                          <a:latin typeface="Sakkal Majalla" panose="02000000000000000000" pitchFamily="2" charset="-78"/>
                          <a:cs typeface="Sakkal Majalla" panose="02000000000000000000" pitchFamily="2" charset="-78"/>
                        </a:rPr>
                        <a:t>الغرض: تنفيذ عمليات التشحيم لتقليل الاحتكاك والحرارة، ما يطيل عمر المكونات الميكانيكية.</a:t>
                      </a:r>
                    </a:p>
                    <a:p>
                      <a:pPr rtl="1"/>
                      <a:endParaRPr lang="en-GB" sz="1250" dirty="0">
                        <a:solidFill>
                          <a:schemeClr val="tx1"/>
                        </a:solidFill>
                        <a:latin typeface="Sakkal Majalla" panose="02000000000000000000" pitchFamily="2" charset="-78"/>
                        <a:cs typeface="Sakkal Majalla" panose="02000000000000000000" pitchFamily="2" charset="-78"/>
                      </a:endParaRPr>
                    </a:p>
                  </a:txBody>
                  <a:tcPr/>
                </a:tc>
                <a:tc>
                  <a:txBody>
                    <a:bodyPr/>
                    <a:lstStyle/>
                    <a:p>
                      <a:pPr rtl="1"/>
                      <a:r>
                        <a:rPr lang="ar" sz="1250" b="1">
                          <a:solidFill>
                            <a:schemeClr val="tx1"/>
                          </a:solidFill>
                          <a:effectLst/>
                          <a:latin typeface="Sakkal Majalla" panose="02000000000000000000" pitchFamily="2" charset="-78"/>
                          <a:cs typeface="Sakkal Majalla" panose="02000000000000000000" pitchFamily="2" charset="-78"/>
                        </a:rPr>
                        <a:t>استبدال موانع التسرب</a:t>
                      </a:r>
                      <a:endParaRPr lang="en-GB" sz="1250" b="1" dirty="0">
                        <a:solidFill>
                          <a:schemeClr val="tx1"/>
                        </a:solidFill>
                        <a:latin typeface="Sakkal Majalla" panose="02000000000000000000" pitchFamily="2" charset="-78"/>
                        <a:cs typeface="Sakkal Majalla" panose="02000000000000000000" pitchFamily="2" charset="-78"/>
                      </a:endParaRPr>
                    </a:p>
                    <a:p>
                      <a:pPr rtl="1"/>
                      <a:endParaRPr lang="en-GB" sz="1250" dirty="0">
                        <a:solidFill>
                          <a:schemeClr val="tx1"/>
                        </a:solidFill>
                        <a:effectLst/>
                        <a:latin typeface="Sakkal Majalla" panose="02000000000000000000" pitchFamily="2" charset="-78"/>
                        <a:cs typeface="Sakkal Majalla" panose="02000000000000000000" pitchFamily="2" charset="-78"/>
                      </a:endParaRPr>
                    </a:p>
                    <a:p>
                      <a:pPr rtl="1"/>
                      <a:r>
                        <a:rPr lang="ar" sz="1250" b="0">
                          <a:solidFill>
                            <a:schemeClr val="tx1"/>
                          </a:solidFill>
                          <a:effectLst/>
                          <a:latin typeface="Sakkal Majalla" panose="02000000000000000000" pitchFamily="2" charset="-78"/>
                          <a:cs typeface="Sakkal Majalla" panose="02000000000000000000" pitchFamily="2" charset="-78"/>
                        </a:rPr>
                        <a:t>مثال: موانع تسريب حلقية دائرية في الأنظمة الهيدروليكية</a:t>
                      </a:r>
                    </a:p>
                    <a:p>
                      <a:pPr rtl="1"/>
                      <a:endParaRPr lang="en-GB" sz="1250" b="0" dirty="0">
                        <a:solidFill>
                          <a:schemeClr val="tx1"/>
                        </a:solidFill>
                        <a:effectLst/>
                        <a:latin typeface="Sakkal Majalla" panose="02000000000000000000" pitchFamily="2" charset="-78"/>
                        <a:cs typeface="Sakkal Majalla" panose="02000000000000000000" pitchFamily="2" charset="-78"/>
                      </a:endParaRPr>
                    </a:p>
                    <a:p>
                      <a:pPr rtl="1"/>
                      <a:r>
                        <a:rPr lang="ar" sz="1250" b="0">
                          <a:solidFill>
                            <a:schemeClr val="tx1"/>
                          </a:solidFill>
                          <a:effectLst/>
                          <a:latin typeface="Sakkal Majalla" panose="02000000000000000000" pitchFamily="2" charset="-78"/>
                          <a:cs typeface="Sakkal Majalla" panose="02000000000000000000" pitchFamily="2" charset="-78"/>
                        </a:rPr>
                        <a:t>الغرض: منع التسربات والحفاظ على سلامة النظام من خلال تشكيل حاجز يمنع تسرب السوائل أو الغازات.</a:t>
                      </a:r>
                    </a:p>
                  </a:txBody>
                  <a:tcPr/>
                </a:tc>
                <a:tc>
                  <a:txBody>
                    <a:bodyPr/>
                    <a:lstStyle/>
                    <a:p>
                      <a:pPr rtl="1"/>
                      <a:r>
                        <a:rPr lang="ar" sz="1250" b="1">
                          <a:solidFill>
                            <a:schemeClr val="tx1"/>
                          </a:solidFill>
                          <a:effectLst/>
                          <a:latin typeface="Sakkal Majalla" panose="02000000000000000000" pitchFamily="2" charset="-78"/>
                          <a:cs typeface="Sakkal Majalla" panose="02000000000000000000" pitchFamily="2" charset="-78"/>
                        </a:rPr>
                        <a:t>تغيير المحامل</a:t>
                      </a:r>
                      <a:endParaRPr lang="en-GB" sz="1250" b="1" dirty="0">
                        <a:solidFill>
                          <a:schemeClr val="tx1"/>
                        </a:solidFill>
                        <a:latin typeface="Sakkal Majalla" panose="02000000000000000000" pitchFamily="2" charset="-78"/>
                        <a:cs typeface="Sakkal Majalla" panose="02000000000000000000" pitchFamily="2" charset="-78"/>
                      </a:endParaRPr>
                    </a:p>
                    <a:p>
                      <a:pPr rtl="1"/>
                      <a:endParaRPr lang="en-GB" sz="1250" dirty="0">
                        <a:solidFill>
                          <a:schemeClr val="tx1"/>
                        </a:solidFill>
                        <a:effectLst/>
                        <a:latin typeface="Sakkal Majalla" panose="02000000000000000000" pitchFamily="2" charset="-78"/>
                        <a:cs typeface="Sakkal Majalla" panose="02000000000000000000" pitchFamily="2" charset="-78"/>
                      </a:endParaRPr>
                    </a:p>
                    <a:p>
                      <a:pPr rtl="1"/>
                      <a:r>
                        <a:rPr lang="ar" sz="1250" b="0">
                          <a:solidFill>
                            <a:schemeClr val="tx1"/>
                          </a:solidFill>
                          <a:effectLst/>
                          <a:latin typeface="Sakkal Majalla" panose="02000000000000000000" pitchFamily="2" charset="-78"/>
                          <a:cs typeface="Sakkal Majalla" panose="02000000000000000000" pitchFamily="2" charset="-78"/>
                        </a:rPr>
                        <a:t>مثال: محامل كروي في الآلات الدوارة</a:t>
                      </a:r>
                    </a:p>
                    <a:p>
                      <a:pPr rtl="1"/>
                      <a:endParaRPr lang="en-GB" sz="1250" b="0" dirty="0">
                        <a:solidFill>
                          <a:schemeClr val="tx1"/>
                        </a:solidFill>
                        <a:effectLst/>
                        <a:latin typeface="Sakkal Majalla" panose="02000000000000000000" pitchFamily="2" charset="-78"/>
                        <a:cs typeface="Sakkal Majalla" panose="02000000000000000000" pitchFamily="2" charset="-78"/>
                      </a:endParaRPr>
                    </a:p>
                    <a:p>
                      <a:pPr rtl="1"/>
                      <a:r>
                        <a:rPr lang="ar" sz="1250" b="0">
                          <a:solidFill>
                            <a:schemeClr val="tx1"/>
                          </a:solidFill>
                          <a:effectLst/>
                          <a:latin typeface="Sakkal Majalla" panose="02000000000000000000" pitchFamily="2" charset="-78"/>
                          <a:cs typeface="Sakkal Majalla" panose="02000000000000000000" pitchFamily="2" charset="-78"/>
                        </a:rPr>
                        <a:t>الغرض: تقليل الاحتكاك وضمان دوران سلس، ما يعزز الأداء الأمثل ويمنع التلف.</a:t>
                      </a:r>
                    </a:p>
                  </a:txBody>
                  <a:tcPr/>
                </a:tc>
                <a:tc>
                  <a:txBody>
                    <a:bodyPr/>
                    <a:lstStyle/>
                    <a:p>
                      <a:pPr rtl="1"/>
                      <a:r>
                        <a:rPr lang="ar" sz="1250" b="1" dirty="0">
                          <a:solidFill>
                            <a:schemeClr val="tx1"/>
                          </a:solidFill>
                          <a:effectLst/>
                          <a:latin typeface="Sakkal Majalla" panose="02000000000000000000" pitchFamily="2" charset="-78"/>
                          <a:cs typeface="Sakkal Majalla" panose="02000000000000000000" pitchFamily="2" charset="-78"/>
                        </a:rPr>
                        <a:t>استبدال التروس</a:t>
                      </a:r>
                      <a:endParaRPr lang="en-GB" sz="1250" b="1" dirty="0">
                        <a:solidFill>
                          <a:schemeClr val="tx1"/>
                        </a:solidFill>
                        <a:latin typeface="Sakkal Majalla" panose="02000000000000000000" pitchFamily="2" charset="-78"/>
                        <a:cs typeface="Sakkal Majalla" panose="02000000000000000000" pitchFamily="2" charset="-78"/>
                      </a:endParaRPr>
                    </a:p>
                    <a:p>
                      <a:pPr rtl="1"/>
                      <a:endParaRPr lang="en-GB" sz="1250" dirty="0">
                        <a:solidFill>
                          <a:schemeClr val="tx1"/>
                        </a:solidFill>
                        <a:effectLst/>
                        <a:latin typeface="Sakkal Majalla" panose="02000000000000000000" pitchFamily="2" charset="-78"/>
                        <a:cs typeface="Sakkal Majalla" panose="02000000000000000000" pitchFamily="2" charset="-78"/>
                      </a:endParaRPr>
                    </a:p>
                    <a:p>
                      <a:pPr rtl="1"/>
                      <a:r>
                        <a:rPr lang="ar" sz="1250" b="0" dirty="0">
                          <a:solidFill>
                            <a:schemeClr val="tx1"/>
                          </a:solidFill>
                          <a:effectLst/>
                          <a:latin typeface="Sakkal Majalla" panose="02000000000000000000" pitchFamily="2" charset="-78"/>
                          <a:cs typeface="Sakkal Majalla" panose="02000000000000000000" pitchFamily="2" charset="-78"/>
                        </a:rPr>
                        <a:t>مثال: استبدال التروس في صندوق التروس</a:t>
                      </a:r>
                    </a:p>
                    <a:p>
                      <a:pPr rtl="1"/>
                      <a:endParaRPr lang="en-GB" sz="1250" b="0" dirty="0">
                        <a:solidFill>
                          <a:schemeClr val="tx1"/>
                        </a:solidFill>
                        <a:effectLst/>
                        <a:latin typeface="Sakkal Majalla" panose="02000000000000000000" pitchFamily="2" charset="-78"/>
                        <a:cs typeface="Sakkal Majalla" panose="02000000000000000000" pitchFamily="2" charset="-78"/>
                      </a:endParaRPr>
                    </a:p>
                    <a:p>
                      <a:pPr rtl="1"/>
                      <a:r>
                        <a:rPr lang="ar" sz="1250" b="0" dirty="0">
                          <a:solidFill>
                            <a:schemeClr val="tx1"/>
                          </a:solidFill>
                          <a:effectLst/>
                          <a:latin typeface="Sakkal Majalla" panose="02000000000000000000" pitchFamily="2" charset="-78"/>
                          <a:cs typeface="Sakkal Majalla" panose="02000000000000000000" pitchFamily="2" charset="-78"/>
                        </a:rPr>
                        <a:t>الغرض: استعادة الوظائف الصحيحة للتروس، ما يضمن النقل السلس للقدرة ومنع تآكل العتاد أو تعطله.</a:t>
                      </a:r>
                    </a:p>
                  </a:txBody>
                  <a:tcPr/>
                </a:tc>
                <a:extLst>
                  <a:ext uri="{0D108BD9-81ED-4DB2-BD59-A6C34878D82A}">
                    <a16:rowId xmlns:a16="http://schemas.microsoft.com/office/drawing/2014/main" val="2648226973"/>
                  </a:ext>
                </a:extLst>
              </a:tr>
              <a:tr h="370840">
                <a:tc>
                  <a:txBody>
                    <a:bodyPr/>
                    <a:lstStyle/>
                    <a:p>
                      <a:pPr rtl="1"/>
                      <a:r>
                        <a:rPr lang="ar" sz="1250" b="1">
                          <a:solidFill>
                            <a:schemeClr val="tx1"/>
                          </a:solidFill>
                          <a:effectLst/>
                          <a:latin typeface="Sakkal Majalla" panose="02000000000000000000" pitchFamily="2" charset="-78"/>
                          <a:cs typeface="Sakkal Majalla" panose="02000000000000000000" pitchFamily="2" charset="-78"/>
                        </a:rPr>
                        <a:t>استبدال الوصلات</a:t>
                      </a:r>
                      <a:endParaRPr lang="en-GB" sz="1250" b="1" dirty="0">
                        <a:solidFill>
                          <a:schemeClr val="tx1"/>
                        </a:solidFill>
                        <a:latin typeface="Sakkal Majalla" panose="02000000000000000000" pitchFamily="2" charset="-78"/>
                        <a:cs typeface="Sakkal Majalla" panose="02000000000000000000" pitchFamily="2" charset="-78"/>
                      </a:endParaRPr>
                    </a:p>
                    <a:p>
                      <a:pPr rtl="1"/>
                      <a:endParaRPr lang="en-GB" sz="1250" dirty="0">
                        <a:solidFill>
                          <a:schemeClr val="tx1"/>
                        </a:solidFill>
                        <a:effectLst/>
                        <a:latin typeface="Sakkal Majalla" panose="02000000000000000000" pitchFamily="2" charset="-78"/>
                        <a:cs typeface="Sakkal Majalla" panose="02000000000000000000" pitchFamily="2" charset="-78"/>
                      </a:endParaRPr>
                    </a:p>
                    <a:p>
                      <a:pPr rtl="1"/>
                      <a:endParaRPr lang="en-GB" sz="1250" dirty="0">
                        <a:solidFill>
                          <a:schemeClr val="tx1"/>
                        </a:solidFill>
                        <a:effectLst/>
                        <a:latin typeface="Sakkal Majalla" panose="02000000000000000000" pitchFamily="2" charset="-78"/>
                        <a:cs typeface="Sakkal Majalla" panose="02000000000000000000" pitchFamily="2" charset="-78"/>
                      </a:endParaRPr>
                    </a:p>
                    <a:p>
                      <a:pPr rtl="1"/>
                      <a:r>
                        <a:rPr lang="ar" sz="1250">
                          <a:solidFill>
                            <a:schemeClr val="tx1"/>
                          </a:solidFill>
                          <a:effectLst/>
                          <a:latin typeface="Sakkal Majalla" panose="02000000000000000000" pitchFamily="2" charset="-78"/>
                          <a:cs typeface="Sakkal Majalla" panose="02000000000000000000" pitchFamily="2" charset="-78"/>
                        </a:rPr>
                        <a:t>مثال: استبدال الوصلات في نظام الربط الميكانيكي</a:t>
                      </a:r>
                    </a:p>
                    <a:p>
                      <a:pPr rtl="1"/>
                      <a:endParaRPr lang="en-GB" sz="1250" dirty="0">
                        <a:solidFill>
                          <a:schemeClr val="tx1"/>
                        </a:solidFill>
                        <a:effectLst/>
                        <a:latin typeface="Sakkal Majalla" panose="02000000000000000000" pitchFamily="2" charset="-78"/>
                        <a:cs typeface="Sakkal Majalla" panose="02000000000000000000" pitchFamily="2" charset="-78"/>
                      </a:endParaRPr>
                    </a:p>
                    <a:p>
                      <a:pPr rtl="1"/>
                      <a:r>
                        <a:rPr lang="ar" sz="1250">
                          <a:solidFill>
                            <a:schemeClr val="tx1"/>
                          </a:solidFill>
                          <a:effectLst/>
                          <a:latin typeface="Sakkal Majalla" panose="02000000000000000000" pitchFamily="2" charset="-78"/>
                          <a:cs typeface="Sakkal Majalla" panose="02000000000000000000" pitchFamily="2" charset="-78"/>
                        </a:rPr>
                        <a:t>الغرض: الحفاظ على التشغيل المناسب للربط الميكانيكي، ما يضمن حركة سلسة ودقيقة.</a:t>
                      </a:r>
                    </a:p>
                  </a:txBody>
                  <a:tcPr/>
                </a:tc>
                <a:tc>
                  <a:txBody>
                    <a:bodyPr/>
                    <a:lstStyle/>
                    <a:p>
                      <a:pPr rtl="1"/>
                      <a:r>
                        <a:rPr lang="ar" sz="1250" b="1">
                          <a:solidFill>
                            <a:schemeClr val="tx1"/>
                          </a:solidFill>
                          <a:effectLst/>
                          <a:latin typeface="Sakkal Majalla" panose="02000000000000000000" pitchFamily="2" charset="-78"/>
                          <a:cs typeface="Sakkal Majalla" panose="02000000000000000000" pitchFamily="2" charset="-78"/>
                        </a:rPr>
                        <a:t>استبدال السيور</a:t>
                      </a:r>
                      <a:endParaRPr lang="en-GB" sz="1250" b="1" dirty="0">
                        <a:solidFill>
                          <a:schemeClr val="tx1"/>
                        </a:solidFill>
                        <a:latin typeface="Sakkal Majalla" panose="02000000000000000000" pitchFamily="2" charset="-78"/>
                        <a:cs typeface="Sakkal Majalla" panose="02000000000000000000" pitchFamily="2" charset="-78"/>
                      </a:endParaRPr>
                    </a:p>
                    <a:p>
                      <a:pPr rtl="1"/>
                      <a:endParaRPr lang="en-GB" sz="1250" dirty="0">
                        <a:solidFill>
                          <a:schemeClr val="tx1"/>
                        </a:solidFill>
                        <a:effectLst/>
                        <a:latin typeface="Sakkal Majalla" panose="02000000000000000000" pitchFamily="2" charset="-78"/>
                        <a:cs typeface="Sakkal Majalla" panose="02000000000000000000" pitchFamily="2" charset="-78"/>
                      </a:endParaRPr>
                    </a:p>
                    <a:p>
                      <a:pPr rtl="1"/>
                      <a:endParaRPr lang="en-GB" sz="1250" dirty="0">
                        <a:solidFill>
                          <a:schemeClr val="tx1"/>
                        </a:solidFill>
                        <a:effectLst/>
                        <a:latin typeface="Sakkal Majalla" panose="02000000000000000000" pitchFamily="2" charset="-78"/>
                        <a:cs typeface="Sakkal Majalla" panose="02000000000000000000" pitchFamily="2" charset="-78"/>
                      </a:endParaRPr>
                    </a:p>
                    <a:p>
                      <a:pPr rtl="1"/>
                      <a:r>
                        <a:rPr lang="ar" sz="1250">
                          <a:solidFill>
                            <a:schemeClr val="tx1"/>
                          </a:solidFill>
                          <a:effectLst/>
                          <a:latin typeface="Sakkal Majalla" panose="02000000000000000000" pitchFamily="2" charset="-78"/>
                          <a:cs typeface="Sakkal Majalla" panose="02000000000000000000" pitchFamily="2" charset="-78"/>
                        </a:rPr>
                        <a:t>مثال: استبدال سيور القيادة في نظام النقل</a:t>
                      </a:r>
                    </a:p>
                    <a:p>
                      <a:pPr rtl="1"/>
                      <a:endParaRPr lang="en-GB" sz="1250" dirty="0">
                        <a:solidFill>
                          <a:schemeClr val="tx1"/>
                        </a:solidFill>
                        <a:effectLst/>
                        <a:latin typeface="Sakkal Majalla" panose="02000000000000000000" pitchFamily="2" charset="-78"/>
                        <a:cs typeface="Sakkal Majalla" panose="02000000000000000000" pitchFamily="2" charset="-78"/>
                      </a:endParaRPr>
                    </a:p>
                    <a:p>
                      <a:pPr rtl="1"/>
                      <a:r>
                        <a:rPr lang="ar" sz="1250">
                          <a:solidFill>
                            <a:schemeClr val="tx1"/>
                          </a:solidFill>
                          <a:effectLst/>
                          <a:latin typeface="Sakkal Majalla" panose="02000000000000000000" pitchFamily="2" charset="-78"/>
                          <a:cs typeface="Sakkal Majalla" panose="02000000000000000000" pitchFamily="2" charset="-78"/>
                        </a:rPr>
                        <a:t>الغرض: ضمان النقل المناسب للقدرة ومنع انزلاق السيور أو تعطلها.</a:t>
                      </a:r>
                    </a:p>
                  </a:txBody>
                  <a:tcPr/>
                </a:tc>
                <a:tc>
                  <a:txBody>
                    <a:bodyPr/>
                    <a:lstStyle/>
                    <a:p>
                      <a:pPr rtl="1"/>
                      <a:r>
                        <a:rPr lang="ar" sz="1250" b="1">
                          <a:solidFill>
                            <a:schemeClr val="tx1"/>
                          </a:solidFill>
                          <a:effectLst/>
                          <a:latin typeface="Sakkal Majalla" panose="02000000000000000000" pitchFamily="2" charset="-78"/>
                          <a:cs typeface="Sakkal Majalla" panose="02000000000000000000" pitchFamily="2" charset="-78"/>
                        </a:rPr>
                        <a:t>استبدال وسادات المكابح</a:t>
                      </a:r>
                      <a:endParaRPr lang="en-GB" sz="1250" b="1" dirty="0">
                        <a:solidFill>
                          <a:schemeClr val="tx1"/>
                        </a:solidFill>
                        <a:latin typeface="Sakkal Majalla" panose="02000000000000000000" pitchFamily="2" charset="-78"/>
                        <a:cs typeface="Sakkal Majalla" panose="02000000000000000000" pitchFamily="2" charset="-78"/>
                      </a:endParaRPr>
                    </a:p>
                    <a:p>
                      <a:pPr rtl="1"/>
                      <a:endParaRPr lang="en-GB" sz="1250" dirty="0">
                        <a:solidFill>
                          <a:schemeClr val="tx1"/>
                        </a:solidFill>
                        <a:effectLst/>
                        <a:latin typeface="Sakkal Majalla" panose="02000000000000000000" pitchFamily="2" charset="-78"/>
                        <a:cs typeface="Sakkal Majalla" panose="02000000000000000000" pitchFamily="2" charset="-78"/>
                      </a:endParaRPr>
                    </a:p>
                    <a:p>
                      <a:pPr rtl="1"/>
                      <a:r>
                        <a:rPr lang="ar" sz="1250">
                          <a:solidFill>
                            <a:schemeClr val="tx1"/>
                          </a:solidFill>
                          <a:effectLst/>
                          <a:latin typeface="Sakkal Majalla" panose="02000000000000000000" pitchFamily="2" charset="-78"/>
                          <a:cs typeface="Sakkal Majalla" panose="02000000000000000000" pitchFamily="2" charset="-78"/>
                        </a:rPr>
                        <a:t>مثال: استبدال وسادة المكابح في المركبة</a:t>
                      </a:r>
                    </a:p>
                    <a:p>
                      <a:pPr rtl="1"/>
                      <a:endParaRPr lang="en-GB" sz="1250" dirty="0">
                        <a:solidFill>
                          <a:schemeClr val="tx1"/>
                        </a:solidFill>
                        <a:effectLst/>
                        <a:latin typeface="Sakkal Majalla" panose="02000000000000000000" pitchFamily="2" charset="-78"/>
                        <a:cs typeface="Sakkal Majalla" panose="02000000000000000000" pitchFamily="2" charset="-78"/>
                      </a:endParaRPr>
                    </a:p>
                    <a:p>
                      <a:pPr rtl="1"/>
                      <a:r>
                        <a:rPr lang="ar" sz="1250">
                          <a:solidFill>
                            <a:schemeClr val="tx1"/>
                          </a:solidFill>
                          <a:effectLst/>
                          <a:latin typeface="Sakkal Majalla" panose="02000000000000000000" pitchFamily="2" charset="-78"/>
                          <a:cs typeface="Sakkal Majalla" panose="02000000000000000000" pitchFamily="2" charset="-78"/>
                        </a:rPr>
                        <a:t>الغرض: استعادة أداء الكبح وضمان قوة توقف آمنة وموثوقة.</a:t>
                      </a:r>
                    </a:p>
                  </a:txBody>
                  <a:tcPr/>
                </a:tc>
                <a:tc>
                  <a:txBody>
                    <a:bodyPr/>
                    <a:lstStyle/>
                    <a:p>
                      <a:pPr rtl="1"/>
                      <a:r>
                        <a:rPr lang="ar" sz="1250" b="1">
                          <a:solidFill>
                            <a:schemeClr val="tx1"/>
                          </a:solidFill>
                          <a:effectLst/>
                          <a:latin typeface="Sakkal Majalla" panose="02000000000000000000" pitchFamily="2" charset="-78"/>
                          <a:cs typeface="Sakkal Majalla" panose="02000000000000000000" pitchFamily="2" charset="-78"/>
                        </a:rPr>
                        <a:t>استبدال القوابض ولوحات القابض</a:t>
                      </a:r>
                      <a:endParaRPr lang="en-GB" sz="1250" b="1" dirty="0">
                        <a:solidFill>
                          <a:schemeClr val="tx1"/>
                        </a:solidFill>
                        <a:latin typeface="Sakkal Majalla" panose="02000000000000000000" pitchFamily="2" charset="-78"/>
                        <a:cs typeface="Sakkal Majalla" panose="02000000000000000000" pitchFamily="2" charset="-78"/>
                      </a:endParaRPr>
                    </a:p>
                    <a:p>
                      <a:pPr rtl="1"/>
                      <a:endParaRPr lang="en-GB" sz="1250" dirty="0">
                        <a:solidFill>
                          <a:schemeClr val="tx1"/>
                        </a:solidFill>
                        <a:effectLst/>
                        <a:latin typeface="Sakkal Majalla" panose="02000000000000000000" pitchFamily="2" charset="-78"/>
                        <a:cs typeface="Sakkal Majalla" panose="02000000000000000000" pitchFamily="2" charset="-78"/>
                      </a:endParaRPr>
                    </a:p>
                    <a:p>
                      <a:pPr rtl="1"/>
                      <a:r>
                        <a:rPr lang="ar" sz="1250">
                          <a:solidFill>
                            <a:schemeClr val="tx1"/>
                          </a:solidFill>
                          <a:effectLst/>
                          <a:latin typeface="Sakkal Majalla" panose="02000000000000000000" pitchFamily="2" charset="-78"/>
                          <a:cs typeface="Sakkal Majalla" panose="02000000000000000000" pitchFamily="2" charset="-78"/>
                        </a:rPr>
                        <a:t>مثال: استبدال القابض في ناقل حركة يدوي</a:t>
                      </a:r>
                    </a:p>
                    <a:p>
                      <a:pPr rtl="1"/>
                      <a:endParaRPr lang="en-GB" sz="1250" dirty="0">
                        <a:solidFill>
                          <a:schemeClr val="tx1"/>
                        </a:solidFill>
                        <a:effectLst/>
                        <a:latin typeface="Sakkal Majalla" panose="02000000000000000000" pitchFamily="2" charset="-78"/>
                        <a:cs typeface="Sakkal Majalla" panose="02000000000000000000" pitchFamily="2" charset="-78"/>
                      </a:endParaRPr>
                    </a:p>
                    <a:p>
                      <a:pPr rtl="1"/>
                      <a:r>
                        <a:rPr lang="ar" sz="1250">
                          <a:solidFill>
                            <a:schemeClr val="tx1"/>
                          </a:solidFill>
                          <a:effectLst/>
                          <a:latin typeface="Sakkal Majalla" panose="02000000000000000000" pitchFamily="2" charset="-78"/>
                          <a:cs typeface="Sakkal Majalla" panose="02000000000000000000" pitchFamily="2" charset="-78"/>
                        </a:rPr>
                        <a:t>الغرض: استعادة عملية التعشيق والفصل السليمة للقابض، وضمان تغيير التروس بسلاسة ونقل القدرة بكفاءة.</a:t>
                      </a:r>
                    </a:p>
                  </a:txBody>
                  <a:tcPr/>
                </a:tc>
                <a:tc>
                  <a:txBody>
                    <a:bodyPr/>
                    <a:lstStyle/>
                    <a:p>
                      <a:pPr rtl="1"/>
                      <a:r>
                        <a:rPr lang="ar" sz="1250" b="1" dirty="0">
                          <a:solidFill>
                            <a:schemeClr val="tx1"/>
                          </a:solidFill>
                          <a:effectLst/>
                          <a:latin typeface="Sakkal Majalla" panose="02000000000000000000" pitchFamily="2" charset="-78"/>
                          <a:cs typeface="Sakkal Majalla" panose="02000000000000000000" pitchFamily="2" charset="-78"/>
                        </a:rPr>
                        <a:t>استبدال الشفرات</a:t>
                      </a:r>
                      <a:endParaRPr lang="en-GB" sz="1250" b="1" dirty="0">
                        <a:solidFill>
                          <a:schemeClr val="tx1"/>
                        </a:solidFill>
                        <a:latin typeface="Sakkal Majalla" panose="02000000000000000000" pitchFamily="2" charset="-78"/>
                        <a:cs typeface="Sakkal Majalla" panose="02000000000000000000" pitchFamily="2" charset="-78"/>
                      </a:endParaRPr>
                    </a:p>
                    <a:p>
                      <a:pPr rtl="1"/>
                      <a:endParaRPr lang="en-GB" sz="1250" dirty="0">
                        <a:solidFill>
                          <a:schemeClr val="tx1"/>
                        </a:solidFill>
                        <a:effectLst/>
                        <a:latin typeface="Sakkal Majalla" panose="02000000000000000000" pitchFamily="2" charset="-78"/>
                        <a:cs typeface="Sakkal Majalla" panose="02000000000000000000" pitchFamily="2" charset="-78"/>
                      </a:endParaRPr>
                    </a:p>
                    <a:p>
                      <a:pPr rtl="1"/>
                      <a:r>
                        <a:rPr lang="ar" sz="1250" dirty="0">
                          <a:solidFill>
                            <a:schemeClr val="tx1"/>
                          </a:solidFill>
                          <a:effectLst/>
                          <a:latin typeface="Sakkal Majalla" panose="02000000000000000000" pitchFamily="2" charset="-78"/>
                          <a:cs typeface="Sakkal Majalla" panose="02000000000000000000" pitchFamily="2" charset="-78"/>
                        </a:rPr>
                        <a:t>مثال: استبدال الشفرة في أداة القطع</a:t>
                      </a:r>
                    </a:p>
                    <a:p>
                      <a:pPr rtl="1"/>
                      <a:endParaRPr lang="en-GB" sz="1250" dirty="0">
                        <a:solidFill>
                          <a:schemeClr val="tx1"/>
                        </a:solidFill>
                        <a:effectLst/>
                        <a:latin typeface="Sakkal Majalla" panose="02000000000000000000" pitchFamily="2" charset="-78"/>
                        <a:cs typeface="Sakkal Majalla" panose="02000000000000000000" pitchFamily="2" charset="-78"/>
                      </a:endParaRPr>
                    </a:p>
                    <a:p>
                      <a:pPr rtl="1"/>
                      <a:r>
                        <a:rPr lang="ar" sz="1250" dirty="0">
                          <a:solidFill>
                            <a:schemeClr val="tx1"/>
                          </a:solidFill>
                          <a:effectLst/>
                          <a:latin typeface="Sakkal Majalla" panose="02000000000000000000" pitchFamily="2" charset="-78"/>
                          <a:cs typeface="Sakkal Majalla" panose="02000000000000000000" pitchFamily="2" charset="-78"/>
                        </a:rPr>
                        <a:t>الغرض: الحفاظ على أداء القطع وضمان عملية قطع نظيفة ودقيقة.</a:t>
                      </a:r>
                    </a:p>
                    <a:p>
                      <a:pPr rtl="1"/>
                      <a:endParaRPr lang="en-GB" sz="1250"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235288944"/>
                  </a:ext>
                </a:extLst>
              </a:tr>
            </a:tbl>
          </a:graphicData>
        </a:graphic>
      </p:graphicFrame>
      <p:sp>
        <p:nvSpPr>
          <p:cNvPr id="3" name="Footer Placeholder 2">
            <a:extLst>
              <a:ext uri="{FF2B5EF4-FFF2-40B4-BE49-F238E27FC236}">
                <a16:creationId xmlns:a16="http://schemas.microsoft.com/office/drawing/2014/main" id="{6C548238-EFC3-3162-99FF-A1FEC6A989F5}"/>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A103000399215</a:t>
            </a:r>
            <a:endParaRPr lang="ar" sz="1000" dirty="0"/>
          </a:p>
        </p:txBody>
      </p:sp>
    </p:spTree>
    <p:extLst>
      <p:ext uri="{BB962C8B-B14F-4D97-AF65-F5344CB8AC3E}">
        <p14:creationId xmlns:p14="http://schemas.microsoft.com/office/powerpoint/2010/main" val="535640946"/>
      </p:ext>
    </p:extLst>
  </p:cSld>
  <p:clrMapOvr>
    <a:masterClrMapping/>
  </p:clrMapOvr>
  <p:transition>
    <p:sndAc>
      <p:stSnd>
        <p:snd r:embed="rId3" name="click.wav"/>
      </p:stSnd>
    </p:sndAc>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292080" y="332656"/>
            <a:ext cx="3805167"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اعتبارات الاستدامة</a:t>
            </a:r>
          </a:p>
        </p:txBody>
      </p:sp>
      <p:sp>
        <p:nvSpPr>
          <p:cNvPr id="5" name="TextBox 4">
            <a:extLst>
              <a:ext uri="{FF2B5EF4-FFF2-40B4-BE49-F238E27FC236}">
                <a16:creationId xmlns:a16="http://schemas.microsoft.com/office/drawing/2014/main" id="{5D78CC95-EADD-443D-9C6C-EF6A92B101F1}"/>
              </a:ext>
            </a:extLst>
          </p:cNvPr>
          <p:cNvSpPr txBox="1"/>
          <p:nvPr/>
        </p:nvSpPr>
        <p:spPr>
          <a:xfrm>
            <a:off x="5699637" y="1124744"/>
            <a:ext cx="3336859" cy="5047536"/>
          </a:xfrm>
          <a:prstGeom prst="rect">
            <a:avLst/>
          </a:prstGeom>
          <a:noFill/>
        </p:spPr>
        <p:txBody>
          <a:bodyPr wrap="square" rtlCol="1">
            <a:spAutoFit/>
          </a:bodyPr>
          <a:lstStyle/>
          <a:p>
            <a:pPr rtl="1"/>
            <a:r>
              <a:rPr lang="ar" sz="1400" b="1" dirty="0">
                <a:effectLst/>
                <a:latin typeface="Sakkal Majalla" panose="02000000000000000000" pitchFamily="2" charset="-78"/>
                <a:cs typeface="Sakkal Majalla" panose="02000000000000000000" pitchFamily="2" charset="-78"/>
              </a:rPr>
              <a:t>إعادة استخدام المواد الاستهلاكية والمكونات</a:t>
            </a:r>
            <a:endParaRPr lang="en-GB" sz="1400" b="1" dirty="0">
              <a:latin typeface="Sakkal Majalla" panose="02000000000000000000" pitchFamily="2" charset="-78"/>
              <a:cs typeface="Sakkal Majalla" panose="02000000000000000000" pitchFamily="2" charset="-78"/>
            </a:endParaRPr>
          </a:p>
          <a:p>
            <a:pPr rtl="1"/>
            <a:r>
              <a:rPr lang="ar" sz="1400" dirty="0">
                <a:effectLst/>
                <a:latin typeface="Sakkal Majalla" panose="02000000000000000000" pitchFamily="2" charset="-78"/>
                <a:cs typeface="Sakkal Majalla" panose="02000000000000000000" pitchFamily="2" charset="-78"/>
              </a:rPr>
              <a:t>تتمثل إحدى ممارسات الاستدامة في الصيانة الروتينية في إعادة استخدام المستهلكات والمكونات كلما أمكن ذلك. على سبيل المثال، بدلًا من التخلص من الأجزاء البالية، يمكن تجديدها أو إصلاحها لتمديد عمرها الافتراضي.</a:t>
            </a:r>
          </a:p>
          <a:p>
            <a:pPr rtl="1"/>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الحد من استخدام المواد</a:t>
            </a:r>
            <a:endParaRPr lang="en-GB" sz="1400" b="1" dirty="0">
              <a:latin typeface="Sakkal Majalla" panose="02000000000000000000" pitchFamily="2" charset="-78"/>
              <a:cs typeface="Sakkal Majalla" panose="02000000000000000000" pitchFamily="2" charset="-78"/>
            </a:endParaRPr>
          </a:p>
          <a:p>
            <a:pPr rtl="1"/>
            <a:r>
              <a:rPr lang="ar" sz="1400" dirty="0">
                <a:effectLst/>
                <a:latin typeface="Sakkal Majalla" panose="02000000000000000000" pitchFamily="2" charset="-78"/>
                <a:cs typeface="Sakkal Majalla" panose="02000000000000000000" pitchFamily="2" charset="-78"/>
              </a:rPr>
              <a:t>هناك اعتبار آخر للاستدامة يتمثل في تقليل استخدام المواد في أثناء تنفيذ مهام الصيانة الروتينية. ويمكن تحقيق ذلك بتحسين العمليات، واستخدام مواد خفيفة الوزن ومتينة، وتنفيذ تقنيات صيانة فعالة.</a:t>
            </a:r>
            <a:endParaRPr lang="en-GB" sz="1400" dirty="0">
              <a:latin typeface="Sakkal Majalla" panose="02000000000000000000" pitchFamily="2" charset="-78"/>
              <a:cs typeface="Sakkal Majalla" panose="02000000000000000000" pitchFamily="2" charset="-78"/>
            </a:endParaRPr>
          </a:p>
          <a:p>
            <a:pPr rtl="1"/>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استعادة المواد</a:t>
            </a:r>
            <a:endParaRPr lang="en-GB" sz="1400" b="1" dirty="0">
              <a:latin typeface="Sakkal Majalla" panose="02000000000000000000" pitchFamily="2" charset="-78"/>
              <a:cs typeface="Sakkal Majalla" panose="02000000000000000000" pitchFamily="2" charset="-78"/>
            </a:endParaRPr>
          </a:p>
          <a:p>
            <a:pPr rtl="1"/>
            <a:r>
              <a:rPr lang="ar" sz="1400" dirty="0">
                <a:effectLst/>
                <a:latin typeface="Sakkal Majalla" panose="02000000000000000000" pitchFamily="2" charset="-78"/>
                <a:cs typeface="Sakkal Majalla" panose="02000000000000000000" pitchFamily="2" charset="-78"/>
              </a:rPr>
              <a:t>يُعد استعادة المواد كلما أمكن ذلك أمرًا مهمًا في الصيانة الروتينية. وتشمل هذه العملية جمع السوائل وإعادة استخدامها، مثل الزيت أو سائل التبريد، وإعادة تدوير المكونات المعدنية أو البلاستيكية.</a:t>
            </a:r>
            <a:endParaRPr lang="en-GB" sz="1400" dirty="0">
              <a:latin typeface="Sakkal Majalla" panose="02000000000000000000" pitchFamily="2" charset="-78"/>
              <a:cs typeface="Sakkal Majalla" panose="02000000000000000000" pitchFamily="2" charset="-78"/>
            </a:endParaRPr>
          </a:p>
          <a:p>
            <a:pPr rtl="1"/>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إعادة التدوير</a:t>
            </a:r>
            <a:endParaRPr lang="en-GB" sz="1400" b="1" dirty="0">
              <a:latin typeface="Sakkal Majalla" panose="02000000000000000000" pitchFamily="2" charset="-78"/>
              <a:cs typeface="Sakkal Majalla" panose="02000000000000000000" pitchFamily="2" charset="-78"/>
            </a:endParaRPr>
          </a:p>
          <a:p>
            <a:pPr rtl="1"/>
            <a:r>
              <a:rPr lang="ar" sz="1400" dirty="0">
                <a:effectLst/>
                <a:latin typeface="Sakkal Majalla" panose="02000000000000000000" pitchFamily="2" charset="-78"/>
                <a:cs typeface="Sakkal Majalla" panose="02000000000000000000" pitchFamily="2" charset="-78"/>
              </a:rPr>
              <a:t>أخيرًا، تعد إعادة التدوير ممارسة مستدامة رئيسة في الصيانة الروتينية. وتتضمن هذه العملية التخلص بشكل صحيح من النفايات، مثل البطاريات أو المكونات الإلكترونية، وضمان إعادة تدويرها بطريقة مسؤولة بيئيًا.</a:t>
            </a:r>
            <a:endParaRPr lang="en-GB" sz="1400" dirty="0">
              <a:latin typeface="Sakkal Majalla" panose="02000000000000000000" pitchFamily="2" charset="-78"/>
              <a:cs typeface="Sakkal Majalla" panose="02000000000000000000" pitchFamily="2" charset="-78"/>
            </a:endParaRPr>
          </a:p>
        </p:txBody>
      </p:sp>
      <p:sp>
        <p:nvSpPr>
          <p:cNvPr id="6" name="TextBox 5">
            <a:extLst>
              <a:ext uri="{FF2B5EF4-FFF2-40B4-BE49-F238E27FC236}">
                <a16:creationId xmlns:a16="http://schemas.microsoft.com/office/drawing/2014/main" id="{F3A9C9A9-3DB8-4ECA-ABCF-462C90CB2B0D}"/>
              </a:ext>
            </a:extLst>
          </p:cNvPr>
          <p:cNvSpPr txBox="1"/>
          <p:nvPr/>
        </p:nvSpPr>
        <p:spPr>
          <a:xfrm>
            <a:off x="-76406" y="1309409"/>
            <a:ext cx="5745439" cy="4832092"/>
          </a:xfrm>
          <a:prstGeom prst="rect">
            <a:avLst/>
          </a:prstGeom>
          <a:noFill/>
        </p:spPr>
        <p:txBody>
          <a:bodyPr wrap="square" rtlCol="1">
            <a:spAutoFit/>
          </a:bodyPr>
          <a:lstStyle/>
          <a:p>
            <a:pPr rtl="1"/>
            <a:r>
              <a:rPr lang="ar" sz="1400" b="1">
                <a:effectLst/>
                <a:latin typeface="Sakkal Majalla" panose="02000000000000000000" pitchFamily="2" charset="-78"/>
                <a:cs typeface="Sakkal Majalla" panose="02000000000000000000" pitchFamily="2" charset="-78"/>
              </a:rPr>
              <a:t>العمليات اليدوية</a:t>
            </a:r>
            <a:endParaRPr lang="en-GB" sz="1400" b="1" dirty="0">
              <a:latin typeface="Sakkal Majalla" panose="02000000000000000000" pitchFamily="2" charset="-78"/>
              <a:cs typeface="Sakkal Majalla" panose="02000000000000000000" pitchFamily="2" charset="-78"/>
            </a:endParaRPr>
          </a:p>
          <a:p>
            <a:pPr rtl="1"/>
            <a:r>
              <a:rPr lang="ar" sz="1400" b="1">
                <a:effectLst/>
                <a:latin typeface="Sakkal Majalla" panose="02000000000000000000" pitchFamily="2" charset="-78"/>
                <a:cs typeface="Sakkal Majalla" panose="02000000000000000000" pitchFamily="2" charset="-78"/>
              </a:rPr>
              <a:t>المقصات</a:t>
            </a:r>
            <a:endParaRPr lang="en-GB" sz="14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400">
                <a:effectLst/>
                <a:latin typeface="Sakkal Majalla" panose="02000000000000000000" pitchFamily="2" charset="-78"/>
                <a:cs typeface="Sakkal Majalla" panose="02000000000000000000" pitchFamily="2" charset="-78"/>
              </a:rPr>
              <a:t>تستخدم المقصات لقطع الصفائح المعدنية والأسلاك.</a:t>
            </a:r>
          </a:p>
          <a:p>
            <a:pPr marL="177800" indent="-177800" rtl="1">
              <a:buFont typeface="Arial" panose="020B0604020202020204" pitchFamily="34" charset="0"/>
              <a:buChar char="•"/>
            </a:pPr>
            <a:r>
              <a:rPr lang="ar" sz="1400">
                <a:effectLst/>
                <a:latin typeface="Sakkal Majalla" panose="02000000000000000000" pitchFamily="2" charset="-78"/>
                <a:cs typeface="Sakkal Majalla" panose="02000000000000000000" pitchFamily="2" charset="-78"/>
              </a:rPr>
              <a:t>تُعد أساسية لتشذيب المكونات المعدنية في الأنظمة الميكانيكية وتشكيلها وقطعها.</a:t>
            </a:r>
          </a:p>
          <a:p>
            <a:pPr rtl="1"/>
            <a:r>
              <a:rPr lang="ar" sz="1400" b="1">
                <a:effectLst/>
                <a:latin typeface="Sakkal Majalla" panose="02000000000000000000" pitchFamily="2" charset="-78"/>
                <a:cs typeface="Sakkal Majalla" panose="02000000000000000000" pitchFamily="2" charset="-78"/>
              </a:rPr>
              <a:t>القواطع</a:t>
            </a:r>
            <a:endParaRPr lang="en-GB" sz="14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400">
                <a:effectLst/>
                <a:latin typeface="Sakkal Majalla" panose="02000000000000000000" pitchFamily="2" charset="-78"/>
                <a:cs typeface="Sakkal Majalla" panose="02000000000000000000" pitchFamily="2" charset="-78"/>
              </a:rPr>
              <a:t>تستخدم القواطع لقطع المواد المختلفة، مثل الأسلاك والكابلات والأنابيب،</a:t>
            </a:r>
          </a:p>
          <a:p>
            <a:pPr marL="177800" indent="-177800" rtl="1">
              <a:buFont typeface="Arial" panose="020B0604020202020204" pitchFamily="34" charset="0"/>
              <a:buChar char="•"/>
            </a:pPr>
            <a:r>
              <a:rPr lang="ar" sz="1400">
                <a:effectLst/>
                <a:latin typeface="Sakkal Majalla" panose="02000000000000000000" pitchFamily="2" charset="-78"/>
                <a:cs typeface="Sakkal Majalla" panose="02000000000000000000" pitchFamily="2" charset="-78"/>
              </a:rPr>
              <a:t>غالبًا ما تُستخدم في أعمال الصيانة الكهربائية والسباكة.</a:t>
            </a:r>
          </a:p>
          <a:p>
            <a:pPr rtl="1"/>
            <a:r>
              <a:rPr lang="ar" sz="1400" b="1">
                <a:effectLst/>
                <a:latin typeface="Sakkal Majalla" panose="02000000000000000000" pitchFamily="2" charset="-78"/>
                <a:cs typeface="Sakkal Majalla" panose="02000000000000000000" pitchFamily="2" charset="-78"/>
              </a:rPr>
              <a:t>السكاكين</a:t>
            </a:r>
            <a:endParaRPr lang="en-GB" sz="14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400">
                <a:effectLst/>
                <a:latin typeface="Sakkal Majalla" panose="02000000000000000000" pitchFamily="2" charset="-78"/>
                <a:cs typeface="Sakkal Majalla" panose="02000000000000000000" pitchFamily="2" charset="-78"/>
              </a:rPr>
              <a:t>تُعد السكاكين أدوات متعددة الاستخدامات تستخدم لمجموعة واسعة من مهام الصيانة.</a:t>
            </a:r>
          </a:p>
          <a:p>
            <a:pPr marL="177800" indent="-177800" rtl="1">
              <a:buFont typeface="Arial" panose="020B0604020202020204" pitchFamily="34" charset="0"/>
              <a:buChar char="•"/>
            </a:pPr>
            <a:r>
              <a:rPr lang="ar" sz="1400">
                <a:effectLst/>
                <a:latin typeface="Sakkal Majalla" panose="02000000000000000000" pitchFamily="2" charset="-78"/>
                <a:cs typeface="Sakkal Majalla" panose="02000000000000000000" pitchFamily="2" charset="-78"/>
              </a:rPr>
              <a:t>يمكن استخدام السكاكين لقطع المواد وكشطها وإزالتها في الأنظمة الميكانيكية.</a:t>
            </a:r>
          </a:p>
          <a:p>
            <a:pPr rtl="1"/>
            <a:r>
              <a:rPr lang="ar" sz="1400" b="1">
                <a:effectLst/>
                <a:latin typeface="Sakkal Majalla" panose="02000000000000000000" pitchFamily="2" charset="-78"/>
                <a:cs typeface="Sakkal Majalla" panose="02000000000000000000" pitchFamily="2" charset="-78"/>
              </a:rPr>
              <a:t>المثاقب</a:t>
            </a:r>
            <a:endParaRPr lang="en-GB" sz="14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400">
                <a:effectLst/>
                <a:latin typeface="Sakkal Majalla" panose="02000000000000000000" pitchFamily="2" charset="-78"/>
                <a:cs typeface="Sakkal Majalla" panose="02000000000000000000" pitchFamily="2" charset="-78"/>
              </a:rPr>
              <a:t>تستخدم المثاقب لإنشاء ثقوب في مواد مثل المعدن والبلاستيك.</a:t>
            </a:r>
          </a:p>
          <a:p>
            <a:pPr marL="177800" indent="-177800" rtl="1">
              <a:buFont typeface="Arial" panose="020B0604020202020204" pitchFamily="34" charset="0"/>
              <a:buChar char="•"/>
            </a:pPr>
            <a:r>
              <a:rPr lang="ar" sz="1400">
                <a:effectLst/>
                <a:latin typeface="Sakkal Majalla" panose="02000000000000000000" pitchFamily="2" charset="-78"/>
                <a:cs typeface="Sakkal Majalla" panose="02000000000000000000" pitchFamily="2" charset="-78"/>
              </a:rPr>
              <a:t>تُستخدم بشكل شائع لتعليم المواقع وحفرها وتثبيت المكونات في الأنظمة الميكانيكية.</a:t>
            </a:r>
          </a:p>
          <a:p>
            <a:pPr rtl="1"/>
            <a:r>
              <a:rPr lang="ar" sz="1400" b="1">
                <a:effectLst/>
                <a:latin typeface="Sakkal Majalla" panose="02000000000000000000" pitchFamily="2" charset="-78"/>
                <a:cs typeface="Sakkal Majalla" panose="02000000000000000000" pitchFamily="2" charset="-78"/>
              </a:rPr>
              <a:t>المناشير</a:t>
            </a:r>
            <a:endParaRPr lang="en-GB" sz="14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400">
                <a:effectLst/>
                <a:latin typeface="Sakkal Majalla" panose="02000000000000000000" pitchFamily="2" charset="-78"/>
                <a:cs typeface="Sakkal Majalla" panose="02000000000000000000" pitchFamily="2" charset="-78"/>
              </a:rPr>
              <a:t>تستخدم المناشير لقطع المواد مثل الخشب والبلاستيك والمعادن،</a:t>
            </a:r>
          </a:p>
          <a:p>
            <a:pPr marL="177800" indent="-177800" rtl="1">
              <a:buFont typeface="Arial" panose="020B0604020202020204" pitchFamily="34" charset="0"/>
              <a:buChar char="•"/>
            </a:pPr>
            <a:r>
              <a:rPr lang="ar" sz="1400">
                <a:effectLst/>
                <a:latin typeface="Sakkal Majalla" panose="02000000000000000000" pitchFamily="2" charset="-78"/>
                <a:cs typeface="Sakkal Majalla" panose="02000000000000000000" pitchFamily="2" charset="-78"/>
              </a:rPr>
              <a:t>تُعد أساسية للمهام التي تتطلب دقة في القطع والتشكيل.</a:t>
            </a:r>
          </a:p>
          <a:p>
            <a:pPr rtl="1"/>
            <a:r>
              <a:rPr lang="ar" sz="1400" b="1">
                <a:effectLst/>
                <a:latin typeface="Sakkal Majalla" panose="02000000000000000000" pitchFamily="2" charset="-78"/>
                <a:cs typeface="Sakkal Majalla" panose="02000000000000000000" pitchFamily="2" charset="-78"/>
              </a:rPr>
              <a:t>المبارد</a:t>
            </a:r>
            <a:endParaRPr lang="en-GB" sz="14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400">
                <a:effectLst/>
                <a:latin typeface="Sakkal Majalla" panose="02000000000000000000" pitchFamily="2" charset="-78"/>
                <a:cs typeface="Sakkal Majalla" panose="02000000000000000000" pitchFamily="2" charset="-78"/>
              </a:rPr>
              <a:t>تُستخدم المبارد لتشكيل المواد وتنعيمها وإزالتها من الأسطح.</a:t>
            </a:r>
          </a:p>
          <a:p>
            <a:pPr marL="177800" indent="-177800" rtl="1">
              <a:buFont typeface="Arial" panose="020B0604020202020204" pitchFamily="34" charset="0"/>
              <a:buChar char="•"/>
            </a:pPr>
            <a:r>
              <a:rPr lang="ar" sz="1400">
                <a:effectLst/>
                <a:latin typeface="Sakkal Majalla" panose="02000000000000000000" pitchFamily="2" charset="-78"/>
                <a:cs typeface="Sakkal Majalla" panose="02000000000000000000" pitchFamily="2" charset="-78"/>
              </a:rPr>
              <a:t>تُستخدم بشكل شائع لإزالة الحواف الزائدة وتحسين تشطيب المكونات في الأنظمة الميكانيكية.</a:t>
            </a:r>
          </a:p>
          <a:p>
            <a:pPr rtl="1"/>
            <a:r>
              <a:rPr lang="ar" sz="1400" b="1">
                <a:effectLst/>
                <a:latin typeface="Sakkal Majalla" panose="02000000000000000000" pitchFamily="2" charset="-78"/>
                <a:cs typeface="Sakkal Majalla" panose="02000000000000000000" pitchFamily="2" charset="-78"/>
              </a:rPr>
              <a:t>المطارق</a:t>
            </a:r>
            <a:endParaRPr lang="en-GB" sz="14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400">
                <a:effectLst/>
                <a:latin typeface="Sakkal Majalla" panose="02000000000000000000" pitchFamily="2" charset="-78"/>
                <a:cs typeface="Sakkal Majalla" panose="02000000000000000000" pitchFamily="2" charset="-78"/>
              </a:rPr>
              <a:t>تستخدم المطارق لتثبيت المسامير وإزالة المكونات أو تعديلها وكذلك لتطبيق القوة.</a:t>
            </a:r>
          </a:p>
          <a:p>
            <a:pPr marL="177800" indent="-177800" rtl="1">
              <a:buFont typeface="Arial" panose="020B0604020202020204" pitchFamily="34" charset="0"/>
              <a:buChar char="•"/>
            </a:pPr>
            <a:r>
              <a:rPr lang="ar" sz="1400">
                <a:effectLst/>
                <a:latin typeface="Sakkal Majalla" panose="02000000000000000000" pitchFamily="2" charset="-78"/>
                <a:cs typeface="Sakkal Majalla" panose="02000000000000000000" pitchFamily="2" charset="-78"/>
              </a:rPr>
              <a:t>تُعد المطارق ضرورية للمهام التي تتطلب التأثير أو القوة في الأنظمة الميكانيكية.</a:t>
            </a:r>
          </a:p>
        </p:txBody>
      </p:sp>
      <p:sp>
        <p:nvSpPr>
          <p:cNvPr id="2" name="Footer Placeholder 2">
            <a:extLst>
              <a:ext uri="{FF2B5EF4-FFF2-40B4-BE49-F238E27FC236}">
                <a16:creationId xmlns:a16="http://schemas.microsoft.com/office/drawing/2014/main" id="{F722FA94-1C19-40D9-0B5D-DB99149AAC40}"/>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A103000399215</a:t>
            </a:r>
            <a:endParaRPr lang="ar" sz="1000" dirty="0"/>
          </a:p>
        </p:txBody>
      </p:sp>
    </p:spTree>
    <p:extLst>
      <p:ext uri="{BB962C8B-B14F-4D97-AF65-F5344CB8AC3E}">
        <p14:creationId xmlns:p14="http://schemas.microsoft.com/office/powerpoint/2010/main" val="375901286"/>
      </p:ext>
    </p:extLst>
  </p:cSld>
  <p:clrMapOvr>
    <a:masterClrMapping/>
  </p:clrMapOvr>
  <p:transition>
    <p:sndAc>
      <p:stSnd>
        <p:snd r:embed="rId3" name="click.wav"/>
      </p:stSnd>
    </p:sndAc>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932040" y="332656"/>
            <a:ext cx="4165207"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المكونات والمواد الاستهلاكية</a:t>
            </a:r>
          </a:p>
        </p:txBody>
      </p:sp>
      <p:sp>
        <p:nvSpPr>
          <p:cNvPr id="5" name="TextBox 4">
            <a:extLst>
              <a:ext uri="{FF2B5EF4-FFF2-40B4-BE49-F238E27FC236}">
                <a16:creationId xmlns:a16="http://schemas.microsoft.com/office/drawing/2014/main" id="{5D78CC95-EADD-443D-9C6C-EF6A92B101F1}"/>
              </a:ext>
            </a:extLst>
          </p:cNvPr>
          <p:cNvSpPr txBox="1"/>
          <p:nvPr/>
        </p:nvSpPr>
        <p:spPr>
          <a:xfrm>
            <a:off x="4215904" y="1268760"/>
            <a:ext cx="4881343" cy="4401205"/>
          </a:xfrm>
          <a:prstGeom prst="rect">
            <a:avLst/>
          </a:prstGeom>
          <a:noFill/>
        </p:spPr>
        <p:txBody>
          <a:bodyPr wrap="square" rtlCol="1">
            <a:spAutoFit/>
          </a:bodyPr>
          <a:lstStyle/>
          <a:p>
            <a:pPr rtl="1"/>
            <a:r>
              <a:rPr lang="ar" sz="1400" b="1" dirty="0">
                <a:effectLst/>
                <a:latin typeface="Sakkal Majalla" panose="02000000000000000000" pitchFamily="2" charset="-78"/>
                <a:cs typeface="Sakkal Majalla" panose="02000000000000000000" pitchFamily="2" charset="-78"/>
              </a:rPr>
              <a:t>مواد التشحيم</a:t>
            </a:r>
            <a:endParaRPr lang="en-GB" sz="1400" b="1" dirty="0">
              <a:latin typeface="Sakkal Majalla" panose="02000000000000000000" pitchFamily="2" charset="-78"/>
              <a:cs typeface="Sakkal Majalla" panose="02000000000000000000" pitchFamily="2" charset="-78"/>
            </a:endParaRPr>
          </a:p>
          <a:p>
            <a:pPr rtl="1"/>
            <a:r>
              <a:rPr lang="ar" sz="1400" dirty="0">
                <a:effectLst/>
                <a:latin typeface="Sakkal Majalla" panose="02000000000000000000" pitchFamily="2" charset="-78"/>
                <a:cs typeface="Sakkal Majalla" panose="02000000000000000000" pitchFamily="2" charset="-78"/>
              </a:rPr>
              <a:t>مواد تُستخدم لتقليل الاحتكاك والتآكل بين الأجزاء المتحركة. تُعد مواد التشحيم ضرورية لضمان التشغيل السلس وطول عمر الأنظمة الميكانيكية. تشمل أمثلة مواد التشحيم الزيوت والشحوم وبخاخات التشحيم.</a:t>
            </a:r>
          </a:p>
          <a:p>
            <a:pPr rtl="1"/>
            <a:r>
              <a:rPr lang="ar" sz="1400" b="1" dirty="0">
                <a:effectLst/>
                <a:latin typeface="Sakkal Majalla" panose="02000000000000000000" pitchFamily="2" charset="-78"/>
                <a:cs typeface="Sakkal Majalla" panose="02000000000000000000" pitchFamily="2" charset="-78"/>
              </a:rPr>
              <a:t>موانع التسرب</a:t>
            </a:r>
            <a:endParaRPr lang="en-GB" sz="1400" b="1" dirty="0">
              <a:latin typeface="Sakkal Majalla" panose="02000000000000000000" pitchFamily="2" charset="-78"/>
              <a:cs typeface="Sakkal Majalla" panose="02000000000000000000" pitchFamily="2" charset="-78"/>
            </a:endParaRPr>
          </a:p>
          <a:p>
            <a:pPr rtl="1"/>
            <a:r>
              <a:rPr lang="ar" sz="1400" dirty="0">
                <a:effectLst/>
                <a:latin typeface="Sakkal Majalla" panose="02000000000000000000" pitchFamily="2" charset="-78"/>
                <a:cs typeface="Sakkal Majalla" panose="02000000000000000000" pitchFamily="2" charset="-78"/>
              </a:rPr>
              <a:t>تستخدم موانع التسرب لمنع تسرب السوائل أو الغازات في الأنظمة الميكانيكية. تضمن موانع التسرب بقاء النظام محكمًا ويعمل بكفاءة. تتضمن الأمثلة على موانع التسرب حلقات موانع التسرب الدائرية والحشوات وموانع تسرب العمود القطري.</a:t>
            </a:r>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المحامل</a:t>
            </a:r>
            <a:endParaRPr lang="en-GB" sz="1400" b="1" dirty="0">
              <a:latin typeface="Sakkal Majalla" panose="02000000000000000000" pitchFamily="2" charset="-78"/>
              <a:cs typeface="Sakkal Majalla" panose="02000000000000000000" pitchFamily="2" charset="-78"/>
            </a:endParaRPr>
          </a:p>
          <a:p>
            <a:pPr rtl="1"/>
            <a:r>
              <a:rPr lang="ar" sz="1400" dirty="0">
                <a:effectLst/>
                <a:latin typeface="Sakkal Majalla" panose="02000000000000000000" pitchFamily="2" charset="-78"/>
                <a:cs typeface="Sakkal Majalla" panose="02000000000000000000" pitchFamily="2" charset="-78"/>
              </a:rPr>
              <a:t>تستخدم المحامل لتقليل الاحتكاك ودعم الحمل في الأنظمة الميكانيكية. تسمح المحامل بالدوران السلس أو الحركة الخطية للمكونات. ومن الأمثلة على المحامل: المحامل الكروية والمحامل الأسطوانية والمحامل الكمية.</a:t>
            </a:r>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أدوات القفل والتثبيت</a:t>
            </a:r>
            <a:endParaRPr lang="en-GB" sz="1400" b="1" dirty="0">
              <a:latin typeface="Sakkal Majalla" panose="02000000000000000000" pitchFamily="2" charset="-78"/>
              <a:cs typeface="Sakkal Majalla" panose="02000000000000000000" pitchFamily="2" charset="-78"/>
            </a:endParaRPr>
          </a:p>
          <a:p>
            <a:pPr rtl="1"/>
            <a:r>
              <a:rPr lang="ar" sz="1400" dirty="0">
                <a:effectLst/>
                <a:latin typeface="Sakkal Majalla" panose="02000000000000000000" pitchFamily="2" charset="-78"/>
                <a:cs typeface="Sakkal Majalla" panose="02000000000000000000" pitchFamily="2" charset="-78"/>
              </a:rPr>
              <a:t>تستخدم أدوات القفل والتثبيت لربط المكونات أو تأمينها معًا في الأنظمة الميكانيكية. تضمن تثبيت المكونات في مكانها وعدم تفككها في أثناء التشغيل. أمثلة على أدوات القفل والتثبيت: البراغي والمسامير والصواميل ومسامير البرشام.</a:t>
            </a:r>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السيور</a:t>
            </a:r>
            <a:endParaRPr lang="en-GB" sz="1400" b="1" dirty="0">
              <a:latin typeface="Sakkal Majalla" panose="02000000000000000000" pitchFamily="2" charset="-78"/>
              <a:cs typeface="Sakkal Majalla" panose="02000000000000000000" pitchFamily="2" charset="-78"/>
            </a:endParaRPr>
          </a:p>
          <a:p>
            <a:pPr rtl="1"/>
            <a:r>
              <a:rPr lang="ar" sz="1400" dirty="0">
                <a:effectLst/>
                <a:latin typeface="Sakkal Majalla" panose="02000000000000000000" pitchFamily="2" charset="-78"/>
                <a:cs typeface="Sakkal Majalla" panose="02000000000000000000" pitchFamily="2" charset="-78"/>
              </a:rPr>
              <a:t>تستخدم السيور لنقل القدرة أو الحركة بين مكونات الأنظمة الميكانيكية. تُستخدم بشكل شائع في الأنظمة التي تتطلب حركة دورانية، مثل المحركات وسيور النقل. أمثلة على السيور: سير على شكل V وسيور التوقيت والسيور المسطحة.</a:t>
            </a:r>
            <a:endParaRPr lang="en-GB" sz="1400" dirty="0">
              <a:latin typeface="Sakkal Majalla" panose="02000000000000000000" pitchFamily="2" charset="-78"/>
              <a:cs typeface="Sakkal Majalla" panose="02000000000000000000" pitchFamily="2" charset="-78"/>
            </a:endParaRPr>
          </a:p>
        </p:txBody>
      </p:sp>
      <p:sp>
        <p:nvSpPr>
          <p:cNvPr id="7" name="TextBox 6">
            <a:extLst>
              <a:ext uri="{FF2B5EF4-FFF2-40B4-BE49-F238E27FC236}">
                <a16:creationId xmlns:a16="http://schemas.microsoft.com/office/drawing/2014/main" id="{F701D70A-FF08-4519-8952-05E98A858FCA}"/>
              </a:ext>
            </a:extLst>
          </p:cNvPr>
          <p:cNvSpPr txBox="1"/>
          <p:nvPr/>
        </p:nvSpPr>
        <p:spPr>
          <a:xfrm>
            <a:off x="168875" y="1268760"/>
            <a:ext cx="3899069" cy="5478423"/>
          </a:xfrm>
          <a:prstGeom prst="rect">
            <a:avLst/>
          </a:prstGeom>
          <a:noFill/>
        </p:spPr>
        <p:txBody>
          <a:bodyPr wrap="square" rtlCol="1">
            <a:spAutoFit/>
          </a:bodyPr>
          <a:lstStyle/>
          <a:p>
            <a:pPr rtl="1"/>
            <a:r>
              <a:rPr lang="ar" sz="1400" b="1" dirty="0">
                <a:effectLst/>
                <a:latin typeface="Sakkal Majalla" panose="02000000000000000000" pitchFamily="2" charset="-78"/>
                <a:cs typeface="Sakkal Majalla" panose="02000000000000000000" pitchFamily="2" charset="-78"/>
              </a:rPr>
              <a:t>عمليات التجميع</a:t>
            </a:r>
            <a:endParaRPr lang="en-GB" sz="1400" b="1"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مكواة اللحام</a:t>
            </a:r>
            <a:endParaRPr lang="en-GB" sz="14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تستخدم لربط المكونات الكهربائية معًا عن طريق إذابة اللحام على المفصل.</a:t>
            </a:r>
          </a:p>
          <a:p>
            <a:pPr marL="177800" indent="-177800"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تضمن اتصالًا قويًا وموثوقًا.</a:t>
            </a:r>
          </a:p>
          <a:p>
            <a:pPr rtl="1"/>
            <a:r>
              <a:rPr lang="ar" sz="1400" b="1" dirty="0">
                <a:effectLst/>
                <a:latin typeface="Sakkal Majalla" panose="02000000000000000000" pitchFamily="2" charset="-78"/>
                <a:cs typeface="Sakkal Majalla" panose="02000000000000000000" pitchFamily="2" charset="-78"/>
              </a:rPr>
              <a:t>أدوات القفل والتثبيت الميكانيكية</a:t>
            </a:r>
            <a:endParaRPr lang="en-GB" sz="14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تشمل أدوات القفل والتثبيت البراغي والمسامير والصواميل.</a:t>
            </a:r>
          </a:p>
          <a:p>
            <a:pPr marL="177800" indent="-177800"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تُستخدم لتأمين المكونات معًا بطريقة ثابتة ومضمونة.</a:t>
            </a:r>
          </a:p>
          <a:p>
            <a:pPr marL="177800" indent="-177800"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تتميز بقدرتها علة تقديم تجميعًا آمنًا وقويًا.</a:t>
            </a:r>
          </a:p>
          <a:p>
            <a:pPr rtl="1"/>
            <a:r>
              <a:rPr lang="ar" sz="1400" b="1" dirty="0">
                <a:effectLst/>
                <a:latin typeface="Sakkal Majalla" panose="02000000000000000000" pitchFamily="2" charset="-78"/>
                <a:cs typeface="Sakkal Majalla" panose="02000000000000000000" pitchFamily="2" charset="-78"/>
              </a:rPr>
              <a:t>كابلات/ موصلات</a:t>
            </a:r>
            <a:endParaRPr lang="en-GB" sz="14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تستخدم لنقل الإشارات الكهربائية بين المكونات.</a:t>
            </a:r>
          </a:p>
          <a:p>
            <a:pPr marL="177800" indent="-177800"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تضمن التوصيل السليم وتأدية الوظائف بطريقة صحيحة.</a:t>
            </a:r>
          </a:p>
          <a:p>
            <a:pPr rtl="1"/>
            <a:r>
              <a:rPr lang="ar" sz="1400" b="1" dirty="0">
                <a:effectLst/>
                <a:latin typeface="Sakkal Majalla" panose="02000000000000000000" pitchFamily="2" charset="-78"/>
                <a:cs typeface="Sakkal Majalla" panose="02000000000000000000" pitchFamily="2" charset="-78"/>
              </a:rPr>
              <a:t>أدوات العقص</a:t>
            </a:r>
            <a:endParaRPr lang="en-GB" sz="14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تستخدم لتوصيل الموصلات بأطراف الأسلاك.</a:t>
            </a:r>
          </a:p>
          <a:p>
            <a:pPr marL="177800" indent="-177800"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تتميز بقدرتها على توفير اتصالًا آمنًا وموثوقًا.</a:t>
            </a:r>
          </a:p>
          <a:p>
            <a:pPr rtl="1"/>
            <a:r>
              <a:rPr lang="ar" sz="1400" b="1" dirty="0">
                <a:effectLst/>
                <a:latin typeface="Sakkal Majalla" panose="02000000000000000000" pitchFamily="2" charset="-78"/>
                <a:cs typeface="Sakkal Majalla" panose="02000000000000000000" pitchFamily="2" charset="-78"/>
              </a:rPr>
              <a:t>أدوات ضغط هوائية</a:t>
            </a:r>
            <a:endParaRPr lang="en-GB" sz="14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تعمل بواسطة الهواء المضغوط.</a:t>
            </a:r>
          </a:p>
          <a:p>
            <a:pPr marL="177800" indent="-177800"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تستخدم عند تنفيذ مهام معينة محددة مثل الحفر والقطع والتثبيت.</a:t>
            </a:r>
          </a:p>
          <a:p>
            <a:pPr marL="177800" indent="-177800"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تزيد من الكفاءة والإنتاجية</a:t>
            </a:r>
          </a:p>
          <a:p>
            <a:pPr rtl="1"/>
            <a:r>
              <a:rPr lang="ar" sz="1400" b="1" dirty="0">
                <a:effectLst/>
                <a:latin typeface="Sakkal Majalla" panose="02000000000000000000" pitchFamily="2" charset="-78"/>
                <a:cs typeface="Sakkal Majalla" panose="02000000000000000000" pitchFamily="2" charset="-78"/>
              </a:rPr>
              <a:t>المشابك</a:t>
            </a:r>
            <a:endParaRPr lang="en-GB" sz="14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تستخدم لتثبيت المكونات في مكانها في أثناء عملية التجميع.</a:t>
            </a:r>
          </a:p>
          <a:p>
            <a:pPr marL="177800" indent="-177800"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تضمن الاستقرار والدقة.</a:t>
            </a:r>
          </a:p>
          <a:p>
            <a:pPr rtl="1"/>
            <a:endParaRPr lang="en-GB" sz="1400" dirty="0">
              <a:effectLst/>
              <a:latin typeface="Sakkal Majalla" panose="02000000000000000000" pitchFamily="2" charset="-78"/>
              <a:cs typeface="Sakkal Majalla" panose="02000000000000000000" pitchFamily="2" charset="-78"/>
            </a:endParaRPr>
          </a:p>
          <a:p>
            <a:pPr rtl="1"/>
            <a:r>
              <a:rPr lang="ar" sz="1400" dirty="0">
                <a:effectLst/>
                <a:latin typeface="Sakkal Majalla" panose="02000000000000000000" pitchFamily="2" charset="-78"/>
                <a:cs typeface="Sakkal Majalla" panose="02000000000000000000" pitchFamily="2" charset="-78"/>
              </a:rPr>
              <a:t>تعتبر عمليات التجميع هذه ضرورية لمهام الصيانة الروتينية لأنها تضمن الأداء السليم والموثوقية وسلامة الأنظمة الميكانيكية.</a:t>
            </a:r>
            <a:endParaRPr lang="en-GB" sz="14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41F114E5-8611-01B1-03F4-AFF4BD6F0C20}"/>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A103000399215</a:t>
            </a:r>
            <a:endParaRPr lang="ar" sz="1000" dirty="0"/>
          </a:p>
        </p:txBody>
      </p:sp>
    </p:spTree>
    <p:extLst>
      <p:ext uri="{BB962C8B-B14F-4D97-AF65-F5344CB8AC3E}">
        <p14:creationId xmlns:p14="http://schemas.microsoft.com/office/powerpoint/2010/main" val="3877861406"/>
      </p:ext>
    </p:extLst>
  </p:cSld>
  <p:clrMapOvr>
    <a:masterClrMapping/>
  </p:clrMapOvr>
  <p:transition>
    <p:sndAc>
      <p:stSnd>
        <p:snd r:embed="rId3" name="click.wav"/>
      </p:stSnd>
    </p:sndAc>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0" y="332656"/>
            <a:ext cx="4525247" cy="471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عمليات الفحص والاختبار</a:t>
            </a:r>
          </a:p>
        </p:txBody>
      </p:sp>
      <p:sp>
        <p:nvSpPr>
          <p:cNvPr id="5" name="TextBox 4">
            <a:extLst>
              <a:ext uri="{FF2B5EF4-FFF2-40B4-BE49-F238E27FC236}">
                <a16:creationId xmlns:a16="http://schemas.microsoft.com/office/drawing/2014/main" id="{5D78CC95-EADD-443D-9C6C-EF6A92B101F1}"/>
              </a:ext>
            </a:extLst>
          </p:cNvPr>
          <p:cNvSpPr txBox="1"/>
          <p:nvPr/>
        </p:nvSpPr>
        <p:spPr>
          <a:xfrm>
            <a:off x="4283968" y="1334727"/>
            <a:ext cx="4608512" cy="4185761"/>
          </a:xfrm>
          <a:prstGeom prst="rect">
            <a:avLst/>
          </a:prstGeom>
          <a:noFill/>
        </p:spPr>
        <p:txBody>
          <a:bodyPr wrap="square" rtlCol="1">
            <a:spAutoFit/>
          </a:bodyPr>
          <a:lstStyle/>
          <a:p>
            <a:pPr rtl="1"/>
            <a:r>
              <a:rPr lang="ar" sz="1400" b="1" dirty="0">
                <a:effectLst/>
                <a:latin typeface="Sakkal Majalla" panose="02000000000000000000" pitchFamily="2" charset="-78"/>
                <a:cs typeface="Sakkal Majalla" panose="02000000000000000000" pitchFamily="2" charset="-78"/>
              </a:rPr>
              <a:t>مقياس التدفق</a:t>
            </a:r>
            <a:endParaRPr lang="en-GB" sz="14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يُستخدم لقياس معدل تدفق السوائل أو الغازات في النظام</a:t>
            </a:r>
          </a:p>
          <a:p>
            <a:pPr marL="177800" indent="-177800"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يُساعد على ضمان التدفق الصحيح وتحديد أي عوائق أو مشكلات.</a:t>
            </a:r>
          </a:p>
          <a:p>
            <a:pPr marL="177800" indent="-177800"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مثال: التحقق من معدل تدفق سائل التبريد في نظام التبريد لضمان نقل الحرارة بكفاءة.</a:t>
            </a:r>
          </a:p>
          <a:p>
            <a:pPr rtl="1">
              <a:buFont typeface="Arial" panose="020B0604020202020204" pitchFamily="34" charset="0"/>
              <a:buChar char="•"/>
            </a:pPr>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الفرجار</a:t>
            </a:r>
            <a:endParaRPr lang="en-GB" sz="14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يُستخدم لقياس أبعاد جسم ما.</a:t>
            </a:r>
          </a:p>
          <a:p>
            <a:pPr marL="177800" indent="-177800"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يُستخدم لضمان الأبعاد المناسبة وتحديد أي انحرافات.</a:t>
            </a:r>
          </a:p>
          <a:p>
            <a:pPr marL="177800" indent="-177800"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مثال: قياس سمك الحشوة لضمان الإغلاق المحكم.</a:t>
            </a:r>
          </a:p>
          <a:p>
            <a:pPr rtl="1">
              <a:buFont typeface="Arial" panose="020B0604020202020204" pitchFamily="34" charset="0"/>
              <a:buChar char="•"/>
            </a:pPr>
            <a:endParaRPr lang="en-GB" sz="1400" dirty="0">
              <a:effectLst/>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مقياس عزم الدوران</a:t>
            </a:r>
            <a:endParaRPr lang="en-GB" sz="14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يقيس عزم الدوران أو القوة الدورانية المطبقة على أداة القفل والتثبيت.</a:t>
            </a:r>
          </a:p>
          <a:p>
            <a:pPr marL="177800" indent="-177800"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تُستخدم لضمان الشد السليم وتجنب التراخي أو الإفراط في الشد.</a:t>
            </a:r>
          </a:p>
          <a:p>
            <a:pPr marL="177800" indent="-177800"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مثال: فحص عزم دوران البراغي في التجميع الميكانيكي لضمان السلامة الهيكلية.</a:t>
            </a:r>
          </a:p>
          <a:p>
            <a:pPr rtl="1">
              <a:buFont typeface="Arial" panose="020B0604020202020204" pitchFamily="34" charset="0"/>
              <a:buChar char="•"/>
            </a:pPr>
            <a:endParaRPr lang="en-GB" sz="1400" dirty="0">
              <a:latin typeface="Sakkal Majalla" panose="02000000000000000000" pitchFamily="2" charset="-78"/>
              <a:cs typeface="Sakkal Majalla" panose="02000000000000000000" pitchFamily="2" charset="-78"/>
            </a:endParaRPr>
          </a:p>
          <a:p>
            <a:pPr rtl="1"/>
            <a:r>
              <a:rPr lang="ar" sz="1400" b="1" dirty="0">
                <a:effectLst/>
                <a:latin typeface="Sakkal Majalla" panose="02000000000000000000" pitchFamily="2" charset="-78"/>
                <a:cs typeface="Sakkal Majalla" panose="02000000000000000000" pitchFamily="2" charset="-78"/>
              </a:rPr>
              <a:t>مستشعر أو مقياس الضغط</a:t>
            </a:r>
            <a:endParaRPr lang="en-GB" sz="1400" b="1" dirty="0">
              <a:latin typeface="Sakkal Majalla" panose="02000000000000000000" pitchFamily="2" charset="-78"/>
              <a:cs typeface="Sakkal Majalla" panose="02000000000000000000" pitchFamily="2" charset="-78"/>
            </a:endParaRPr>
          </a:p>
          <a:p>
            <a:pPr marL="177800" indent="-177800"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يقيس ضغط السائل أو الغاز في النظام.</a:t>
            </a:r>
          </a:p>
          <a:p>
            <a:pPr marL="177800" indent="-177800"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يُستخدم لضمان مستويات الضغط المناسبة وتحديد أي تسربات أو تشوهات.</a:t>
            </a:r>
          </a:p>
          <a:p>
            <a:pPr marL="177800" indent="-177800" rtl="1">
              <a:buFont typeface="Arial" panose="020B0604020202020204" pitchFamily="34" charset="0"/>
              <a:buChar char="•"/>
            </a:pPr>
            <a:r>
              <a:rPr lang="ar" sz="1400" dirty="0">
                <a:effectLst/>
                <a:latin typeface="Sakkal Majalla" panose="02000000000000000000" pitchFamily="2" charset="-78"/>
                <a:cs typeface="Sakkal Majalla" panose="02000000000000000000" pitchFamily="2" charset="-78"/>
              </a:rPr>
              <a:t>مثال: مراقبة ضغط النظام الهيدروليكي لضمان التشغيل السلس.</a:t>
            </a:r>
          </a:p>
        </p:txBody>
      </p:sp>
      <p:sp>
        <p:nvSpPr>
          <p:cNvPr id="8" name="TextBox 7">
            <a:extLst>
              <a:ext uri="{FF2B5EF4-FFF2-40B4-BE49-F238E27FC236}">
                <a16:creationId xmlns:a16="http://schemas.microsoft.com/office/drawing/2014/main" id="{1484693E-3634-442E-A971-4FB381EBB25C}"/>
              </a:ext>
            </a:extLst>
          </p:cNvPr>
          <p:cNvSpPr txBox="1"/>
          <p:nvPr/>
        </p:nvSpPr>
        <p:spPr>
          <a:xfrm>
            <a:off x="1554225" y="4869160"/>
            <a:ext cx="1073559" cy="338554"/>
          </a:xfrm>
          <a:prstGeom prst="rect">
            <a:avLst/>
          </a:prstGeom>
          <a:noFill/>
        </p:spPr>
        <p:txBody>
          <a:bodyPr wrap="square" rtlCol="1">
            <a:spAutoFit/>
          </a:bodyPr>
          <a:lstStyle/>
          <a:p>
            <a:pPr algn="ctr" rtl="1"/>
            <a:r>
              <a:rPr lang="ar" sz="1600" b="1" i="0" dirty="0">
                <a:effectLst/>
                <a:latin typeface="Sakkal Majalla" panose="02000000000000000000" pitchFamily="2" charset="-78"/>
                <a:cs typeface="Sakkal Majalla" panose="02000000000000000000" pitchFamily="2" charset="-78"/>
              </a:rPr>
              <a:t>الفرجار</a:t>
            </a:r>
            <a:endParaRPr lang="en-GB" sz="1600" b="1" i="0" dirty="0">
              <a:effectLst/>
              <a:latin typeface="Sakkal Majalla" panose="02000000000000000000" pitchFamily="2" charset="-78"/>
              <a:cs typeface="Sakkal Majalla" panose="02000000000000000000" pitchFamily="2" charset="-78"/>
            </a:endParaRPr>
          </a:p>
        </p:txBody>
      </p:sp>
      <p:pic>
        <p:nvPicPr>
          <p:cNvPr id="3" name="Picture 2" descr="A measuring tool and a coin&#10;&#10;Description automatically generated">
            <a:extLst>
              <a:ext uri="{FF2B5EF4-FFF2-40B4-BE49-F238E27FC236}">
                <a16:creationId xmlns:a16="http://schemas.microsoft.com/office/drawing/2014/main" id="{8ADA6AD1-A8E1-76B0-FC56-1594B0E7140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61343" y="2636912"/>
            <a:ext cx="3334593" cy="2232248"/>
          </a:xfrm>
          <a:prstGeom prst="rect">
            <a:avLst/>
          </a:prstGeom>
        </p:spPr>
      </p:pic>
      <p:sp>
        <p:nvSpPr>
          <p:cNvPr id="2" name="Footer Placeholder 2">
            <a:extLst>
              <a:ext uri="{FF2B5EF4-FFF2-40B4-BE49-F238E27FC236}">
                <a16:creationId xmlns:a16="http://schemas.microsoft.com/office/drawing/2014/main" id="{6AD40430-5478-48EE-69FF-955FAAEFF930}"/>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A103000399215</a:t>
            </a:r>
            <a:endParaRPr lang="ar" sz="1000" dirty="0"/>
          </a:p>
        </p:txBody>
      </p:sp>
    </p:spTree>
    <p:extLst>
      <p:ext uri="{BB962C8B-B14F-4D97-AF65-F5344CB8AC3E}">
        <p14:creationId xmlns:p14="http://schemas.microsoft.com/office/powerpoint/2010/main" val="3797310184"/>
      </p:ext>
    </p:extLst>
  </p:cSld>
  <p:clrMapOvr>
    <a:masterClrMapping/>
  </p:clrMapOvr>
  <p:transition>
    <p:sndAc>
      <p:stSnd>
        <p:snd r:embed="rId3" name="click.wav"/>
      </p:stSnd>
    </p:sndAc>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طرق التخلص المستدامة</a:t>
            </a:r>
          </a:p>
        </p:txBody>
      </p:sp>
      <p:graphicFrame>
        <p:nvGraphicFramePr>
          <p:cNvPr id="2" name="Table 2">
            <a:extLst>
              <a:ext uri="{FF2B5EF4-FFF2-40B4-BE49-F238E27FC236}">
                <a16:creationId xmlns:a16="http://schemas.microsoft.com/office/drawing/2014/main" id="{AF46A8CC-5989-42AF-BB80-82DB2AA552FD}"/>
              </a:ext>
            </a:extLst>
          </p:cNvPr>
          <p:cNvGraphicFramePr>
            <a:graphicFrameLocks noGrp="1"/>
          </p:cNvGraphicFramePr>
          <p:nvPr>
            <p:extLst>
              <p:ext uri="{D42A27DB-BD31-4B8C-83A1-F6EECF244321}">
                <p14:modId xmlns:p14="http://schemas.microsoft.com/office/powerpoint/2010/main" val="1497736609"/>
              </p:ext>
            </p:extLst>
          </p:nvPr>
        </p:nvGraphicFramePr>
        <p:xfrm>
          <a:off x="38267" y="1907108"/>
          <a:ext cx="9070237" cy="4618236"/>
        </p:xfrm>
        <a:graphic>
          <a:graphicData uri="http://schemas.openxmlformats.org/drawingml/2006/table">
            <a:tbl>
              <a:tblPr rtl="1" firstRow="1" bandRow="1">
                <a:tableStyleId>{5C22544A-7EE6-4342-B048-85BDC9FD1C3A}</a:tableStyleId>
              </a:tblPr>
              <a:tblGrid>
                <a:gridCol w="1069476">
                  <a:extLst>
                    <a:ext uri="{9D8B030D-6E8A-4147-A177-3AD203B41FA5}">
                      <a16:colId xmlns:a16="http://schemas.microsoft.com/office/drawing/2014/main" val="16346388"/>
                    </a:ext>
                  </a:extLst>
                </a:gridCol>
                <a:gridCol w="3755060">
                  <a:extLst>
                    <a:ext uri="{9D8B030D-6E8A-4147-A177-3AD203B41FA5}">
                      <a16:colId xmlns:a16="http://schemas.microsoft.com/office/drawing/2014/main" val="3409053927"/>
                    </a:ext>
                  </a:extLst>
                </a:gridCol>
                <a:gridCol w="1617918">
                  <a:extLst>
                    <a:ext uri="{9D8B030D-6E8A-4147-A177-3AD203B41FA5}">
                      <a16:colId xmlns:a16="http://schemas.microsoft.com/office/drawing/2014/main" val="2455347138"/>
                    </a:ext>
                  </a:extLst>
                </a:gridCol>
                <a:gridCol w="2627783">
                  <a:extLst>
                    <a:ext uri="{9D8B030D-6E8A-4147-A177-3AD203B41FA5}">
                      <a16:colId xmlns:a16="http://schemas.microsoft.com/office/drawing/2014/main" val="1341611037"/>
                    </a:ext>
                  </a:extLst>
                </a:gridCol>
              </a:tblGrid>
              <a:tr h="434789">
                <a:tc>
                  <a:txBody>
                    <a:bodyPr/>
                    <a:lstStyle/>
                    <a:p>
                      <a:pPr rtl="1"/>
                      <a:r>
                        <a:rPr lang="ar" sz="1400">
                          <a:solidFill>
                            <a:schemeClr val="tx1"/>
                          </a:solidFill>
                          <a:latin typeface="Sakkal Majalla" panose="02000000000000000000" pitchFamily="2" charset="-78"/>
                          <a:cs typeface="Sakkal Majalla" panose="02000000000000000000" pitchFamily="2" charset="-78"/>
                        </a:rPr>
                        <a:t>مواد النفايات</a:t>
                      </a:r>
                    </a:p>
                  </a:txBody>
                  <a:tcPr/>
                </a:tc>
                <a:tc>
                  <a:txBody>
                    <a:bodyPr/>
                    <a:lstStyle/>
                    <a:p>
                      <a:pPr rtl="1"/>
                      <a:r>
                        <a:rPr lang="ar" sz="1400">
                          <a:solidFill>
                            <a:schemeClr val="tx1"/>
                          </a:solidFill>
                          <a:latin typeface="Sakkal Majalla" panose="02000000000000000000" pitchFamily="2" charset="-78"/>
                          <a:cs typeface="Sakkal Majalla" panose="02000000000000000000" pitchFamily="2" charset="-78"/>
                        </a:rPr>
                        <a:t>طريقة التخلص</a:t>
                      </a:r>
                    </a:p>
                  </a:txBody>
                  <a:tcPr/>
                </a:tc>
                <a:tc>
                  <a:txBody>
                    <a:bodyPr/>
                    <a:lstStyle/>
                    <a:p>
                      <a:pPr rtl="1"/>
                      <a:r>
                        <a:rPr lang="ar" sz="1400">
                          <a:solidFill>
                            <a:schemeClr val="tx1"/>
                          </a:solidFill>
                          <a:latin typeface="Sakkal Majalla" panose="02000000000000000000" pitchFamily="2" charset="-78"/>
                          <a:cs typeface="Sakkal Majalla" panose="02000000000000000000" pitchFamily="2" charset="-78"/>
                        </a:rPr>
                        <a:t>مثال</a:t>
                      </a:r>
                    </a:p>
                  </a:txBody>
                  <a:tcPr/>
                </a:tc>
                <a:tc>
                  <a:txBody>
                    <a:bodyPr/>
                    <a:lstStyle/>
                    <a:p>
                      <a:pPr rtl="1"/>
                      <a:r>
                        <a:rPr lang="ar" sz="1400" dirty="0">
                          <a:solidFill>
                            <a:schemeClr val="tx1"/>
                          </a:solidFill>
                          <a:latin typeface="Sakkal Majalla" panose="02000000000000000000" pitchFamily="2" charset="-78"/>
                          <a:cs typeface="Sakkal Majalla" panose="02000000000000000000" pitchFamily="2" charset="-78"/>
                        </a:rPr>
                        <a:t>أهمية التخلص المستدام</a:t>
                      </a:r>
                    </a:p>
                  </a:txBody>
                  <a:tcPr/>
                </a:tc>
                <a:extLst>
                  <a:ext uri="{0D108BD9-81ED-4DB2-BD59-A6C34878D82A}">
                    <a16:rowId xmlns:a16="http://schemas.microsoft.com/office/drawing/2014/main" val="2030085852"/>
                  </a:ext>
                </a:extLst>
              </a:tr>
              <a:tr h="1057800">
                <a:tc>
                  <a:txBody>
                    <a:bodyPr/>
                    <a:lstStyle/>
                    <a:p>
                      <a:pPr rtl="1"/>
                      <a:r>
                        <a:rPr lang="ar" sz="1400">
                          <a:latin typeface="Sakkal Majalla" panose="02000000000000000000" pitchFamily="2" charset="-78"/>
                          <a:cs typeface="Sakkal Majalla" panose="02000000000000000000" pitchFamily="2" charset="-78"/>
                        </a:rPr>
                        <a:t>أدوات القفل والتثبيت</a:t>
                      </a:r>
                      <a:endParaRPr lang="en-GB" sz="1400" dirty="0">
                        <a:solidFill>
                          <a:schemeClr val="tx1"/>
                        </a:solidFill>
                        <a:latin typeface="Sakkal Majalla" panose="02000000000000000000" pitchFamily="2" charset="-78"/>
                        <a:cs typeface="Sakkal Majalla" panose="02000000000000000000" pitchFamily="2" charset="-78"/>
                      </a:endParaRPr>
                    </a:p>
                  </a:txBody>
                  <a:tcPr/>
                </a:tc>
                <a:tc>
                  <a:txBody>
                    <a:bodyPr/>
                    <a:lstStyle/>
                    <a:p>
                      <a:pPr rtl="1"/>
                      <a:r>
                        <a:rPr lang="ar" sz="1400">
                          <a:latin typeface="Sakkal Majalla" panose="02000000000000000000" pitchFamily="2" charset="-78"/>
                          <a:cs typeface="Sakkal Majalla" panose="02000000000000000000" pitchFamily="2" charset="-78"/>
                        </a:rPr>
                        <a:t>أدوات قفل وتثبيت قابلة لإعادة الاستخدام وغير قابلة لإعادة الاستخدام. يمكن تنظيف أدوات القفل والتثبيت القابلة لإعادة الاستخدام وتخزينها للاستخدام المستقبلي، بينما يجب إعادة تدوير أدوات القفل والتثبيت غير القابلة لإعادة الاستخدام.</a:t>
                      </a:r>
                      <a:endParaRPr lang="en-GB" sz="1400" dirty="0">
                        <a:solidFill>
                          <a:schemeClr val="tx1"/>
                        </a:solidFill>
                        <a:latin typeface="Sakkal Majalla" panose="02000000000000000000" pitchFamily="2" charset="-78"/>
                        <a:cs typeface="Sakkal Majalla" panose="02000000000000000000" pitchFamily="2" charset="-78"/>
                      </a:endParaRPr>
                    </a:p>
                  </a:txBody>
                  <a:tcPr/>
                </a:tc>
                <a:tc>
                  <a:txBody>
                    <a:bodyPr/>
                    <a:lstStyle/>
                    <a:p>
                      <a:pPr rtl="1"/>
                      <a:r>
                        <a:rPr lang="ar" sz="1400">
                          <a:latin typeface="Sakkal Majalla" panose="02000000000000000000" pitchFamily="2" charset="-78"/>
                          <a:cs typeface="Sakkal Majalla" panose="02000000000000000000" pitchFamily="2" charset="-78"/>
                        </a:rPr>
                        <a:t>فصل المسامير والبراغي إلى فئات قابلة لإعادة الاستخدام وغير قابلة لإعادة الاستخدام.</a:t>
                      </a:r>
                      <a:endParaRPr lang="en-GB" sz="1400" dirty="0">
                        <a:solidFill>
                          <a:schemeClr val="tx1"/>
                        </a:solidFill>
                        <a:latin typeface="Sakkal Majalla" panose="02000000000000000000" pitchFamily="2" charset="-78"/>
                        <a:cs typeface="Sakkal Majalla" panose="02000000000000000000" pitchFamily="2" charset="-78"/>
                      </a:endParaRPr>
                    </a:p>
                  </a:txBody>
                  <a:tcPr/>
                </a:tc>
                <a:tc>
                  <a:txBody>
                    <a:bodyPr/>
                    <a:lstStyle/>
                    <a:p>
                      <a:pPr rtl="1"/>
                      <a:r>
                        <a:rPr lang="ar" sz="1400" dirty="0">
                          <a:latin typeface="Sakkal Majalla" panose="02000000000000000000" pitchFamily="2" charset="-78"/>
                          <a:cs typeface="Sakkal Majalla" panose="02000000000000000000" pitchFamily="2" charset="-78"/>
                        </a:rPr>
                        <a:t>يمنع الهدر غير الضروري ويحافظ على الموارد عن طريق إعادة استخدام أدوات القفل والتثبيت عندما يكون ذلك ممكنًا.</a:t>
                      </a:r>
                      <a:endParaRPr lang="en-GB" sz="1400"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286916479"/>
                  </a:ext>
                </a:extLst>
              </a:tr>
              <a:tr h="1016771">
                <a:tc>
                  <a:txBody>
                    <a:bodyPr/>
                    <a:lstStyle/>
                    <a:p>
                      <a:pPr rtl="1"/>
                      <a:r>
                        <a:rPr lang="ar" sz="1400">
                          <a:latin typeface="Sakkal Majalla" panose="02000000000000000000" pitchFamily="2" charset="-78"/>
                          <a:cs typeface="Sakkal Majalla" panose="02000000000000000000" pitchFamily="2" charset="-78"/>
                        </a:rPr>
                        <a:t>مواد التشحيم والمرشحات</a:t>
                      </a:r>
                      <a:endParaRPr lang="en-GB" sz="1400" dirty="0">
                        <a:solidFill>
                          <a:schemeClr val="tx1"/>
                        </a:solidFill>
                        <a:latin typeface="Sakkal Majalla" panose="02000000000000000000" pitchFamily="2" charset="-78"/>
                        <a:cs typeface="Sakkal Majalla" panose="02000000000000000000" pitchFamily="2" charset="-78"/>
                      </a:endParaRPr>
                    </a:p>
                  </a:txBody>
                  <a:tcPr/>
                </a:tc>
                <a:tc>
                  <a:txBody>
                    <a:bodyPr/>
                    <a:lstStyle/>
                    <a:p>
                      <a:pPr rtl="1"/>
                      <a:r>
                        <a:rPr lang="ar" sz="1400">
                          <a:latin typeface="Sakkal Majalla" panose="02000000000000000000" pitchFamily="2" charset="-78"/>
                          <a:cs typeface="Sakkal Majalla" panose="02000000000000000000" pitchFamily="2" charset="-78"/>
                        </a:rPr>
                        <a:t>تخلص من مواد التشحيم والمرشحات المستخدمة في مراكز إعادة التدوير المخصصة أو المرافق المتخصصة في التخلص من النفايات الخطرة.</a:t>
                      </a:r>
                      <a:endParaRPr lang="en-GB" sz="1400" dirty="0">
                        <a:solidFill>
                          <a:schemeClr val="tx1"/>
                        </a:solidFill>
                        <a:latin typeface="Sakkal Majalla" panose="02000000000000000000" pitchFamily="2" charset="-78"/>
                        <a:cs typeface="Sakkal Majalla" panose="02000000000000000000" pitchFamily="2" charset="-78"/>
                      </a:endParaRPr>
                    </a:p>
                  </a:txBody>
                  <a:tcPr/>
                </a:tc>
                <a:tc>
                  <a:txBody>
                    <a:bodyPr/>
                    <a:lstStyle/>
                    <a:p>
                      <a:pPr rtl="1"/>
                      <a:r>
                        <a:rPr lang="ar" sz="1400">
                          <a:latin typeface="Sakkal Majalla" panose="02000000000000000000" pitchFamily="2" charset="-78"/>
                          <a:cs typeface="Sakkal Majalla" panose="02000000000000000000" pitchFamily="2" charset="-78"/>
                        </a:rPr>
                        <a:t>نقل الزيت المستخدم والمرشحات المستعملة إلى مركز إعادة التدوير.</a:t>
                      </a:r>
                      <a:endParaRPr lang="en-GB" sz="1400" dirty="0">
                        <a:solidFill>
                          <a:schemeClr val="tx1"/>
                        </a:solidFill>
                        <a:latin typeface="Sakkal Majalla" panose="02000000000000000000" pitchFamily="2" charset="-78"/>
                        <a:cs typeface="Sakkal Majalla" panose="02000000000000000000" pitchFamily="2" charset="-78"/>
                      </a:endParaRPr>
                    </a:p>
                  </a:txBody>
                  <a:tcPr/>
                </a:tc>
                <a:tc>
                  <a:txBody>
                    <a:bodyPr/>
                    <a:lstStyle/>
                    <a:p>
                      <a:pPr rtl="1"/>
                      <a:r>
                        <a:rPr lang="ar" sz="1400" dirty="0">
                          <a:latin typeface="Sakkal Majalla" panose="02000000000000000000" pitchFamily="2" charset="-78"/>
                          <a:cs typeface="Sakkal Majalla" panose="02000000000000000000" pitchFamily="2" charset="-78"/>
                        </a:rPr>
                        <a:t>تحمي التربة ومصادر المياه من التلوث بالمواد الخطرة، وتسمح باستعادة المواد القيمة وإعادة استخدامها.</a:t>
                      </a:r>
                      <a:endParaRPr lang="en-GB" sz="1400"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15338460"/>
                  </a:ext>
                </a:extLst>
              </a:tr>
              <a:tr h="956536">
                <a:tc>
                  <a:txBody>
                    <a:bodyPr/>
                    <a:lstStyle/>
                    <a:p>
                      <a:pPr rtl="1"/>
                      <a:r>
                        <a:rPr lang="ar" sz="1400">
                          <a:latin typeface="Sakkal Majalla" panose="02000000000000000000" pitchFamily="2" charset="-78"/>
                          <a:cs typeface="Sakkal Majalla" panose="02000000000000000000" pitchFamily="2" charset="-78"/>
                        </a:rPr>
                        <a:t>المحامل البالية</a:t>
                      </a:r>
                      <a:endParaRPr lang="en-GB" sz="1400" dirty="0">
                        <a:solidFill>
                          <a:schemeClr val="tx1"/>
                        </a:solidFill>
                        <a:latin typeface="Sakkal Majalla" panose="02000000000000000000" pitchFamily="2" charset="-78"/>
                        <a:cs typeface="Sakkal Majalla" panose="02000000000000000000" pitchFamily="2" charset="-78"/>
                      </a:endParaRPr>
                    </a:p>
                  </a:txBody>
                  <a:tcPr/>
                </a:tc>
                <a:tc>
                  <a:txBody>
                    <a:bodyPr/>
                    <a:lstStyle/>
                    <a:p>
                      <a:pPr rtl="1"/>
                      <a:r>
                        <a:rPr lang="ar" sz="1400">
                          <a:latin typeface="Sakkal Majalla" panose="02000000000000000000" pitchFamily="2" charset="-78"/>
                          <a:cs typeface="Sakkal Majalla" panose="02000000000000000000" pitchFamily="2" charset="-78"/>
                        </a:rPr>
                        <a:t>إعادة تدوير المحامل البالية في مرافق إعادة التدوير المتخصصة التي يمكنها استخراج مواد قيمة منها.</a:t>
                      </a:r>
                      <a:endParaRPr lang="en-GB" sz="1400" dirty="0">
                        <a:solidFill>
                          <a:schemeClr val="tx1"/>
                        </a:solidFill>
                        <a:latin typeface="Sakkal Majalla" panose="02000000000000000000" pitchFamily="2" charset="-78"/>
                        <a:cs typeface="Sakkal Majalla" panose="02000000000000000000" pitchFamily="2" charset="-78"/>
                      </a:endParaRPr>
                    </a:p>
                  </a:txBody>
                  <a:tcPr/>
                </a:tc>
                <a:tc>
                  <a:txBody>
                    <a:bodyPr/>
                    <a:lstStyle/>
                    <a:p>
                      <a:pPr rtl="1"/>
                      <a:r>
                        <a:rPr lang="ar" sz="1400">
                          <a:latin typeface="Sakkal Majalla" panose="02000000000000000000" pitchFamily="2" charset="-78"/>
                          <a:cs typeface="Sakkal Majalla" panose="02000000000000000000" pitchFamily="2" charset="-78"/>
                        </a:rPr>
                        <a:t>إرسال المحامل البالية إلى منشأة إعادة التدوير.</a:t>
                      </a:r>
                      <a:endParaRPr lang="en-GB" sz="1400" dirty="0">
                        <a:solidFill>
                          <a:schemeClr val="tx1"/>
                        </a:solidFill>
                        <a:latin typeface="Sakkal Majalla" panose="02000000000000000000" pitchFamily="2" charset="-78"/>
                        <a:cs typeface="Sakkal Majalla" panose="02000000000000000000" pitchFamily="2" charset="-78"/>
                      </a:endParaRPr>
                    </a:p>
                  </a:txBody>
                  <a:tcPr/>
                </a:tc>
                <a:tc>
                  <a:txBody>
                    <a:bodyPr/>
                    <a:lstStyle/>
                    <a:p>
                      <a:pPr rtl="1"/>
                      <a:r>
                        <a:rPr lang="ar" sz="1400" dirty="0">
                          <a:latin typeface="Sakkal Majalla" panose="02000000000000000000" pitchFamily="2" charset="-78"/>
                          <a:cs typeface="Sakkal Majalla" panose="02000000000000000000" pitchFamily="2" charset="-78"/>
                        </a:rPr>
                        <a:t>تقليل الطلب على المواد الجديدة وتقليل استخراج الموارد الطبيعية، ما يؤدي إلى تقليل التأثير البيئي.</a:t>
                      </a:r>
                      <a:endParaRPr lang="en-GB" sz="1400"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257657881"/>
                  </a:ext>
                </a:extLst>
              </a:tr>
              <a:tr h="1152340">
                <a:tc>
                  <a:txBody>
                    <a:bodyPr/>
                    <a:lstStyle/>
                    <a:p>
                      <a:pPr rtl="1"/>
                      <a:r>
                        <a:rPr lang="ar" sz="1400">
                          <a:latin typeface="Sakkal Majalla" panose="02000000000000000000" pitchFamily="2" charset="-78"/>
                          <a:cs typeface="Sakkal Majalla" panose="02000000000000000000" pitchFamily="2" charset="-78"/>
                        </a:rPr>
                        <a:t>الأجزاء المكسورة</a:t>
                      </a:r>
                      <a:endParaRPr lang="en-GB" sz="1400" dirty="0">
                        <a:solidFill>
                          <a:schemeClr val="tx1"/>
                        </a:solidFill>
                        <a:latin typeface="Sakkal Majalla" panose="02000000000000000000" pitchFamily="2" charset="-78"/>
                        <a:cs typeface="Sakkal Majalla" panose="02000000000000000000" pitchFamily="2" charset="-78"/>
                      </a:endParaRPr>
                    </a:p>
                  </a:txBody>
                  <a:tcPr/>
                </a:tc>
                <a:tc>
                  <a:txBody>
                    <a:bodyPr/>
                    <a:lstStyle/>
                    <a:p>
                      <a:pPr rtl="1"/>
                      <a:r>
                        <a:rPr lang="ar" sz="1400">
                          <a:latin typeface="Sakkal Majalla" panose="02000000000000000000" pitchFamily="2" charset="-78"/>
                          <a:cs typeface="Sakkal Majalla" panose="02000000000000000000" pitchFamily="2" charset="-78"/>
                        </a:rPr>
                        <a:t>فصل الأجزاء المكسورة إلى فئات قابلة لإعادة التدوير وغير قابلة لإعادة التدوير. يمكن إرسال الأجزاء القابلة لإعادة التدوير إلى مرافق إعادة التدوير، بينما يجب التخلص من الأجزاء غير القابلة لإعادة التدوير وفقًا للوائح المحلية.</a:t>
                      </a:r>
                      <a:endParaRPr lang="en-GB" sz="1400" dirty="0">
                        <a:solidFill>
                          <a:schemeClr val="tx1"/>
                        </a:solidFill>
                        <a:latin typeface="Sakkal Majalla" panose="02000000000000000000" pitchFamily="2" charset="-78"/>
                        <a:cs typeface="Sakkal Majalla" panose="02000000000000000000" pitchFamily="2" charset="-78"/>
                      </a:endParaRPr>
                    </a:p>
                  </a:txBody>
                  <a:tcPr/>
                </a:tc>
                <a:tc>
                  <a:txBody>
                    <a:bodyPr/>
                    <a:lstStyle/>
                    <a:p>
                      <a:pPr rtl="1"/>
                      <a:r>
                        <a:rPr lang="ar" sz="1400">
                          <a:latin typeface="Sakkal Majalla" panose="02000000000000000000" pitchFamily="2" charset="-78"/>
                          <a:cs typeface="Sakkal Majalla" panose="02000000000000000000" pitchFamily="2" charset="-78"/>
                        </a:rPr>
                        <a:t>فرز الأجزاء المكسورة إلى فئات قابلة لإعادة التدوير وغير قابلة لإعادة التدوير. </a:t>
                      </a:r>
                      <a:endParaRPr lang="en-GB" sz="1400" dirty="0">
                        <a:solidFill>
                          <a:schemeClr val="tx1"/>
                        </a:solidFill>
                        <a:latin typeface="Sakkal Majalla" panose="02000000000000000000" pitchFamily="2" charset="-78"/>
                        <a:cs typeface="Sakkal Majalla" panose="02000000000000000000" pitchFamily="2" charset="-78"/>
                      </a:endParaRPr>
                    </a:p>
                  </a:txBody>
                  <a:tcPr/>
                </a:tc>
                <a:tc>
                  <a:txBody>
                    <a:bodyPr/>
                    <a:lstStyle/>
                    <a:p>
                      <a:pPr rtl="1"/>
                      <a:r>
                        <a:rPr lang="ar" sz="1400" dirty="0">
                          <a:latin typeface="Sakkal Majalla" panose="02000000000000000000" pitchFamily="2" charset="-78"/>
                          <a:cs typeface="Sakkal Majalla" panose="02000000000000000000" pitchFamily="2" charset="-78"/>
                        </a:rPr>
                        <a:t>تعزيز الاقتصاد الدائري من خلال استعادة المواد من الأجزاء المكسورة وتقليل كمية النفايات المرسلة إلى مدافن النفايات.</a:t>
                      </a:r>
                      <a:endParaRPr lang="en-GB" sz="1400" dirty="0">
                        <a:solidFill>
                          <a:schemeClr val="tx1"/>
                        </a:solidFill>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1749026026"/>
                  </a:ext>
                </a:extLst>
              </a:tr>
            </a:tbl>
          </a:graphicData>
        </a:graphic>
      </p:graphicFrame>
      <p:sp>
        <p:nvSpPr>
          <p:cNvPr id="6" name="TextBox 5">
            <a:extLst>
              <a:ext uri="{FF2B5EF4-FFF2-40B4-BE49-F238E27FC236}">
                <a16:creationId xmlns:a16="http://schemas.microsoft.com/office/drawing/2014/main" id="{D6E7F495-2651-414E-A348-E37A9D871BA7}"/>
              </a:ext>
            </a:extLst>
          </p:cNvPr>
          <p:cNvSpPr txBox="1"/>
          <p:nvPr/>
        </p:nvSpPr>
        <p:spPr>
          <a:xfrm>
            <a:off x="474914" y="1249596"/>
            <a:ext cx="8669086" cy="584775"/>
          </a:xfrm>
          <a:prstGeom prst="rect">
            <a:avLst/>
          </a:prstGeom>
          <a:noFill/>
        </p:spPr>
        <p:txBody>
          <a:bodyPr wrap="square" rtlCol="1">
            <a:spAutoFit/>
          </a:bodyPr>
          <a:lstStyle/>
          <a:p>
            <a:pPr rtl="1"/>
            <a:r>
              <a:rPr lang="ar" sz="1600" dirty="0">
                <a:latin typeface="Sakkal Majalla" panose="02000000000000000000" pitchFamily="2" charset="-78"/>
                <a:cs typeface="Sakkal Majalla" panose="02000000000000000000" pitchFamily="2" charset="-78"/>
              </a:rPr>
              <a:t>في مهام الصيانة الروتينية، من المهم التخلص من النفايات بطريقة مستدامة لتقليل التأثير البيئي. يمكن أن تساعد طرق التخلص المناسبة على تقليل التلوث وتعزيز الاستدامة.</a:t>
            </a:r>
          </a:p>
        </p:txBody>
      </p:sp>
      <p:sp>
        <p:nvSpPr>
          <p:cNvPr id="3" name="Footer Placeholder 2">
            <a:extLst>
              <a:ext uri="{FF2B5EF4-FFF2-40B4-BE49-F238E27FC236}">
                <a16:creationId xmlns:a16="http://schemas.microsoft.com/office/drawing/2014/main" id="{B923CD17-23FD-B25D-1E03-7ED8D454ACEF}"/>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A103000399215</a:t>
            </a:r>
            <a:endParaRPr lang="ar" sz="1000" dirty="0"/>
          </a:p>
        </p:txBody>
      </p:sp>
    </p:spTree>
    <p:extLst>
      <p:ext uri="{BB962C8B-B14F-4D97-AF65-F5344CB8AC3E}">
        <p14:creationId xmlns:p14="http://schemas.microsoft.com/office/powerpoint/2010/main" val="1438768234"/>
      </p:ext>
    </p:extLst>
  </p:cSld>
  <p:clrMapOvr>
    <a:masterClrMapping/>
  </p:clrMapOvr>
  <p:transition>
    <p:sndAc>
      <p:stSnd>
        <p:snd r:embed="rId3" name="click.wav"/>
      </p:stSnd>
    </p:sndAc>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463FA762-9023-8075-7EFA-66D2BEA654B3}"/>
              </a:ext>
            </a:extLst>
          </p:cNvPr>
          <p:cNvSpPr txBox="1">
            <a:spLocks noChangeArrowheads="1"/>
          </p:cNvSpPr>
          <p:nvPr/>
        </p:nvSpPr>
        <p:spPr bwMode="auto">
          <a:xfrm>
            <a:off x="251520" y="1268760"/>
            <a:ext cx="864096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r>
              <a:rPr lang="ar" sz="4600" kern="0" dirty="0">
                <a:latin typeface="Sakkal Majalla" panose="02000000000000000000" pitchFamily="2" charset="-78"/>
                <a:cs typeface="Sakkal Majalla" panose="02000000000000000000" pitchFamily="2" charset="-78"/>
              </a:rPr>
              <a:t>شكر وتقدير</a:t>
            </a:r>
            <a:endParaRPr lang="en-GB" altLang="en-US" sz="4600" kern="0" dirty="0">
              <a:latin typeface="Sakkal Majalla" panose="02000000000000000000" pitchFamily="2" charset="-78"/>
              <a:cs typeface="Sakkal Majalla" panose="02000000000000000000" pitchFamily="2" charset="-78"/>
            </a:endParaRPr>
          </a:p>
        </p:txBody>
      </p:sp>
      <p:sp>
        <p:nvSpPr>
          <p:cNvPr id="5" name="Content Placeholder 1">
            <a:extLst>
              <a:ext uri="{FF2B5EF4-FFF2-40B4-BE49-F238E27FC236}">
                <a16:creationId xmlns:a16="http://schemas.microsoft.com/office/drawing/2014/main" id="{9FA6E9AD-5E58-B78C-95E8-0BA1B8E3BEA7}"/>
              </a:ext>
            </a:extLst>
          </p:cNvPr>
          <p:cNvSpPr txBox="1">
            <a:spLocks/>
          </p:cNvSpPr>
          <p:nvPr/>
        </p:nvSpPr>
        <p:spPr>
          <a:xfrm>
            <a:off x="576263" y="2060849"/>
            <a:ext cx="7991475" cy="2952328"/>
          </a:xfrm>
          <a:prstGeom prst="rect">
            <a:avLst/>
          </a:prstGeom>
        </p:spPr>
        <p:txBody>
          <a:bodyPr rtlCol="1"/>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 sz="2600" kern="0" dirty="0">
                <a:latin typeface="Sakkal Majalla" panose="02000000000000000000" pitchFamily="2" charset="-78"/>
                <a:cs typeface="Sakkal Majalla" panose="02000000000000000000" pitchFamily="2" charset="-78"/>
              </a:rPr>
              <a:t>الصور</a:t>
            </a:r>
          </a:p>
          <a:p>
            <a:pPr marL="0" indent="0" rtl="1">
              <a:buNone/>
            </a:pPr>
            <a:r>
              <a:rPr lang="ar" sz="2000" dirty="0">
                <a:effectLst/>
                <a:latin typeface="Sakkal Majalla" panose="02000000000000000000" pitchFamily="2" charset="-78"/>
                <a:ea typeface="Times New Roman" panose="02020603050405020304" pitchFamily="18" charset="0"/>
                <a:cs typeface="Sakkal Majalla" panose="02000000000000000000" pitchFamily="2" charset="-78"/>
              </a:rPr>
              <a:t>(دليل الاختصارات: l-يسار، r-يمين، c-وسط، t-أعلى، b-أسفل)</a:t>
            </a:r>
            <a:endParaRPr lang="en-GB" sz="2000" dirty="0">
              <a:effectLst/>
              <a:latin typeface="Sakkal Majalla" panose="02000000000000000000" pitchFamily="2" charset="-78"/>
              <a:ea typeface="Times New Roman" panose="02020603050405020304" pitchFamily="18" charset="0"/>
              <a:cs typeface="Sakkal Majalla" panose="02000000000000000000" pitchFamily="2" charset="-78"/>
            </a:endParaRPr>
          </a:p>
          <a:p>
            <a:pPr rtl="1">
              <a:lnSpc>
                <a:spcPct val="107000"/>
              </a:lnSpc>
              <a:spcAft>
                <a:spcPts val="800"/>
              </a:spcAft>
            </a:pPr>
            <a:r>
              <a:rPr lang="en-US" sz="2000" b="1" kern="100" dirty="0">
                <a:effectLst/>
                <a:latin typeface="Sakkal Majalla" panose="02000000000000000000" pitchFamily="2" charset="-78"/>
                <a:ea typeface="Calibri" panose="020F0502020204030204" pitchFamily="34" charset="0"/>
                <a:cs typeface="Sakkal Majalla" panose="02000000000000000000" pitchFamily="2" charset="-78"/>
              </a:rPr>
              <a:t>123RF</a:t>
            </a:r>
            <a:r>
              <a:rPr lang="ar" sz="2000" b="1" kern="100" dirty="0">
                <a:effectLst/>
                <a:latin typeface="Sakkal Majalla" panose="02000000000000000000" pitchFamily="2" charset="-78"/>
                <a:ea typeface="Calibri" panose="020F0502020204030204" pitchFamily="34" charset="0"/>
                <a:cs typeface="Sakkal Majalla" panose="02000000000000000000" pitchFamily="2" charset="-78"/>
              </a:rPr>
              <a:t>: </a:t>
            </a:r>
            <a:r>
              <a:rPr lang="ar" sz="2000"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أدريان أوربانهيجي </a:t>
            </a:r>
            <a:r>
              <a:rPr lang="ar" sz="2000" kern="100" dirty="0">
                <a:solidFill>
                  <a:srgbClr val="242424"/>
                </a:solidFill>
                <a:effectLst/>
                <a:latin typeface="Sakkal Majalla" panose="02000000000000000000" pitchFamily="2" charset="-78"/>
                <a:ea typeface="Calibri" panose="020F0502020204030204" pitchFamily="34" charset="0"/>
                <a:cs typeface="Sakkal Majalla" panose="02000000000000000000" pitchFamily="2" charset="-78"/>
              </a:rPr>
              <a:t>(الشريحة 6)، </a:t>
            </a:r>
            <a:r>
              <a:rPr lang="ar" sz="2000"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أندريه تسيارتيشنيكاو (الشريحة 17)، إيرينا بيلوسا (الشريحة 21 تي)، فاسيلي ليتفيشكو </a:t>
            </a:r>
            <a:r>
              <a:rPr lang="ar" sz="2000" kern="100" dirty="0">
                <a:effectLst/>
                <a:latin typeface="Sakkal Majalla" panose="02000000000000000000" pitchFamily="2" charset="-78"/>
                <a:ea typeface="Calibri" panose="020F0502020204030204" pitchFamily="34" charset="0"/>
                <a:cs typeface="Sakkal Majalla" panose="02000000000000000000" pitchFamily="2" charset="-78"/>
              </a:rPr>
              <a:t>(الشريحة 36)؛</a:t>
            </a:r>
            <a:r>
              <a:rPr lang="ar" sz="2000" b="1" kern="100" dirty="0">
                <a:effectLst/>
                <a:latin typeface="Sakkal Majalla" panose="02000000000000000000" pitchFamily="2" charset="-78"/>
                <a:ea typeface="Calibri" panose="020F0502020204030204" pitchFamily="34" charset="0"/>
                <a:cs typeface="Sakkal Majalla" panose="02000000000000000000" pitchFamily="2" charset="-78"/>
              </a:rPr>
              <a:t> شترستوك:</a:t>
            </a:r>
            <a:r>
              <a:rPr lang="ar" sz="2000" kern="100" dirty="0">
                <a:effectLst/>
                <a:latin typeface="Sakkal Majalla" panose="02000000000000000000" pitchFamily="2" charset="-78"/>
                <a:ea typeface="Calibri" panose="020F0502020204030204" pitchFamily="34" charset="0"/>
                <a:cs typeface="Sakkal Majalla" panose="02000000000000000000" pitchFamily="2" charset="-78"/>
              </a:rPr>
              <a:t> </a:t>
            </a:r>
            <a:r>
              <a:rPr lang="ar" sz="2000"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كيوسامران استديو </a:t>
            </a:r>
            <a:r>
              <a:rPr lang="ar" sz="2000" kern="100" dirty="0">
                <a:solidFill>
                  <a:srgbClr val="242424"/>
                </a:solidFill>
                <a:effectLst/>
                <a:latin typeface="Sakkal Majalla" panose="02000000000000000000" pitchFamily="2" charset="-78"/>
                <a:ea typeface="Calibri" panose="020F0502020204030204" pitchFamily="34" charset="0"/>
                <a:cs typeface="Sakkal Majalla" panose="02000000000000000000" pitchFamily="2" charset="-78"/>
              </a:rPr>
              <a:t> (الشريحة 12)، </a:t>
            </a:r>
            <a:r>
              <a:rPr lang="ar" sz="2000"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 توم ZZzz (الشريحة 13)، </a:t>
            </a:r>
            <a:r>
              <a:rPr lang="ar" sz="2000" b="1"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 </a:t>
            </a:r>
            <a:r>
              <a:rPr lang="ar" sz="2000"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 </a:t>
            </a:r>
            <a:r>
              <a:rPr lang="ar" sz="2000" b="1"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 </a:t>
            </a:r>
            <a:r>
              <a:rPr lang="ar" sz="2000"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 إميليا أونغور (الشريحة 16)، </a:t>
            </a:r>
            <a:r>
              <a:rPr lang="ar" sz="2000" b="1"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 </a:t>
            </a:r>
            <a:r>
              <a:rPr lang="ar" sz="2000"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 سيفينكي (الشريحة 21 ب)، إيمانتاس بوزاس (الشريحة 22)، </a:t>
            </a:r>
            <a:r>
              <a:rPr lang="ar" sz="2000" b="1"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 </a:t>
            </a:r>
            <a:r>
              <a:rPr lang="ar" sz="2000"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 فلاديمير مولدر (الشريحة 23)، </a:t>
            </a:r>
            <a:r>
              <a:rPr lang="ar" sz="2000" b="1"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 </a:t>
            </a:r>
            <a:r>
              <a:rPr lang="ar" sz="2000"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 دريم نيكون (الشريحة 24)، </a:t>
            </a:r>
            <a:r>
              <a:rPr lang="ar" sz="2000" b="1"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 </a:t>
            </a:r>
            <a:r>
              <a:rPr lang="ar" sz="2000"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 سومرمبولر (الشريحة 25)، هفنغ (الشريحة 26)، روب بايرون (الشريحة 28)، </a:t>
            </a:r>
            <a:r>
              <a:rPr lang="ar" sz="2000" b="1"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 </a:t>
            </a:r>
            <a:r>
              <a:rPr lang="ar" sz="2000"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 </a:t>
            </a:r>
            <a:r>
              <a:rPr lang="ar" sz="2000" b="1"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 </a:t>
            </a:r>
            <a:r>
              <a:rPr lang="ar" sz="2000"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 </a:t>
            </a:r>
            <a:r>
              <a:rPr lang="ar" sz="2000" b="1"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 </a:t>
            </a:r>
            <a:r>
              <a:rPr lang="ar" sz="2000"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 </a:t>
            </a:r>
            <a:r>
              <a:rPr lang="ar" sz="2000" kern="0"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 توماس سكايفلاند (شريحة 29)، </a:t>
            </a:r>
            <a:r>
              <a:rPr lang="ar" sz="2000"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 </a:t>
            </a:r>
            <a:r>
              <a:rPr lang="ar" sz="2000" b="1" kern="0" dirty="0">
                <a:solidFill>
                  <a:srgbClr val="444444"/>
                </a:solidFill>
                <a:effectLst/>
                <a:latin typeface="Sakkal Majalla" panose="02000000000000000000" pitchFamily="2" charset="-78"/>
                <a:ea typeface="Times New Roman" panose="02020603050405020304" pitchFamily="18" charset="0"/>
                <a:cs typeface="Sakkal Majalla" panose="02000000000000000000" pitchFamily="2" charset="-78"/>
              </a:rPr>
              <a:t> </a:t>
            </a:r>
            <a:r>
              <a:rPr lang="ar" sz="2000"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 جرافكسارت (شريحة 30)، </a:t>
            </a:r>
            <a:r>
              <a:rPr lang="ar" sz="2000" b="1"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 </a:t>
            </a:r>
            <a:r>
              <a:rPr lang="ar" sz="2000"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 روجر براون للتصوير الفوتوغرافي (شريحة 31)، </a:t>
            </a:r>
            <a:r>
              <a:rPr lang="ar" sz="2000" b="1"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 </a:t>
            </a:r>
            <a:r>
              <a:rPr lang="ar" sz="2000" kern="100" dirty="0">
                <a:solidFill>
                  <a:srgbClr val="444444"/>
                </a:solidFill>
                <a:effectLst/>
                <a:latin typeface="Sakkal Majalla" panose="02000000000000000000" pitchFamily="2" charset="-78"/>
                <a:ea typeface="Calibri" panose="020F0502020204030204" pitchFamily="34" charset="0"/>
                <a:cs typeface="Sakkal Majalla" panose="02000000000000000000" pitchFamily="2" charset="-78"/>
              </a:rPr>
              <a:t> وان فهمي ريدزوان (شريحة 32).</a:t>
            </a:r>
            <a:endParaRPr lang="en-GB" sz="2000" kern="100" dirty="0">
              <a:effectLst/>
              <a:latin typeface="Sakkal Majalla" panose="02000000000000000000" pitchFamily="2" charset="-78"/>
              <a:ea typeface="Calibri" panose="020F0502020204030204" pitchFamily="34" charset="0"/>
              <a:cs typeface="Sakkal Majalla" panose="02000000000000000000" pitchFamily="2" charset="-78"/>
            </a:endParaRPr>
          </a:p>
        </p:txBody>
      </p:sp>
      <p:sp>
        <p:nvSpPr>
          <p:cNvPr id="2" name="Footer Placeholder 2">
            <a:extLst>
              <a:ext uri="{FF2B5EF4-FFF2-40B4-BE49-F238E27FC236}">
                <a16:creationId xmlns:a16="http://schemas.microsoft.com/office/drawing/2014/main" id="{5E6FBD5C-58F9-6010-B6F0-B1D1B0AF6A7A}"/>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A103000399215</a:t>
            </a:r>
            <a:endParaRPr lang="ar" sz="1000" dirty="0"/>
          </a:p>
        </p:txBody>
      </p:sp>
    </p:spTree>
  </p:cSld>
  <p:clrMapOvr>
    <a:masterClrMapping/>
  </p:clrMapOvr>
  <p:transition>
    <p:sndAc>
      <p:stSnd>
        <p:snd r:embed="rId3" name="click.wav"/>
      </p:stSnd>
    </p:sndAc>
  </p:transition>
</p:sld>
</file>

<file path=ppt/theme/theme1.xml><?xml version="1.0" encoding="utf-8"?>
<a:theme xmlns:a="http://schemas.openxmlformats.org/drawingml/2006/main" name="1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Land-based">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1F2AC0EC27FF3458662E003F8FEC281" ma:contentTypeVersion="20" ma:contentTypeDescription="Create a new document." ma:contentTypeScope="" ma:versionID="7d267daa26e24eee3a5f4b0eb9224b47">
  <xsd:schema xmlns:xsd="http://www.w3.org/2001/XMLSchema" xmlns:xs="http://www.w3.org/2001/XMLSchema" xmlns:p="http://schemas.microsoft.com/office/2006/metadata/properties" xmlns:ns2="f63d1639-2e8e-4dfe-b2d4-ff2deac92409" xmlns:ns3="7012c9df-7563-46f6-96ee-cebd66fd5577" targetNamespace="http://schemas.microsoft.com/office/2006/metadata/properties" ma:root="true" ma:fieldsID="144a094b618d5dc1a3294a7bede64c09" ns2:_="" ns3:_="">
    <xsd:import namespace="f63d1639-2e8e-4dfe-b2d4-ff2deac92409"/>
    <xsd:import namespace="7012c9df-7563-46f6-96ee-cebd66fd557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_Flow_SignoffStatus" minOccurs="0"/>
                <xsd:element ref="ns2:MediaServiceSearchProperties" minOccurs="0"/>
                <xsd:element ref="ns2:AdditionalInfo"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3d1639-2e8e-4dfe-b2d4-ff2deac924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_Flow_SignoffStatus" ma:index="25" nillable="true" ma:displayName="Sign-off status" ma:internalName="Sign_x002d_off_x0020_status">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dditionalInfo" ma:index="27" nillable="true" ma:displayName="Additional Info" ma:format="Dropdown" ma:internalName="AdditionalInfo">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012c9df-7563-46f6-96ee-cebd66fd557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68bf6128-19fb-458b-8dd6-b174ec593e06}" ma:internalName="TaxCatchAll" ma:showField="CatchAllData" ma:web="7012c9df-7563-46f6-96ee-cebd66fd55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7012c9df-7563-46f6-96ee-cebd66fd5577" xsi:nil="true"/>
    <lcf76f155ced4ddcb4097134ff3c332f xmlns="f63d1639-2e8e-4dfe-b2d4-ff2deac92409">
      <Terms xmlns="http://schemas.microsoft.com/office/infopath/2007/PartnerControls"/>
    </lcf76f155ced4ddcb4097134ff3c332f>
    <SharedWithUsers xmlns="7012c9df-7563-46f6-96ee-cebd66fd5577">
      <UserInfo>
        <DisplayName/>
        <AccountId xsi:nil="true"/>
        <AccountType/>
      </UserInfo>
    </SharedWithUsers>
    <MediaLengthInSeconds xmlns="f63d1639-2e8e-4dfe-b2d4-ff2deac92409" xsi:nil="true"/>
    <AdditionalInfo xmlns="f63d1639-2e8e-4dfe-b2d4-ff2deac92409" xsi:nil="true"/>
    <_Flow_SignoffStatus xmlns="f63d1639-2e8e-4dfe-b2d4-ff2deac92409" xsi:nil="true"/>
  </documentManagement>
</p:properties>
</file>

<file path=customXml/itemProps1.xml><?xml version="1.0" encoding="utf-8"?>
<ds:datastoreItem xmlns:ds="http://schemas.openxmlformats.org/officeDocument/2006/customXml" ds:itemID="{D8B6896E-BAE5-4B4E-A650-14958B1C816A}"/>
</file>

<file path=customXml/itemProps2.xml><?xml version="1.0" encoding="utf-8"?>
<ds:datastoreItem xmlns:ds="http://schemas.openxmlformats.org/officeDocument/2006/customXml" ds:itemID="{0AA2910D-4917-49C0-8FBC-BFF7ABD28CFE}">
  <ds:schemaRefs>
    <ds:schemaRef ds:uri="http://schemas.microsoft.com/sharepoint/v3/contenttype/forms"/>
  </ds:schemaRefs>
</ds:datastoreItem>
</file>

<file path=customXml/itemProps3.xml><?xml version="1.0" encoding="utf-8"?>
<ds:datastoreItem xmlns:ds="http://schemas.openxmlformats.org/officeDocument/2006/customXml" ds:itemID="{4B700610-39F3-4A35-AAF4-C1E1359C0930}">
  <ds:schemaRefs>
    <ds:schemaRef ds:uri="6125ffc9-2c56-435e-8267-1393444907b2"/>
    <ds:schemaRef ds:uri="7c1bd8dc-4e40-424f-a15f-9ffcd522197f"/>
    <ds:schemaRef ds:uri="http://schemas.microsoft.com/office/2006/metadata/properties"/>
    <ds:schemaRef ds:uri="http://purl.org/dc/dcmitype/"/>
    <ds:schemaRef ds:uri="http://purl.org/dc/elements/1.1/"/>
    <ds:schemaRef ds:uri="http://schemas.microsoft.com/office/2006/documentManagement/types"/>
    <ds:schemaRef ds:uri="http://purl.org/dc/terms/"/>
    <ds:schemaRef ds:uri="http://www.w3.org/XML/1998/namespace"/>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otalTime>10953</TotalTime>
  <Words>6131</Words>
  <Application>Microsoft Office PowerPoint</Application>
  <PresentationFormat>On-screen Show (4:3)</PresentationFormat>
  <Paragraphs>768</Paragraphs>
  <Slides>42</Slides>
  <Notes>42</Notes>
  <HiddenSlides>0</HiddenSlides>
  <MMClips>0</MMClips>
  <ScaleCrop>false</ScaleCrop>
  <HeadingPairs>
    <vt:vector size="6" baseType="variant">
      <vt:variant>
        <vt:lpstr>Fonts Used</vt:lpstr>
      </vt:variant>
      <vt:variant>
        <vt:i4>5</vt:i4>
      </vt:variant>
      <vt:variant>
        <vt:lpstr>Theme</vt:lpstr>
      </vt:variant>
      <vt:variant>
        <vt:i4>10</vt:i4>
      </vt:variant>
      <vt:variant>
        <vt:lpstr>Slide Titles</vt:lpstr>
      </vt:variant>
      <vt:variant>
        <vt:i4>42</vt:i4>
      </vt:variant>
    </vt:vector>
  </HeadingPairs>
  <TitlesOfParts>
    <vt:vector size="57" baseType="lpstr">
      <vt:lpstr>Arial</vt:lpstr>
      <vt:lpstr>Calibri</vt:lpstr>
      <vt:lpstr>Sakkal Majalla</vt:lpstr>
      <vt:lpstr>Verdana</vt:lpstr>
      <vt:lpstr>Wingdings</vt:lpstr>
      <vt:lpstr>1_Art and Design</vt:lpstr>
      <vt:lpstr>2_Beauty Therapy</vt:lpstr>
      <vt:lpstr>3_Business</vt:lpstr>
      <vt:lpstr>4_Construction</vt:lpstr>
      <vt:lpstr>5_Creative Media</vt:lpstr>
      <vt:lpstr>6_Engineering</vt:lpstr>
      <vt:lpstr>7_Hospitality</vt:lpstr>
      <vt:lpstr>8_Information Technology</vt:lpstr>
      <vt:lpstr>9_Land-based</vt:lpstr>
      <vt:lpstr>10_Travel and Tourism</vt:lpstr>
      <vt:lpstr>الوحدة 24: صيانة الأنظمة الميكانيكية </vt:lpstr>
      <vt:lpstr>PowerPoint Presentation</vt:lpstr>
      <vt:lpstr>PowerPoint Presentation</vt:lpstr>
      <vt:lpstr>نتاجات التعلم</vt:lpstr>
      <vt:lpstr>نتاج التعلم أ  </vt:lpstr>
      <vt:lpstr>PowerPoint Presentation</vt:lpstr>
      <vt:lpstr>PowerPoint Presentation</vt:lpstr>
      <vt:lpstr>PowerPoint Presentation</vt:lpstr>
      <vt:lpstr>نتاج التعلم ب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نتاج التعلم ج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نتاج التعلم د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174</cp:revision>
  <dcterms:created xsi:type="dcterms:W3CDTF">2020-07-15T07:14:47Z</dcterms:created>
  <dcterms:modified xsi:type="dcterms:W3CDTF">2024-12-04T13:06:11Z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0x01010011F2AC0EC27FF3458662E003F8FEC281</vt:lpwstr>
  </property>
  <property fmtid="{D5CDD505-2E9C-101B-9397-08002B2CF9AE}" pid="4" name="Order">
    <vt:r8>13842000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MediaServiceImageTags">
    <vt:lpwstr/>
  </property>
</Properties>
</file>