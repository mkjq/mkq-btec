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64"/>
  </p:notesMasterIdLst>
  <p:sldIdLst>
    <p:sldId id="256" r:id="rId14"/>
    <p:sldId id="431" r:id="rId15"/>
    <p:sldId id="257" r:id="rId16"/>
    <p:sldId id="258" r:id="rId17"/>
    <p:sldId id="272" r:id="rId18"/>
    <p:sldId id="381" r:id="rId19"/>
    <p:sldId id="423" r:id="rId20"/>
    <p:sldId id="390" r:id="rId21"/>
    <p:sldId id="391" r:id="rId22"/>
    <p:sldId id="392" r:id="rId23"/>
    <p:sldId id="424" r:id="rId24"/>
    <p:sldId id="394" r:id="rId25"/>
    <p:sldId id="395" r:id="rId26"/>
    <p:sldId id="425" r:id="rId27"/>
    <p:sldId id="397" r:id="rId28"/>
    <p:sldId id="398" r:id="rId29"/>
    <p:sldId id="319" r:id="rId30"/>
    <p:sldId id="385" r:id="rId31"/>
    <p:sldId id="399" r:id="rId32"/>
    <p:sldId id="426" r:id="rId33"/>
    <p:sldId id="401" r:id="rId34"/>
    <p:sldId id="427" r:id="rId35"/>
    <p:sldId id="402" r:id="rId36"/>
    <p:sldId id="403" r:id="rId37"/>
    <p:sldId id="428" r:id="rId38"/>
    <p:sldId id="405" r:id="rId39"/>
    <p:sldId id="429" r:id="rId40"/>
    <p:sldId id="406" r:id="rId41"/>
    <p:sldId id="407" r:id="rId42"/>
    <p:sldId id="408" r:id="rId43"/>
    <p:sldId id="430" r:id="rId44"/>
    <p:sldId id="382" r:id="rId45"/>
    <p:sldId id="387" r:id="rId46"/>
    <p:sldId id="409" r:id="rId47"/>
    <p:sldId id="410" r:id="rId48"/>
    <p:sldId id="411" r:id="rId49"/>
    <p:sldId id="412" r:id="rId50"/>
    <p:sldId id="413" r:id="rId51"/>
    <p:sldId id="414" r:id="rId52"/>
    <p:sldId id="415" r:id="rId53"/>
    <p:sldId id="416" r:id="rId54"/>
    <p:sldId id="417" r:id="rId55"/>
    <p:sldId id="418" r:id="rId56"/>
    <p:sldId id="419" r:id="rId57"/>
    <p:sldId id="384" r:id="rId58"/>
    <p:sldId id="388" r:id="rId59"/>
    <p:sldId id="420" r:id="rId60"/>
    <p:sldId id="421" r:id="rId61"/>
    <p:sldId id="422" r:id="rId62"/>
    <p:sldId id="432" r:id="rId63"/>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23E01-C7BD-4B3E-A9FD-B2006156115F}" v="95" dt="2025-01-23T13:58:54.021"/>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63" autoAdjust="0"/>
    <p:restoredTop sz="84954" autoAdjust="0"/>
  </p:normalViewPr>
  <p:slideViewPr>
    <p:cSldViewPr>
      <p:cViewPr varScale="1">
        <p:scale>
          <a:sx n="133" d="100"/>
          <a:sy n="133" d="100"/>
        </p:scale>
        <p:origin x="2952" y="126"/>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theme" Target="theme/theme1.xml"/><Relationship Id="rId7" Type="http://schemas.openxmlformats.org/officeDocument/2006/relationships/slideMaster" Target="slideMasters/slideMaster4.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viewProps" Target="viewProp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14321B42-7AF6-4408-AD6A-C182AF1FC3EB}"/>
    <pc:docChg chg="undo custSel addSld modSld sldOrd">
      <pc:chgData name="Paul Winser" userId="c3146a91-e6bd-4264-bd86-e164e04bc32d" providerId="ADAL" clId="{14321B42-7AF6-4408-AD6A-C182AF1FC3EB}" dt="2024-12-03T09:39:21.868" v="954" actId="14100"/>
      <pc:docMkLst>
        <pc:docMk/>
      </pc:docMkLst>
      <pc:sldChg chg="modSp mod">
        <pc:chgData name="Paul Winser" userId="c3146a91-e6bd-4264-bd86-e164e04bc32d" providerId="ADAL" clId="{14321B42-7AF6-4408-AD6A-C182AF1FC3EB}" dt="2024-12-02T22:11:18.854" v="2" actId="20577"/>
        <pc:sldMkLst>
          <pc:docMk/>
          <pc:sldMk cId="0" sldId="256"/>
        </pc:sldMkLst>
        <pc:spChg chg="mod">
          <ac:chgData name="Paul Winser" userId="c3146a91-e6bd-4264-bd86-e164e04bc32d" providerId="ADAL" clId="{14321B42-7AF6-4408-AD6A-C182AF1FC3EB}" dt="2024-12-02T22:11:18.854" v="2" actId="20577"/>
          <ac:spMkLst>
            <pc:docMk/>
            <pc:sldMk cId="0" sldId="256"/>
            <ac:spMk id="3" creationId="{986D29E0-B089-110D-BF1E-B3C37F2C37F9}"/>
          </ac:spMkLst>
        </pc:spChg>
      </pc:sldChg>
      <pc:sldChg chg="delSp modSp mod">
        <pc:chgData name="Paul Winser" userId="c3146a91-e6bd-4264-bd86-e164e04bc32d" providerId="ADAL" clId="{14321B42-7AF6-4408-AD6A-C182AF1FC3EB}" dt="2024-12-03T09:19:24.355" v="28" actId="403"/>
        <pc:sldMkLst>
          <pc:docMk/>
          <pc:sldMk cId="0" sldId="257"/>
        </pc:sldMkLst>
        <pc:spChg chg="del">
          <ac:chgData name="Paul Winser" userId="c3146a91-e6bd-4264-bd86-e164e04bc32d" providerId="ADAL" clId="{14321B42-7AF6-4408-AD6A-C182AF1FC3EB}" dt="2024-12-02T22:11:27.069" v="3" actId="478"/>
          <ac:spMkLst>
            <pc:docMk/>
            <pc:sldMk cId="0" sldId="257"/>
            <ac:spMk id="2" creationId="{CA453D5C-A8AE-E7FE-AD06-EE4970D2BF21}"/>
          </ac:spMkLst>
        </pc:spChg>
        <pc:spChg chg="mod">
          <ac:chgData name="Paul Winser" userId="c3146a91-e6bd-4264-bd86-e164e04bc32d" providerId="ADAL" clId="{14321B42-7AF6-4408-AD6A-C182AF1FC3EB}" dt="2024-12-03T09:19:24.355" v="28" actId="403"/>
          <ac:spMkLst>
            <pc:docMk/>
            <pc:sldMk cId="0" sldId="257"/>
            <ac:spMk id="30723" creationId="{3C79F714-332C-AB63-03D9-E6D0CAE0623F}"/>
          </ac:spMkLst>
        </pc:spChg>
      </pc:sldChg>
      <pc:sldChg chg="modSp mod">
        <pc:chgData name="Paul Winser" userId="c3146a91-e6bd-4264-bd86-e164e04bc32d" providerId="ADAL" clId="{14321B42-7AF6-4408-AD6A-C182AF1FC3EB}" dt="2024-12-03T09:19:34.064" v="32" actId="6549"/>
        <pc:sldMkLst>
          <pc:docMk/>
          <pc:sldMk cId="0" sldId="258"/>
        </pc:sldMkLst>
        <pc:spChg chg="mod">
          <ac:chgData name="Paul Winser" userId="c3146a91-e6bd-4264-bd86-e164e04bc32d" providerId="ADAL" clId="{14321B42-7AF6-4408-AD6A-C182AF1FC3EB}" dt="2024-12-03T09:19:34.064" v="32" actId="6549"/>
          <ac:spMkLst>
            <pc:docMk/>
            <pc:sldMk cId="0" sldId="258"/>
            <ac:spMk id="32770" creationId="{CD9316BF-B3CE-8341-5A0A-249747D6C6E1}"/>
          </ac:spMkLst>
        </pc:spChg>
      </pc:sldChg>
      <pc:sldChg chg="delSp mod">
        <pc:chgData name="Paul Winser" userId="c3146a91-e6bd-4264-bd86-e164e04bc32d" providerId="ADAL" clId="{14321B42-7AF6-4408-AD6A-C182AF1FC3EB}" dt="2024-12-03T09:19:38.816" v="33" actId="478"/>
        <pc:sldMkLst>
          <pc:docMk/>
          <pc:sldMk cId="0" sldId="272"/>
        </pc:sldMkLst>
        <pc:spChg chg="del">
          <ac:chgData name="Paul Winser" userId="c3146a91-e6bd-4264-bd86-e164e04bc32d" providerId="ADAL" clId="{14321B42-7AF6-4408-AD6A-C182AF1FC3EB}" dt="2024-12-03T09:19:38.816" v="33" actId="478"/>
          <ac:spMkLst>
            <pc:docMk/>
            <pc:sldMk cId="0" sldId="272"/>
            <ac:spMk id="2" creationId="{59600F9A-B6F0-7C5D-109C-C7DA2B96A111}"/>
          </ac:spMkLst>
        </pc:spChg>
      </pc:sldChg>
      <pc:sldChg chg="modSp mod">
        <pc:chgData name="Paul Winser" userId="c3146a91-e6bd-4264-bd86-e164e04bc32d" providerId="ADAL" clId="{14321B42-7AF6-4408-AD6A-C182AF1FC3EB}" dt="2024-12-03T09:19:51.355" v="42" actId="20577"/>
        <pc:sldMkLst>
          <pc:docMk/>
          <pc:sldMk cId="4160411727" sldId="381"/>
        </pc:sldMkLst>
        <pc:spChg chg="mod">
          <ac:chgData name="Paul Winser" userId="c3146a91-e6bd-4264-bd86-e164e04bc32d" providerId="ADAL" clId="{14321B42-7AF6-4408-AD6A-C182AF1FC3EB}" dt="2024-12-03T09:19:51.355" v="42" actId="20577"/>
          <ac:spMkLst>
            <pc:docMk/>
            <pc:sldMk cId="4160411727" sldId="381"/>
            <ac:spMk id="34819" creationId="{453C7683-8588-7ABC-32E0-8A4E68218620}"/>
          </ac:spMkLst>
        </pc:spChg>
      </pc:sldChg>
      <pc:sldChg chg="delSp modSp mod">
        <pc:chgData name="Paul Winser" userId="c3146a91-e6bd-4264-bd86-e164e04bc32d" providerId="ADAL" clId="{14321B42-7AF6-4408-AD6A-C182AF1FC3EB}" dt="2024-12-03T09:24:21.450" v="268" actId="207"/>
        <pc:sldMkLst>
          <pc:docMk/>
          <pc:sldMk cId="2521575604" sldId="385"/>
        </pc:sldMkLst>
        <pc:spChg chg="del">
          <ac:chgData name="Paul Winser" userId="c3146a91-e6bd-4264-bd86-e164e04bc32d" providerId="ADAL" clId="{14321B42-7AF6-4408-AD6A-C182AF1FC3EB}" dt="2024-12-03T09:24:01.327" v="247" actId="478"/>
          <ac:spMkLst>
            <pc:docMk/>
            <pc:sldMk cId="2521575604" sldId="385"/>
            <ac:spMk id="3" creationId="{737DB08C-C4EA-D6A6-5190-52FF029B738F}"/>
          </ac:spMkLst>
        </pc:spChg>
        <pc:spChg chg="mod">
          <ac:chgData name="Paul Winser" userId="c3146a91-e6bd-4264-bd86-e164e04bc32d" providerId="ADAL" clId="{14321B42-7AF6-4408-AD6A-C182AF1FC3EB}" dt="2024-12-03T09:24:21.450" v="268" actId="207"/>
          <ac:spMkLst>
            <pc:docMk/>
            <pc:sldMk cId="2521575604" sldId="385"/>
            <ac:spMk id="34819" creationId="{453C7683-8588-7ABC-32E0-8A4E68218620}"/>
          </ac:spMkLst>
        </pc:spChg>
        <pc:picChg chg="mod">
          <ac:chgData name="Paul Winser" userId="c3146a91-e6bd-4264-bd86-e164e04bc32d" providerId="ADAL" clId="{14321B42-7AF6-4408-AD6A-C182AF1FC3EB}" dt="2024-12-03T09:24:04.254" v="249" actId="1076"/>
          <ac:picMkLst>
            <pc:docMk/>
            <pc:sldMk cId="2521575604" sldId="385"/>
            <ac:picMk id="5122" creationId="{00000000-0000-0000-0000-000000000000}"/>
          </ac:picMkLst>
        </pc:picChg>
      </pc:sldChg>
      <pc:sldChg chg="modSp mod">
        <pc:chgData name="Paul Winser" userId="c3146a91-e6bd-4264-bd86-e164e04bc32d" providerId="ADAL" clId="{14321B42-7AF6-4408-AD6A-C182AF1FC3EB}" dt="2024-12-03T09:29:13.378" v="521" actId="20577"/>
        <pc:sldMkLst>
          <pc:docMk/>
          <pc:sldMk cId="1810219235" sldId="387"/>
        </pc:sldMkLst>
        <pc:spChg chg="mod">
          <ac:chgData name="Paul Winser" userId="c3146a91-e6bd-4264-bd86-e164e04bc32d" providerId="ADAL" clId="{14321B42-7AF6-4408-AD6A-C182AF1FC3EB}" dt="2024-12-03T09:28:55.655" v="503" actId="1076"/>
          <ac:spMkLst>
            <pc:docMk/>
            <pc:sldMk cId="1810219235" sldId="387"/>
            <ac:spMk id="2" creationId="{00000000-0000-0000-0000-000000000000}"/>
          </ac:spMkLst>
        </pc:spChg>
        <pc:spChg chg="mod">
          <ac:chgData name="Paul Winser" userId="c3146a91-e6bd-4264-bd86-e164e04bc32d" providerId="ADAL" clId="{14321B42-7AF6-4408-AD6A-C182AF1FC3EB}" dt="2024-12-03T09:29:13.378" v="521" actId="20577"/>
          <ac:spMkLst>
            <pc:docMk/>
            <pc:sldMk cId="1810219235" sldId="387"/>
            <ac:spMk id="34819" creationId="{453C7683-8588-7ABC-32E0-8A4E68218620}"/>
          </ac:spMkLst>
        </pc:spChg>
        <pc:picChg chg="mod">
          <ac:chgData name="Paul Winser" userId="c3146a91-e6bd-4264-bd86-e164e04bc32d" providerId="ADAL" clId="{14321B42-7AF6-4408-AD6A-C182AF1FC3EB}" dt="2024-12-03T09:28:53.252" v="502" actId="1076"/>
          <ac:picMkLst>
            <pc:docMk/>
            <pc:sldMk cId="1810219235" sldId="387"/>
            <ac:picMk id="12290" creationId="{00000000-0000-0000-0000-000000000000}"/>
          </ac:picMkLst>
        </pc:picChg>
      </pc:sldChg>
      <pc:sldChg chg="modSp mod">
        <pc:chgData name="Paul Winser" userId="c3146a91-e6bd-4264-bd86-e164e04bc32d" providerId="ADAL" clId="{14321B42-7AF6-4408-AD6A-C182AF1FC3EB}" dt="2024-12-03T09:37:46.685" v="871" actId="6549"/>
        <pc:sldMkLst>
          <pc:docMk/>
          <pc:sldMk cId="3203647921" sldId="388"/>
        </pc:sldMkLst>
        <pc:spChg chg="mod">
          <ac:chgData name="Paul Winser" userId="c3146a91-e6bd-4264-bd86-e164e04bc32d" providerId="ADAL" clId="{14321B42-7AF6-4408-AD6A-C182AF1FC3EB}" dt="2024-12-03T09:37:19.345" v="845" actId="1076"/>
          <ac:spMkLst>
            <pc:docMk/>
            <pc:sldMk cId="3203647921" sldId="388"/>
            <ac:spMk id="2" creationId="{00000000-0000-0000-0000-000000000000}"/>
          </ac:spMkLst>
        </pc:spChg>
        <pc:spChg chg="mod">
          <ac:chgData name="Paul Winser" userId="c3146a91-e6bd-4264-bd86-e164e04bc32d" providerId="ADAL" clId="{14321B42-7AF6-4408-AD6A-C182AF1FC3EB}" dt="2024-12-03T09:37:46.685" v="871" actId="6549"/>
          <ac:spMkLst>
            <pc:docMk/>
            <pc:sldMk cId="3203647921" sldId="388"/>
            <ac:spMk id="34819" creationId="{453C7683-8588-7ABC-32E0-8A4E68218620}"/>
          </ac:spMkLst>
        </pc:spChg>
        <pc:picChg chg="mod">
          <ac:chgData name="Paul Winser" userId="c3146a91-e6bd-4264-bd86-e164e04bc32d" providerId="ADAL" clId="{14321B42-7AF6-4408-AD6A-C182AF1FC3EB}" dt="2024-12-03T09:37:17.609" v="844" actId="1076"/>
          <ac:picMkLst>
            <pc:docMk/>
            <pc:sldMk cId="3203647921" sldId="388"/>
            <ac:picMk id="18434" creationId="{00000000-0000-0000-0000-000000000000}"/>
          </ac:picMkLst>
        </pc:picChg>
      </pc:sldChg>
      <pc:sldChg chg="delSp modSp mod">
        <pc:chgData name="Paul Winser" userId="c3146a91-e6bd-4264-bd86-e164e04bc32d" providerId="ADAL" clId="{14321B42-7AF6-4408-AD6A-C182AF1FC3EB}" dt="2024-12-03T09:20:34.639" v="75" actId="1076"/>
        <pc:sldMkLst>
          <pc:docMk/>
          <pc:sldMk cId="1993633252" sldId="390"/>
        </pc:sldMkLst>
        <pc:spChg chg="del">
          <ac:chgData name="Paul Winser" userId="c3146a91-e6bd-4264-bd86-e164e04bc32d" providerId="ADAL" clId="{14321B42-7AF6-4408-AD6A-C182AF1FC3EB}" dt="2024-12-03T09:20:17.732" v="58" actId="478"/>
          <ac:spMkLst>
            <pc:docMk/>
            <pc:sldMk cId="1993633252" sldId="390"/>
            <ac:spMk id="3" creationId="{63DED37B-F8CC-21C6-1590-5B7C05CBDBA9}"/>
          </ac:spMkLst>
        </pc:spChg>
        <pc:spChg chg="mod">
          <ac:chgData name="Paul Winser" userId="c3146a91-e6bd-4264-bd86-e164e04bc32d" providerId="ADAL" clId="{14321B42-7AF6-4408-AD6A-C182AF1FC3EB}" dt="2024-12-03T09:20:32.736" v="74" actId="20577"/>
          <ac:spMkLst>
            <pc:docMk/>
            <pc:sldMk cId="1993633252" sldId="390"/>
            <ac:spMk id="34819" creationId="{453C7683-8588-7ABC-32E0-8A4E68218620}"/>
          </ac:spMkLst>
        </pc:spChg>
        <pc:picChg chg="mod">
          <ac:chgData name="Paul Winser" userId="c3146a91-e6bd-4264-bd86-e164e04bc32d" providerId="ADAL" clId="{14321B42-7AF6-4408-AD6A-C182AF1FC3EB}" dt="2024-12-03T09:20:34.639" v="75" actId="1076"/>
          <ac:picMkLst>
            <pc:docMk/>
            <pc:sldMk cId="1993633252" sldId="390"/>
            <ac:picMk id="1026" creationId="{00000000-0000-0000-0000-000000000000}"/>
          </ac:picMkLst>
        </pc:picChg>
      </pc:sldChg>
      <pc:sldChg chg="modSp mod">
        <pc:chgData name="Paul Winser" userId="c3146a91-e6bd-4264-bd86-e164e04bc32d" providerId="ADAL" clId="{14321B42-7AF6-4408-AD6A-C182AF1FC3EB}" dt="2024-12-03T09:20:56.418" v="93" actId="1076"/>
        <pc:sldMkLst>
          <pc:docMk/>
          <pc:sldMk cId="3905947884" sldId="391"/>
        </pc:sldMkLst>
        <pc:spChg chg="mod">
          <ac:chgData name="Paul Winser" userId="c3146a91-e6bd-4264-bd86-e164e04bc32d" providerId="ADAL" clId="{14321B42-7AF6-4408-AD6A-C182AF1FC3EB}" dt="2024-12-03T09:20:55.283" v="92" actId="20577"/>
          <ac:spMkLst>
            <pc:docMk/>
            <pc:sldMk cId="3905947884" sldId="391"/>
            <ac:spMk id="34819" creationId="{453C7683-8588-7ABC-32E0-8A4E68218620}"/>
          </ac:spMkLst>
        </pc:spChg>
        <pc:picChg chg="mod">
          <ac:chgData name="Paul Winser" userId="c3146a91-e6bd-4264-bd86-e164e04bc32d" providerId="ADAL" clId="{14321B42-7AF6-4408-AD6A-C182AF1FC3EB}" dt="2024-12-03T09:20:56.418" v="93" actId="1076"/>
          <ac:picMkLst>
            <pc:docMk/>
            <pc:sldMk cId="3905947884" sldId="391"/>
            <ac:picMk id="3" creationId="{00000000-0000-0000-0000-000000000000}"/>
          </ac:picMkLst>
        </pc:picChg>
      </pc:sldChg>
      <pc:sldChg chg="modSp mod">
        <pc:chgData name="Paul Winser" userId="c3146a91-e6bd-4264-bd86-e164e04bc32d" providerId="ADAL" clId="{14321B42-7AF6-4408-AD6A-C182AF1FC3EB}" dt="2024-12-03T09:21:18.434" v="113" actId="1076"/>
        <pc:sldMkLst>
          <pc:docMk/>
          <pc:sldMk cId="887341592" sldId="392"/>
        </pc:sldMkLst>
        <pc:spChg chg="mod">
          <ac:chgData name="Paul Winser" userId="c3146a91-e6bd-4264-bd86-e164e04bc32d" providerId="ADAL" clId="{14321B42-7AF6-4408-AD6A-C182AF1FC3EB}" dt="2024-12-03T09:21:18.434" v="113" actId="1076"/>
          <ac:spMkLst>
            <pc:docMk/>
            <pc:sldMk cId="887341592" sldId="392"/>
            <ac:spMk id="34819" creationId="{453C7683-8588-7ABC-32E0-8A4E68218620}"/>
          </ac:spMkLst>
        </pc:spChg>
      </pc:sldChg>
      <pc:sldChg chg="delSp modSp mod">
        <pc:chgData name="Paul Winser" userId="c3146a91-e6bd-4264-bd86-e164e04bc32d" providerId="ADAL" clId="{14321B42-7AF6-4408-AD6A-C182AF1FC3EB}" dt="2024-12-03T09:22:14.848" v="158" actId="14100"/>
        <pc:sldMkLst>
          <pc:docMk/>
          <pc:sldMk cId="2037305972" sldId="394"/>
        </pc:sldMkLst>
        <pc:spChg chg="del">
          <ac:chgData name="Paul Winser" userId="c3146a91-e6bd-4264-bd86-e164e04bc32d" providerId="ADAL" clId="{14321B42-7AF6-4408-AD6A-C182AF1FC3EB}" dt="2024-12-03T09:21:40.889" v="134" actId="478"/>
          <ac:spMkLst>
            <pc:docMk/>
            <pc:sldMk cId="2037305972" sldId="394"/>
            <ac:spMk id="2" creationId="{5BB4F799-360E-74D5-3B92-5CA25AEA8A22}"/>
          </ac:spMkLst>
        </pc:spChg>
        <pc:spChg chg="mod">
          <ac:chgData name="Paul Winser" userId="c3146a91-e6bd-4264-bd86-e164e04bc32d" providerId="ADAL" clId="{14321B42-7AF6-4408-AD6A-C182AF1FC3EB}" dt="2024-12-03T09:22:14.848" v="158" actId="14100"/>
          <ac:spMkLst>
            <pc:docMk/>
            <pc:sldMk cId="2037305972" sldId="394"/>
            <ac:spMk id="34819" creationId="{453C7683-8588-7ABC-32E0-8A4E68218620}"/>
          </ac:spMkLst>
        </pc:spChg>
        <pc:picChg chg="mod">
          <ac:chgData name="Paul Winser" userId="c3146a91-e6bd-4264-bd86-e164e04bc32d" providerId="ADAL" clId="{14321B42-7AF6-4408-AD6A-C182AF1FC3EB}" dt="2024-12-03T09:22:12.512" v="157" actId="1076"/>
          <ac:picMkLst>
            <pc:docMk/>
            <pc:sldMk cId="2037305972" sldId="394"/>
            <ac:picMk id="2050" creationId="{00000000-0000-0000-0000-000000000000}"/>
          </ac:picMkLst>
        </pc:picChg>
      </pc:sldChg>
      <pc:sldChg chg="modSp mod">
        <pc:chgData name="Paul Winser" userId="c3146a91-e6bd-4264-bd86-e164e04bc32d" providerId="ADAL" clId="{14321B42-7AF6-4408-AD6A-C182AF1FC3EB}" dt="2024-12-03T09:22:34.838" v="178" actId="1076"/>
        <pc:sldMkLst>
          <pc:docMk/>
          <pc:sldMk cId="1927784465" sldId="395"/>
        </pc:sldMkLst>
        <pc:spChg chg="mod">
          <ac:chgData name="Paul Winser" userId="c3146a91-e6bd-4264-bd86-e164e04bc32d" providerId="ADAL" clId="{14321B42-7AF6-4408-AD6A-C182AF1FC3EB}" dt="2024-12-03T09:22:34.838" v="178" actId="1076"/>
          <ac:spMkLst>
            <pc:docMk/>
            <pc:sldMk cId="1927784465" sldId="395"/>
            <ac:spMk id="5" creationId="{00000000-0000-0000-0000-000000000000}"/>
          </ac:spMkLst>
        </pc:spChg>
        <pc:spChg chg="mod">
          <ac:chgData name="Paul Winser" userId="c3146a91-e6bd-4264-bd86-e164e04bc32d" providerId="ADAL" clId="{14321B42-7AF6-4408-AD6A-C182AF1FC3EB}" dt="2024-12-03T09:22:30.064" v="175" actId="14100"/>
          <ac:spMkLst>
            <pc:docMk/>
            <pc:sldMk cId="1927784465" sldId="395"/>
            <ac:spMk id="34819" creationId="{453C7683-8588-7ABC-32E0-8A4E68218620}"/>
          </ac:spMkLst>
        </pc:spChg>
        <pc:picChg chg="mod">
          <ac:chgData name="Paul Winser" userId="c3146a91-e6bd-4264-bd86-e164e04bc32d" providerId="ADAL" clId="{14321B42-7AF6-4408-AD6A-C182AF1FC3EB}" dt="2024-12-03T09:22:32.903" v="177" actId="1076"/>
          <ac:picMkLst>
            <pc:docMk/>
            <pc:sldMk cId="1927784465" sldId="395"/>
            <ac:picMk id="4" creationId="{00000000-0000-0000-0000-000000000000}"/>
          </ac:picMkLst>
        </pc:picChg>
      </pc:sldChg>
      <pc:sldChg chg="modSp mod">
        <pc:chgData name="Paul Winser" userId="c3146a91-e6bd-4264-bd86-e164e04bc32d" providerId="ADAL" clId="{14321B42-7AF6-4408-AD6A-C182AF1FC3EB}" dt="2024-12-03T09:23:10.600" v="215" actId="20577"/>
        <pc:sldMkLst>
          <pc:docMk/>
          <pc:sldMk cId="2413581048" sldId="397"/>
        </pc:sldMkLst>
        <pc:spChg chg="mod">
          <ac:chgData name="Paul Winser" userId="c3146a91-e6bd-4264-bd86-e164e04bc32d" providerId="ADAL" clId="{14321B42-7AF6-4408-AD6A-C182AF1FC3EB}" dt="2024-12-03T09:23:10.600" v="215" actId="20577"/>
          <ac:spMkLst>
            <pc:docMk/>
            <pc:sldMk cId="2413581048" sldId="397"/>
            <ac:spMk id="34819" creationId="{453C7683-8588-7ABC-32E0-8A4E68218620}"/>
          </ac:spMkLst>
        </pc:spChg>
        <pc:picChg chg="mod">
          <ac:chgData name="Paul Winser" userId="c3146a91-e6bd-4264-bd86-e164e04bc32d" providerId="ADAL" clId="{14321B42-7AF6-4408-AD6A-C182AF1FC3EB}" dt="2024-12-03T09:22:54.255" v="195" actId="1076"/>
          <ac:picMkLst>
            <pc:docMk/>
            <pc:sldMk cId="2413581048" sldId="397"/>
            <ac:picMk id="4098" creationId="{00000000-0000-0000-0000-000000000000}"/>
          </ac:picMkLst>
        </pc:picChg>
      </pc:sldChg>
      <pc:sldChg chg="modSp mod">
        <pc:chgData name="Paul Winser" userId="c3146a91-e6bd-4264-bd86-e164e04bc32d" providerId="ADAL" clId="{14321B42-7AF6-4408-AD6A-C182AF1FC3EB}" dt="2024-12-03T09:23:52.319" v="245" actId="20577"/>
        <pc:sldMkLst>
          <pc:docMk/>
          <pc:sldMk cId="619080854" sldId="398"/>
        </pc:sldMkLst>
        <pc:spChg chg="mod">
          <ac:chgData name="Paul Winser" userId="c3146a91-e6bd-4264-bd86-e164e04bc32d" providerId="ADAL" clId="{14321B42-7AF6-4408-AD6A-C182AF1FC3EB}" dt="2024-12-03T09:23:52.319" v="245" actId="20577"/>
          <ac:spMkLst>
            <pc:docMk/>
            <pc:sldMk cId="619080854" sldId="398"/>
            <ac:spMk id="34819" creationId="{453C7683-8588-7ABC-32E0-8A4E68218620}"/>
          </ac:spMkLst>
        </pc:spChg>
      </pc:sldChg>
      <pc:sldChg chg="modSp mod">
        <pc:chgData name="Paul Winser" userId="c3146a91-e6bd-4264-bd86-e164e04bc32d" providerId="ADAL" clId="{14321B42-7AF6-4408-AD6A-C182AF1FC3EB}" dt="2024-12-03T09:24:43.865" v="290" actId="207"/>
        <pc:sldMkLst>
          <pc:docMk/>
          <pc:sldMk cId="3604430887" sldId="399"/>
        </pc:sldMkLst>
        <pc:spChg chg="mod">
          <ac:chgData name="Paul Winser" userId="c3146a91-e6bd-4264-bd86-e164e04bc32d" providerId="ADAL" clId="{14321B42-7AF6-4408-AD6A-C182AF1FC3EB}" dt="2024-12-03T09:24:43.865" v="290" actId="207"/>
          <ac:spMkLst>
            <pc:docMk/>
            <pc:sldMk cId="3604430887" sldId="399"/>
            <ac:spMk id="34819" creationId="{453C7683-8588-7ABC-32E0-8A4E68218620}"/>
          </ac:spMkLst>
        </pc:spChg>
      </pc:sldChg>
      <pc:sldChg chg="modSp mod">
        <pc:chgData name="Paul Winser" userId="c3146a91-e6bd-4264-bd86-e164e04bc32d" providerId="ADAL" clId="{14321B42-7AF6-4408-AD6A-C182AF1FC3EB}" dt="2024-12-03T09:25:14.350" v="320" actId="207"/>
        <pc:sldMkLst>
          <pc:docMk/>
          <pc:sldMk cId="1101093980" sldId="401"/>
        </pc:sldMkLst>
        <pc:spChg chg="mod">
          <ac:chgData name="Paul Winser" userId="c3146a91-e6bd-4264-bd86-e164e04bc32d" providerId="ADAL" clId="{14321B42-7AF6-4408-AD6A-C182AF1FC3EB}" dt="2024-12-03T09:25:14.350" v="320" actId="207"/>
          <ac:spMkLst>
            <pc:docMk/>
            <pc:sldMk cId="1101093980" sldId="401"/>
            <ac:spMk id="34819" creationId="{453C7683-8588-7ABC-32E0-8A4E68218620}"/>
          </ac:spMkLst>
        </pc:spChg>
      </pc:sldChg>
      <pc:sldChg chg="modSp mod">
        <pc:chgData name="Paul Winser" userId="c3146a91-e6bd-4264-bd86-e164e04bc32d" providerId="ADAL" clId="{14321B42-7AF6-4408-AD6A-C182AF1FC3EB}" dt="2024-12-03T09:25:55.991" v="359" actId="14100"/>
        <pc:sldMkLst>
          <pc:docMk/>
          <pc:sldMk cId="624163922" sldId="402"/>
        </pc:sldMkLst>
        <pc:spChg chg="mod">
          <ac:chgData name="Paul Winser" userId="c3146a91-e6bd-4264-bd86-e164e04bc32d" providerId="ADAL" clId="{14321B42-7AF6-4408-AD6A-C182AF1FC3EB}" dt="2024-12-03T09:25:55.991" v="359" actId="14100"/>
          <ac:spMkLst>
            <pc:docMk/>
            <pc:sldMk cId="624163922" sldId="402"/>
            <ac:spMk id="34819" creationId="{453C7683-8588-7ABC-32E0-8A4E68218620}"/>
          </ac:spMkLst>
        </pc:spChg>
        <pc:picChg chg="mod">
          <ac:chgData name="Paul Winser" userId="c3146a91-e6bd-4264-bd86-e164e04bc32d" providerId="ADAL" clId="{14321B42-7AF6-4408-AD6A-C182AF1FC3EB}" dt="2024-12-03T09:25:32.647" v="336" actId="1076"/>
          <ac:picMkLst>
            <pc:docMk/>
            <pc:sldMk cId="624163922" sldId="402"/>
            <ac:picMk id="7170" creationId="{00000000-0000-0000-0000-000000000000}"/>
          </ac:picMkLst>
        </pc:picChg>
      </pc:sldChg>
      <pc:sldChg chg="modSp mod">
        <pc:chgData name="Paul Winser" userId="c3146a91-e6bd-4264-bd86-e164e04bc32d" providerId="ADAL" clId="{14321B42-7AF6-4408-AD6A-C182AF1FC3EB}" dt="2024-12-03T09:26:23.248" v="377" actId="207"/>
        <pc:sldMkLst>
          <pc:docMk/>
          <pc:sldMk cId="1428399781" sldId="403"/>
        </pc:sldMkLst>
        <pc:spChg chg="mod">
          <ac:chgData name="Paul Winser" userId="c3146a91-e6bd-4264-bd86-e164e04bc32d" providerId="ADAL" clId="{14321B42-7AF6-4408-AD6A-C182AF1FC3EB}" dt="2024-12-03T09:26:23.248" v="377" actId="207"/>
          <ac:spMkLst>
            <pc:docMk/>
            <pc:sldMk cId="1428399781" sldId="403"/>
            <ac:spMk id="34819" creationId="{453C7683-8588-7ABC-32E0-8A4E68218620}"/>
          </ac:spMkLst>
        </pc:spChg>
      </pc:sldChg>
      <pc:sldChg chg="modSp mod">
        <pc:chgData name="Paul Winser" userId="c3146a91-e6bd-4264-bd86-e164e04bc32d" providerId="ADAL" clId="{14321B42-7AF6-4408-AD6A-C182AF1FC3EB}" dt="2024-12-03T09:27:00.638" v="408" actId="20577"/>
        <pc:sldMkLst>
          <pc:docMk/>
          <pc:sldMk cId="3507044798" sldId="405"/>
        </pc:sldMkLst>
        <pc:spChg chg="mod">
          <ac:chgData name="Paul Winser" userId="c3146a91-e6bd-4264-bd86-e164e04bc32d" providerId="ADAL" clId="{14321B42-7AF6-4408-AD6A-C182AF1FC3EB}" dt="2024-12-03T09:26:46.814" v="397" actId="1076"/>
          <ac:spMkLst>
            <pc:docMk/>
            <pc:sldMk cId="3507044798" sldId="405"/>
            <ac:spMk id="5" creationId="{00000000-0000-0000-0000-000000000000}"/>
          </ac:spMkLst>
        </pc:spChg>
        <pc:spChg chg="mod">
          <ac:chgData name="Paul Winser" userId="c3146a91-e6bd-4264-bd86-e164e04bc32d" providerId="ADAL" clId="{14321B42-7AF6-4408-AD6A-C182AF1FC3EB}" dt="2024-12-03T09:27:00.638" v="408" actId="20577"/>
          <ac:spMkLst>
            <pc:docMk/>
            <pc:sldMk cId="3507044798" sldId="405"/>
            <ac:spMk id="34819" creationId="{453C7683-8588-7ABC-32E0-8A4E68218620}"/>
          </ac:spMkLst>
        </pc:spChg>
        <pc:picChg chg="mod">
          <ac:chgData name="Paul Winser" userId="c3146a91-e6bd-4264-bd86-e164e04bc32d" providerId="ADAL" clId="{14321B42-7AF6-4408-AD6A-C182AF1FC3EB}" dt="2024-12-03T09:26:53.981" v="401" actId="1076"/>
          <ac:picMkLst>
            <pc:docMk/>
            <pc:sldMk cId="3507044798" sldId="405"/>
            <ac:picMk id="8194" creationId="{00000000-0000-0000-0000-000000000000}"/>
          </ac:picMkLst>
        </pc:picChg>
      </pc:sldChg>
      <pc:sldChg chg="modSp mod">
        <pc:chgData name="Paul Winser" userId="c3146a91-e6bd-4264-bd86-e164e04bc32d" providerId="ADAL" clId="{14321B42-7AF6-4408-AD6A-C182AF1FC3EB}" dt="2024-12-03T09:27:39.887" v="442" actId="14100"/>
        <pc:sldMkLst>
          <pc:docMk/>
          <pc:sldMk cId="3748439447" sldId="406"/>
        </pc:sldMkLst>
        <pc:spChg chg="mod">
          <ac:chgData name="Paul Winser" userId="c3146a91-e6bd-4264-bd86-e164e04bc32d" providerId="ADAL" clId="{14321B42-7AF6-4408-AD6A-C182AF1FC3EB}" dt="2024-12-03T09:27:39.887" v="442" actId="14100"/>
          <ac:spMkLst>
            <pc:docMk/>
            <pc:sldMk cId="3748439447" sldId="406"/>
            <ac:spMk id="34819" creationId="{453C7683-8588-7ABC-32E0-8A4E68218620}"/>
          </ac:spMkLst>
        </pc:spChg>
      </pc:sldChg>
      <pc:sldChg chg="modSp mod">
        <pc:chgData name="Paul Winser" userId="c3146a91-e6bd-4264-bd86-e164e04bc32d" providerId="ADAL" clId="{14321B42-7AF6-4408-AD6A-C182AF1FC3EB}" dt="2024-12-03T09:28:10.440" v="466" actId="14100"/>
        <pc:sldMkLst>
          <pc:docMk/>
          <pc:sldMk cId="88994537" sldId="407"/>
        </pc:sldMkLst>
        <pc:spChg chg="mod">
          <ac:chgData name="Paul Winser" userId="c3146a91-e6bd-4264-bd86-e164e04bc32d" providerId="ADAL" clId="{14321B42-7AF6-4408-AD6A-C182AF1FC3EB}" dt="2024-12-03T09:28:10.440" v="466" actId="14100"/>
          <ac:spMkLst>
            <pc:docMk/>
            <pc:sldMk cId="88994537" sldId="407"/>
            <ac:spMk id="34819" creationId="{453C7683-8588-7ABC-32E0-8A4E68218620}"/>
          </ac:spMkLst>
        </pc:spChg>
        <pc:picChg chg="mod">
          <ac:chgData name="Paul Winser" userId="c3146a91-e6bd-4264-bd86-e164e04bc32d" providerId="ADAL" clId="{14321B42-7AF6-4408-AD6A-C182AF1FC3EB}" dt="2024-12-03T09:27:46.277" v="444" actId="1076"/>
          <ac:picMkLst>
            <pc:docMk/>
            <pc:sldMk cId="88994537" sldId="407"/>
            <ac:picMk id="9218" creationId="{00000000-0000-0000-0000-000000000000}"/>
          </ac:picMkLst>
        </pc:picChg>
      </pc:sldChg>
      <pc:sldChg chg="modSp mod">
        <pc:chgData name="Paul Winser" userId="c3146a91-e6bd-4264-bd86-e164e04bc32d" providerId="ADAL" clId="{14321B42-7AF6-4408-AD6A-C182AF1FC3EB}" dt="2024-12-03T09:28:35.591" v="490" actId="207"/>
        <pc:sldMkLst>
          <pc:docMk/>
          <pc:sldMk cId="1340655987" sldId="408"/>
        </pc:sldMkLst>
        <pc:spChg chg="mod">
          <ac:chgData name="Paul Winser" userId="c3146a91-e6bd-4264-bd86-e164e04bc32d" providerId="ADAL" clId="{14321B42-7AF6-4408-AD6A-C182AF1FC3EB}" dt="2024-12-03T09:28:35.591" v="490" actId="207"/>
          <ac:spMkLst>
            <pc:docMk/>
            <pc:sldMk cId="1340655987" sldId="408"/>
            <ac:spMk id="34819" creationId="{453C7683-8588-7ABC-32E0-8A4E68218620}"/>
          </ac:spMkLst>
        </pc:spChg>
      </pc:sldChg>
      <pc:sldChg chg="modSp mod">
        <pc:chgData name="Paul Winser" userId="c3146a91-e6bd-4264-bd86-e164e04bc32d" providerId="ADAL" clId="{14321B42-7AF6-4408-AD6A-C182AF1FC3EB}" dt="2024-12-03T09:29:49.341" v="553" actId="14100"/>
        <pc:sldMkLst>
          <pc:docMk/>
          <pc:sldMk cId="3608508552" sldId="409"/>
        </pc:sldMkLst>
        <pc:spChg chg="mod">
          <ac:chgData name="Paul Winser" userId="c3146a91-e6bd-4264-bd86-e164e04bc32d" providerId="ADAL" clId="{14321B42-7AF6-4408-AD6A-C182AF1FC3EB}" dt="2024-12-03T09:29:49.341" v="553" actId="14100"/>
          <ac:spMkLst>
            <pc:docMk/>
            <pc:sldMk cId="3608508552" sldId="409"/>
            <ac:spMk id="34819" creationId="{453C7683-8588-7ABC-32E0-8A4E68218620}"/>
          </ac:spMkLst>
        </pc:spChg>
      </pc:sldChg>
      <pc:sldChg chg="modSp mod">
        <pc:chgData name="Paul Winser" userId="c3146a91-e6bd-4264-bd86-e164e04bc32d" providerId="ADAL" clId="{14321B42-7AF6-4408-AD6A-C182AF1FC3EB}" dt="2024-12-03T09:30:20.484" v="574" actId="1076"/>
        <pc:sldMkLst>
          <pc:docMk/>
          <pc:sldMk cId="1063553662" sldId="410"/>
        </pc:sldMkLst>
        <pc:spChg chg="mod">
          <ac:chgData name="Paul Winser" userId="c3146a91-e6bd-4264-bd86-e164e04bc32d" providerId="ADAL" clId="{14321B42-7AF6-4408-AD6A-C182AF1FC3EB}" dt="2024-12-03T09:29:59.397" v="556" actId="1076"/>
          <ac:spMkLst>
            <pc:docMk/>
            <pc:sldMk cId="1063553662" sldId="410"/>
            <ac:spMk id="2" creationId="{00000000-0000-0000-0000-000000000000}"/>
          </ac:spMkLst>
        </pc:spChg>
        <pc:spChg chg="mod">
          <ac:chgData name="Paul Winser" userId="c3146a91-e6bd-4264-bd86-e164e04bc32d" providerId="ADAL" clId="{14321B42-7AF6-4408-AD6A-C182AF1FC3EB}" dt="2024-12-03T09:30:19.202" v="573" actId="207"/>
          <ac:spMkLst>
            <pc:docMk/>
            <pc:sldMk cId="1063553662" sldId="410"/>
            <ac:spMk id="34819" creationId="{453C7683-8588-7ABC-32E0-8A4E68218620}"/>
          </ac:spMkLst>
        </pc:spChg>
        <pc:picChg chg="mod">
          <ac:chgData name="Paul Winser" userId="c3146a91-e6bd-4264-bd86-e164e04bc32d" providerId="ADAL" clId="{14321B42-7AF6-4408-AD6A-C182AF1FC3EB}" dt="2024-12-03T09:30:20.484" v="574" actId="1076"/>
          <ac:picMkLst>
            <pc:docMk/>
            <pc:sldMk cId="1063553662" sldId="410"/>
            <ac:picMk id="13314" creationId="{00000000-0000-0000-0000-000000000000}"/>
          </ac:picMkLst>
        </pc:picChg>
      </pc:sldChg>
      <pc:sldChg chg="modSp mod">
        <pc:chgData name="Paul Winser" userId="c3146a91-e6bd-4264-bd86-e164e04bc32d" providerId="ADAL" clId="{14321B42-7AF6-4408-AD6A-C182AF1FC3EB}" dt="2024-12-03T09:30:59.257" v="604" actId="20577"/>
        <pc:sldMkLst>
          <pc:docMk/>
          <pc:sldMk cId="3562698514" sldId="411"/>
        </pc:sldMkLst>
        <pc:spChg chg="mod">
          <ac:chgData name="Paul Winser" userId="c3146a91-e6bd-4264-bd86-e164e04bc32d" providerId="ADAL" clId="{14321B42-7AF6-4408-AD6A-C182AF1FC3EB}" dt="2024-12-03T09:30:59.257" v="604" actId="20577"/>
          <ac:spMkLst>
            <pc:docMk/>
            <pc:sldMk cId="3562698514" sldId="411"/>
            <ac:spMk id="34819" creationId="{453C7683-8588-7ABC-32E0-8A4E68218620}"/>
          </ac:spMkLst>
        </pc:spChg>
      </pc:sldChg>
      <pc:sldChg chg="modSp mod">
        <pc:chgData name="Paul Winser" userId="c3146a91-e6bd-4264-bd86-e164e04bc32d" providerId="ADAL" clId="{14321B42-7AF6-4408-AD6A-C182AF1FC3EB}" dt="2024-12-03T09:31:41.405" v="633" actId="14100"/>
        <pc:sldMkLst>
          <pc:docMk/>
          <pc:sldMk cId="412959884" sldId="412"/>
        </pc:sldMkLst>
        <pc:spChg chg="mod">
          <ac:chgData name="Paul Winser" userId="c3146a91-e6bd-4264-bd86-e164e04bc32d" providerId="ADAL" clId="{14321B42-7AF6-4408-AD6A-C182AF1FC3EB}" dt="2024-12-03T09:31:41.405" v="633" actId="14100"/>
          <ac:spMkLst>
            <pc:docMk/>
            <pc:sldMk cId="412959884" sldId="412"/>
            <ac:spMk id="34819" creationId="{453C7683-8588-7ABC-32E0-8A4E68218620}"/>
          </ac:spMkLst>
        </pc:spChg>
      </pc:sldChg>
      <pc:sldChg chg="modSp mod">
        <pc:chgData name="Paul Winser" userId="c3146a91-e6bd-4264-bd86-e164e04bc32d" providerId="ADAL" clId="{14321B42-7AF6-4408-AD6A-C182AF1FC3EB}" dt="2024-12-03T09:32:12.106" v="659" actId="20577"/>
        <pc:sldMkLst>
          <pc:docMk/>
          <pc:sldMk cId="2355283391" sldId="413"/>
        </pc:sldMkLst>
        <pc:spChg chg="mod">
          <ac:chgData name="Paul Winser" userId="c3146a91-e6bd-4264-bd86-e164e04bc32d" providerId="ADAL" clId="{14321B42-7AF6-4408-AD6A-C182AF1FC3EB}" dt="2024-12-03T09:31:48.700" v="636" actId="1076"/>
          <ac:spMkLst>
            <pc:docMk/>
            <pc:sldMk cId="2355283391" sldId="413"/>
            <ac:spMk id="4" creationId="{00000000-0000-0000-0000-000000000000}"/>
          </ac:spMkLst>
        </pc:spChg>
        <pc:spChg chg="mod">
          <ac:chgData name="Paul Winser" userId="c3146a91-e6bd-4264-bd86-e164e04bc32d" providerId="ADAL" clId="{14321B42-7AF6-4408-AD6A-C182AF1FC3EB}" dt="2024-12-03T09:32:12.106" v="659" actId="20577"/>
          <ac:spMkLst>
            <pc:docMk/>
            <pc:sldMk cId="2355283391" sldId="413"/>
            <ac:spMk id="34819" creationId="{453C7683-8588-7ABC-32E0-8A4E68218620}"/>
          </ac:spMkLst>
        </pc:spChg>
        <pc:picChg chg="mod">
          <ac:chgData name="Paul Winser" userId="c3146a91-e6bd-4264-bd86-e164e04bc32d" providerId="ADAL" clId="{14321B42-7AF6-4408-AD6A-C182AF1FC3EB}" dt="2024-12-03T09:31:53.869" v="639" actId="1076"/>
          <ac:picMkLst>
            <pc:docMk/>
            <pc:sldMk cId="2355283391" sldId="413"/>
            <ac:picMk id="14338" creationId="{00000000-0000-0000-0000-000000000000}"/>
          </ac:picMkLst>
        </pc:picChg>
      </pc:sldChg>
      <pc:sldChg chg="modSp mod">
        <pc:chgData name="Paul Winser" userId="c3146a91-e6bd-4264-bd86-e164e04bc32d" providerId="ADAL" clId="{14321B42-7AF6-4408-AD6A-C182AF1FC3EB}" dt="2024-12-03T09:33:08.554" v="698" actId="1076"/>
        <pc:sldMkLst>
          <pc:docMk/>
          <pc:sldMk cId="1983685896" sldId="414"/>
        </pc:sldMkLst>
        <pc:spChg chg="mod">
          <ac:chgData name="Paul Winser" userId="c3146a91-e6bd-4264-bd86-e164e04bc32d" providerId="ADAL" clId="{14321B42-7AF6-4408-AD6A-C182AF1FC3EB}" dt="2024-12-03T09:33:08.554" v="698" actId="1076"/>
          <ac:spMkLst>
            <pc:docMk/>
            <pc:sldMk cId="1983685896" sldId="414"/>
            <ac:spMk id="34819" creationId="{453C7683-8588-7ABC-32E0-8A4E68218620}"/>
          </ac:spMkLst>
        </pc:spChg>
      </pc:sldChg>
      <pc:sldChg chg="modSp mod">
        <pc:chgData name="Paul Winser" userId="c3146a91-e6bd-4264-bd86-e164e04bc32d" providerId="ADAL" clId="{14321B42-7AF6-4408-AD6A-C182AF1FC3EB}" dt="2024-12-03T09:34:52.412" v="725" actId="1076"/>
        <pc:sldMkLst>
          <pc:docMk/>
          <pc:sldMk cId="4054952331" sldId="415"/>
        </pc:sldMkLst>
        <pc:spChg chg="mod">
          <ac:chgData name="Paul Winser" userId="c3146a91-e6bd-4264-bd86-e164e04bc32d" providerId="ADAL" clId="{14321B42-7AF6-4408-AD6A-C182AF1FC3EB}" dt="2024-12-03T09:34:52.412" v="725" actId="1076"/>
          <ac:spMkLst>
            <pc:docMk/>
            <pc:sldMk cId="4054952331" sldId="415"/>
            <ac:spMk id="5" creationId="{00000000-0000-0000-0000-000000000000}"/>
          </ac:spMkLst>
        </pc:spChg>
        <pc:spChg chg="mod">
          <ac:chgData name="Paul Winser" userId="c3146a91-e6bd-4264-bd86-e164e04bc32d" providerId="ADAL" clId="{14321B42-7AF6-4408-AD6A-C182AF1FC3EB}" dt="2024-12-03T09:34:48.684" v="723" actId="1076"/>
          <ac:spMkLst>
            <pc:docMk/>
            <pc:sldMk cId="4054952331" sldId="415"/>
            <ac:spMk id="34819" creationId="{453C7683-8588-7ABC-32E0-8A4E68218620}"/>
          </ac:spMkLst>
        </pc:spChg>
        <pc:picChg chg="mod">
          <ac:chgData name="Paul Winser" userId="c3146a91-e6bd-4264-bd86-e164e04bc32d" providerId="ADAL" clId="{14321B42-7AF6-4408-AD6A-C182AF1FC3EB}" dt="2024-12-03T09:34:49.852" v="724" actId="1076"/>
          <ac:picMkLst>
            <pc:docMk/>
            <pc:sldMk cId="4054952331" sldId="415"/>
            <ac:picMk id="15362" creationId="{00000000-0000-0000-0000-000000000000}"/>
          </ac:picMkLst>
        </pc:picChg>
      </pc:sldChg>
      <pc:sldChg chg="modSp mod">
        <pc:chgData name="Paul Winser" userId="c3146a91-e6bd-4264-bd86-e164e04bc32d" providerId="ADAL" clId="{14321B42-7AF6-4408-AD6A-C182AF1FC3EB}" dt="2024-12-03T09:35:32.332" v="755" actId="14100"/>
        <pc:sldMkLst>
          <pc:docMk/>
          <pc:sldMk cId="908139288" sldId="416"/>
        </pc:sldMkLst>
        <pc:spChg chg="mod">
          <ac:chgData name="Paul Winser" userId="c3146a91-e6bd-4264-bd86-e164e04bc32d" providerId="ADAL" clId="{14321B42-7AF6-4408-AD6A-C182AF1FC3EB}" dt="2024-12-03T09:35:32.332" v="755" actId="14100"/>
          <ac:spMkLst>
            <pc:docMk/>
            <pc:sldMk cId="908139288" sldId="416"/>
            <ac:spMk id="34819" creationId="{453C7683-8588-7ABC-32E0-8A4E68218620}"/>
          </ac:spMkLst>
        </pc:spChg>
        <pc:picChg chg="mod">
          <ac:chgData name="Paul Winser" userId="c3146a91-e6bd-4264-bd86-e164e04bc32d" providerId="ADAL" clId="{14321B42-7AF6-4408-AD6A-C182AF1FC3EB}" dt="2024-12-03T09:35:13.812" v="747" actId="1076"/>
          <ac:picMkLst>
            <pc:docMk/>
            <pc:sldMk cId="908139288" sldId="416"/>
            <ac:picMk id="16386" creationId="{00000000-0000-0000-0000-000000000000}"/>
          </ac:picMkLst>
        </pc:picChg>
      </pc:sldChg>
      <pc:sldChg chg="modSp mod">
        <pc:chgData name="Paul Winser" userId="c3146a91-e6bd-4264-bd86-e164e04bc32d" providerId="ADAL" clId="{14321B42-7AF6-4408-AD6A-C182AF1FC3EB}" dt="2024-12-03T09:36:06.029" v="785" actId="14100"/>
        <pc:sldMkLst>
          <pc:docMk/>
          <pc:sldMk cId="4251853687" sldId="417"/>
        </pc:sldMkLst>
        <pc:spChg chg="mod">
          <ac:chgData name="Paul Winser" userId="c3146a91-e6bd-4264-bd86-e164e04bc32d" providerId="ADAL" clId="{14321B42-7AF6-4408-AD6A-C182AF1FC3EB}" dt="2024-12-03T09:36:06.029" v="785" actId="14100"/>
          <ac:spMkLst>
            <pc:docMk/>
            <pc:sldMk cId="4251853687" sldId="417"/>
            <ac:spMk id="34819" creationId="{453C7683-8588-7ABC-32E0-8A4E68218620}"/>
          </ac:spMkLst>
        </pc:spChg>
      </pc:sldChg>
      <pc:sldChg chg="modSp mod">
        <pc:chgData name="Paul Winser" userId="c3146a91-e6bd-4264-bd86-e164e04bc32d" providerId="ADAL" clId="{14321B42-7AF6-4408-AD6A-C182AF1FC3EB}" dt="2024-12-03T09:36:27.182" v="802" actId="20577"/>
        <pc:sldMkLst>
          <pc:docMk/>
          <pc:sldMk cId="3664951893" sldId="418"/>
        </pc:sldMkLst>
        <pc:spChg chg="mod">
          <ac:chgData name="Paul Winser" userId="c3146a91-e6bd-4264-bd86-e164e04bc32d" providerId="ADAL" clId="{14321B42-7AF6-4408-AD6A-C182AF1FC3EB}" dt="2024-12-03T09:36:13.274" v="789" actId="1076"/>
          <ac:spMkLst>
            <pc:docMk/>
            <pc:sldMk cId="3664951893" sldId="418"/>
            <ac:spMk id="2" creationId="{00000000-0000-0000-0000-000000000000}"/>
          </ac:spMkLst>
        </pc:spChg>
        <pc:spChg chg="mod">
          <ac:chgData name="Paul Winser" userId="c3146a91-e6bd-4264-bd86-e164e04bc32d" providerId="ADAL" clId="{14321B42-7AF6-4408-AD6A-C182AF1FC3EB}" dt="2024-12-03T09:36:27.182" v="802" actId="20577"/>
          <ac:spMkLst>
            <pc:docMk/>
            <pc:sldMk cId="3664951893" sldId="418"/>
            <ac:spMk id="34819" creationId="{453C7683-8588-7ABC-32E0-8A4E68218620}"/>
          </ac:spMkLst>
        </pc:spChg>
        <pc:picChg chg="mod">
          <ac:chgData name="Paul Winser" userId="c3146a91-e6bd-4264-bd86-e164e04bc32d" providerId="ADAL" clId="{14321B42-7AF6-4408-AD6A-C182AF1FC3EB}" dt="2024-12-03T09:36:10.689" v="788" actId="1076"/>
          <ac:picMkLst>
            <pc:docMk/>
            <pc:sldMk cId="3664951893" sldId="418"/>
            <ac:picMk id="17410" creationId="{00000000-0000-0000-0000-000000000000}"/>
          </ac:picMkLst>
        </pc:picChg>
      </pc:sldChg>
      <pc:sldChg chg="modSp mod">
        <pc:chgData name="Paul Winser" userId="c3146a91-e6bd-4264-bd86-e164e04bc32d" providerId="ADAL" clId="{14321B42-7AF6-4408-AD6A-C182AF1FC3EB}" dt="2024-12-03T09:37:10.953" v="842" actId="1076"/>
        <pc:sldMkLst>
          <pc:docMk/>
          <pc:sldMk cId="3266019513" sldId="419"/>
        </pc:sldMkLst>
        <pc:spChg chg="mod">
          <ac:chgData name="Paul Winser" userId="c3146a91-e6bd-4264-bd86-e164e04bc32d" providerId="ADAL" clId="{14321B42-7AF6-4408-AD6A-C182AF1FC3EB}" dt="2024-12-03T09:37:10.953" v="842" actId="1076"/>
          <ac:spMkLst>
            <pc:docMk/>
            <pc:sldMk cId="3266019513" sldId="419"/>
            <ac:spMk id="34819" creationId="{453C7683-8588-7ABC-32E0-8A4E68218620}"/>
          </ac:spMkLst>
        </pc:spChg>
      </pc:sldChg>
      <pc:sldChg chg="modSp mod">
        <pc:chgData name="Paul Winser" userId="c3146a91-e6bd-4264-bd86-e164e04bc32d" providerId="ADAL" clId="{14321B42-7AF6-4408-AD6A-C182AF1FC3EB}" dt="2024-12-03T09:38:15.584" v="898" actId="207"/>
        <pc:sldMkLst>
          <pc:docMk/>
          <pc:sldMk cId="2438506272" sldId="420"/>
        </pc:sldMkLst>
        <pc:spChg chg="mod">
          <ac:chgData name="Paul Winser" userId="c3146a91-e6bd-4264-bd86-e164e04bc32d" providerId="ADAL" clId="{14321B42-7AF6-4408-AD6A-C182AF1FC3EB}" dt="2024-12-03T09:38:15.584" v="898" actId="207"/>
          <ac:spMkLst>
            <pc:docMk/>
            <pc:sldMk cId="2438506272" sldId="420"/>
            <ac:spMk id="34819" creationId="{453C7683-8588-7ABC-32E0-8A4E68218620}"/>
          </ac:spMkLst>
        </pc:spChg>
      </pc:sldChg>
      <pc:sldChg chg="modSp mod">
        <pc:chgData name="Paul Winser" userId="c3146a91-e6bd-4264-bd86-e164e04bc32d" providerId="ADAL" clId="{14321B42-7AF6-4408-AD6A-C182AF1FC3EB}" dt="2024-12-03T09:38:48.266" v="923" actId="20577"/>
        <pc:sldMkLst>
          <pc:docMk/>
          <pc:sldMk cId="1268378922" sldId="421"/>
        </pc:sldMkLst>
        <pc:spChg chg="mod">
          <ac:chgData name="Paul Winser" userId="c3146a91-e6bd-4264-bd86-e164e04bc32d" providerId="ADAL" clId="{14321B42-7AF6-4408-AD6A-C182AF1FC3EB}" dt="2024-12-03T09:38:27.344" v="903" actId="1076"/>
          <ac:spMkLst>
            <pc:docMk/>
            <pc:sldMk cId="1268378922" sldId="421"/>
            <ac:spMk id="4" creationId="{00000000-0000-0000-0000-000000000000}"/>
          </ac:spMkLst>
        </pc:spChg>
        <pc:spChg chg="mod">
          <ac:chgData name="Paul Winser" userId="c3146a91-e6bd-4264-bd86-e164e04bc32d" providerId="ADAL" clId="{14321B42-7AF6-4408-AD6A-C182AF1FC3EB}" dt="2024-12-03T09:38:48.266" v="923" actId="20577"/>
          <ac:spMkLst>
            <pc:docMk/>
            <pc:sldMk cId="1268378922" sldId="421"/>
            <ac:spMk id="34819" creationId="{453C7683-8588-7ABC-32E0-8A4E68218620}"/>
          </ac:spMkLst>
        </pc:spChg>
        <pc:picChg chg="mod">
          <ac:chgData name="Paul Winser" userId="c3146a91-e6bd-4264-bd86-e164e04bc32d" providerId="ADAL" clId="{14321B42-7AF6-4408-AD6A-C182AF1FC3EB}" dt="2024-12-03T09:38:25.292" v="902" actId="1076"/>
          <ac:picMkLst>
            <pc:docMk/>
            <pc:sldMk cId="1268378922" sldId="421"/>
            <ac:picMk id="19458" creationId="{00000000-0000-0000-0000-000000000000}"/>
          </ac:picMkLst>
        </pc:picChg>
      </pc:sldChg>
      <pc:sldChg chg="modSp mod">
        <pc:chgData name="Paul Winser" userId="c3146a91-e6bd-4264-bd86-e164e04bc32d" providerId="ADAL" clId="{14321B42-7AF6-4408-AD6A-C182AF1FC3EB}" dt="2024-12-03T09:39:21.868" v="954" actId="14100"/>
        <pc:sldMkLst>
          <pc:docMk/>
          <pc:sldMk cId="2484952125" sldId="422"/>
        </pc:sldMkLst>
        <pc:spChg chg="mod">
          <ac:chgData name="Paul Winser" userId="c3146a91-e6bd-4264-bd86-e164e04bc32d" providerId="ADAL" clId="{14321B42-7AF6-4408-AD6A-C182AF1FC3EB}" dt="2024-12-03T09:39:21.868" v="954" actId="14100"/>
          <ac:spMkLst>
            <pc:docMk/>
            <pc:sldMk cId="2484952125" sldId="422"/>
            <ac:spMk id="34819" creationId="{453C7683-8588-7ABC-32E0-8A4E68218620}"/>
          </ac:spMkLst>
        </pc:spChg>
      </pc:sldChg>
      <pc:sldChg chg="modSp mod">
        <pc:chgData name="Paul Winser" userId="c3146a91-e6bd-4264-bd86-e164e04bc32d" providerId="ADAL" clId="{14321B42-7AF6-4408-AD6A-C182AF1FC3EB}" dt="2024-12-03T09:20:10.687" v="57" actId="20577"/>
        <pc:sldMkLst>
          <pc:docMk/>
          <pc:sldMk cId="1938088390" sldId="423"/>
        </pc:sldMkLst>
        <pc:spChg chg="mod">
          <ac:chgData name="Paul Winser" userId="c3146a91-e6bd-4264-bd86-e164e04bc32d" providerId="ADAL" clId="{14321B42-7AF6-4408-AD6A-C182AF1FC3EB}" dt="2024-12-03T09:20:10.687" v="57" actId="20577"/>
          <ac:spMkLst>
            <pc:docMk/>
            <pc:sldMk cId="1938088390" sldId="423"/>
            <ac:spMk id="6" creationId="{190F95DC-F22D-466E-5939-0D7A5F7FE47D}"/>
          </ac:spMkLst>
        </pc:spChg>
      </pc:sldChg>
      <pc:sldChg chg="modSp mod">
        <pc:chgData name="Paul Winser" userId="c3146a91-e6bd-4264-bd86-e164e04bc32d" providerId="ADAL" clId="{14321B42-7AF6-4408-AD6A-C182AF1FC3EB}" dt="2024-12-03T09:21:36.439" v="133" actId="20577"/>
        <pc:sldMkLst>
          <pc:docMk/>
          <pc:sldMk cId="2601411050" sldId="424"/>
        </pc:sldMkLst>
        <pc:spChg chg="mod">
          <ac:chgData name="Paul Winser" userId="c3146a91-e6bd-4264-bd86-e164e04bc32d" providerId="ADAL" clId="{14321B42-7AF6-4408-AD6A-C182AF1FC3EB}" dt="2024-12-03T09:21:36.439" v="133" actId="20577"/>
          <ac:spMkLst>
            <pc:docMk/>
            <pc:sldMk cId="2601411050" sldId="424"/>
            <ac:spMk id="5" creationId="{588A83A9-747D-F8C6-FD7E-6D7753D76A95}"/>
          </ac:spMkLst>
        </pc:spChg>
      </pc:sldChg>
      <pc:sldChg chg="modSp mod">
        <pc:chgData name="Paul Winser" userId="c3146a91-e6bd-4264-bd86-e164e04bc32d" providerId="ADAL" clId="{14321B42-7AF6-4408-AD6A-C182AF1FC3EB}" dt="2024-12-03T09:22:47.319" v="192" actId="20577"/>
        <pc:sldMkLst>
          <pc:docMk/>
          <pc:sldMk cId="4080016350" sldId="425"/>
        </pc:sldMkLst>
        <pc:spChg chg="mod">
          <ac:chgData name="Paul Winser" userId="c3146a91-e6bd-4264-bd86-e164e04bc32d" providerId="ADAL" clId="{14321B42-7AF6-4408-AD6A-C182AF1FC3EB}" dt="2024-12-03T09:22:47.319" v="192" actId="20577"/>
          <ac:spMkLst>
            <pc:docMk/>
            <pc:sldMk cId="4080016350" sldId="425"/>
            <ac:spMk id="5" creationId="{2C64CCC7-4A78-21D8-96E8-3E0440B8D9E2}"/>
          </ac:spMkLst>
        </pc:spChg>
      </pc:sldChg>
      <pc:sldChg chg="modSp mod">
        <pc:chgData name="Paul Winser" userId="c3146a91-e6bd-4264-bd86-e164e04bc32d" providerId="ADAL" clId="{14321B42-7AF6-4408-AD6A-C182AF1FC3EB}" dt="2024-12-03T09:25:04.315" v="313" actId="207"/>
        <pc:sldMkLst>
          <pc:docMk/>
          <pc:sldMk cId="315483168" sldId="426"/>
        </pc:sldMkLst>
        <pc:spChg chg="mod">
          <ac:chgData name="Paul Winser" userId="c3146a91-e6bd-4264-bd86-e164e04bc32d" providerId="ADAL" clId="{14321B42-7AF6-4408-AD6A-C182AF1FC3EB}" dt="2024-12-03T09:25:04.315" v="313" actId="207"/>
          <ac:spMkLst>
            <pc:docMk/>
            <pc:sldMk cId="315483168" sldId="426"/>
            <ac:spMk id="5" creationId="{EFD803EC-163F-4538-ADDB-B4EC744A50EE}"/>
          </ac:spMkLst>
        </pc:spChg>
      </pc:sldChg>
      <pc:sldChg chg="modSp mod">
        <pc:chgData name="Paul Winser" userId="c3146a91-e6bd-4264-bd86-e164e04bc32d" providerId="ADAL" clId="{14321B42-7AF6-4408-AD6A-C182AF1FC3EB}" dt="2024-12-03T09:25:25.419" v="333" actId="20577"/>
        <pc:sldMkLst>
          <pc:docMk/>
          <pc:sldMk cId="4068741913" sldId="427"/>
        </pc:sldMkLst>
        <pc:spChg chg="mod">
          <ac:chgData name="Paul Winser" userId="c3146a91-e6bd-4264-bd86-e164e04bc32d" providerId="ADAL" clId="{14321B42-7AF6-4408-AD6A-C182AF1FC3EB}" dt="2024-12-03T09:25:25.419" v="333" actId="20577"/>
          <ac:spMkLst>
            <pc:docMk/>
            <pc:sldMk cId="4068741913" sldId="427"/>
            <ac:spMk id="5" creationId="{A46E8927-5905-51A9-C38E-1834B28137FF}"/>
          </ac:spMkLst>
        </pc:spChg>
      </pc:sldChg>
      <pc:sldChg chg="modSp mod">
        <pc:chgData name="Paul Winser" userId="c3146a91-e6bd-4264-bd86-e164e04bc32d" providerId="ADAL" clId="{14321B42-7AF6-4408-AD6A-C182AF1FC3EB}" dt="2024-12-03T09:26:38.282" v="394" actId="20577"/>
        <pc:sldMkLst>
          <pc:docMk/>
          <pc:sldMk cId="3526976931" sldId="428"/>
        </pc:sldMkLst>
        <pc:spChg chg="mod">
          <ac:chgData name="Paul Winser" userId="c3146a91-e6bd-4264-bd86-e164e04bc32d" providerId="ADAL" clId="{14321B42-7AF6-4408-AD6A-C182AF1FC3EB}" dt="2024-12-03T09:26:38.282" v="394" actId="20577"/>
          <ac:spMkLst>
            <pc:docMk/>
            <pc:sldMk cId="3526976931" sldId="428"/>
            <ac:spMk id="5" creationId="{97C17453-44CE-A074-2545-4DFF3C15073A}"/>
          </ac:spMkLst>
        </pc:spChg>
      </pc:sldChg>
      <pc:sldChg chg="modSp mod">
        <pc:chgData name="Paul Winser" userId="c3146a91-e6bd-4264-bd86-e164e04bc32d" providerId="ADAL" clId="{14321B42-7AF6-4408-AD6A-C182AF1FC3EB}" dt="2024-12-03T09:27:07.480" v="415" actId="20577"/>
        <pc:sldMkLst>
          <pc:docMk/>
          <pc:sldMk cId="1590258226" sldId="429"/>
        </pc:sldMkLst>
        <pc:spChg chg="mod">
          <ac:chgData name="Paul Winser" userId="c3146a91-e6bd-4264-bd86-e164e04bc32d" providerId="ADAL" clId="{14321B42-7AF6-4408-AD6A-C182AF1FC3EB}" dt="2024-12-03T09:27:07.480" v="415" actId="20577"/>
          <ac:spMkLst>
            <pc:docMk/>
            <pc:sldMk cId="1590258226" sldId="429"/>
            <ac:spMk id="5" creationId="{9915F6D9-1A57-F454-7941-DE4A43665A9A}"/>
          </ac:spMkLst>
        </pc:spChg>
      </pc:sldChg>
      <pc:sldChg chg="modSp mod">
        <pc:chgData name="Paul Winser" userId="c3146a91-e6bd-4264-bd86-e164e04bc32d" providerId="ADAL" clId="{14321B42-7AF6-4408-AD6A-C182AF1FC3EB}" dt="2024-12-03T09:28:46.979" v="499" actId="20577"/>
        <pc:sldMkLst>
          <pc:docMk/>
          <pc:sldMk cId="1247610766" sldId="430"/>
        </pc:sldMkLst>
        <pc:spChg chg="mod">
          <ac:chgData name="Paul Winser" userId="c3146a91-e6bd-4264-bd86-e164e04bc32d" providerId="ADAL" clId="{14321B42-7AF6-4408-AD6A-C182AF1FC3EB}" dt="2024-12-03T09:28:46.979" v="499" actId="20577"/>
          <ac:spMkLst>
            <pc:docMk/>
            <pc:sldMk cId="1247610766" sldId="430"/>
            <ac:spMk id="5" creationId="{B63CE46B-41B7-00F9-629D-B9991F9CCD76}"/>
          </ac:spMkLst>
        </pc:spChg>
      </pc:sldChg>
      <pc:sldChg chg="modSp add mod ord">
        <pc:chgData name="Paul Winser" userId="c3146a91-e6bd-4264-bd86-e164e04bc32d" providerId="ADAL" clId="{14321B42-7AF6-4408-AD6A-C182AF1FC3EB}" dt="2024-12-03T09:19:29.342" v="30"/>
        <pc:sldMkLst>
          <pc:docMk/>
          <pc:sldMk cId="3051006207" sldId="431"/>
        </pc:sldMkLst>
        <pc:spChg chg="mod">
          <ac:chgData name="Paul Winser" userId="c3146a91-e6bd-4264-bd86-e164e04bc32d" providerId="ADAL" clId="{14321B42-7AF6-4408-AD6A-C182AF1FC3EB}" dt="2024-12-03T09:19:02.619" v="17" actId="403"/>
          <ac:spMkLst>
            <pc:docMk/>
            <pc:sldMk cId="3051006207" sldId="431"/>
            <ac:spMk id="30723" creationId="{3C79F714-332C-AB63-03D9-E6D0CAE0623F}"/>
          </ac:spMkLst>
        </pc:spChg>
      </pc:sldChg>
    </pc:docChg>
  </pc:docChgLst>
  <pc:docChgLst>
    <pc:chgData name="Paul Winser" userId="c3146a91-e6bd-4264-bd86-e164e04bc32d" providerId="ADAL" clId="{1C723E01-C7BD-4B3E-A9FD-B2006156115F}"/>
    <pc:docChg chg="custSel addSld modSld">
      <pc:chgData name="Paul Winser" userId="c3146a91-e6bd-4264-bd86-e164e04bc32d" providerId="ADAL" clId="{1C723E01-C7BD-4B3E-A9FD-B2006156115F}" dt="2025-01-23T13:58:55.916" v="114" actId="478"/>
      <pc:docMkLst>
        <pc:docMk/>
      </pc:docMkLst>
      <pc:sldChg chg="addSp modSp mod">
        <pc:chgData name="Paul Winser" userId="c3146a91-e6bd-4264-bd86-e164e04bc32d" providerId="ADAL" clId="{1C723E01-C7BD-4B3E-A9FD-B2006156115F}" dt="2025-01-06T11:50:24.244" v="2" actId="20577"/>
        <pc:sldMkLst>
          <pc:docMk/>
          <pc:sldMk cId="0" sldId="256"/>
        </pc:sldMkLst>
        <pc:spChg chg="add mod">
          <ac:chgData name="Paul Winser" userId="c3146a91-e6bd-4264-bd86-e164e04bc32d" providerId="ADAL" clId="{1C723E01-C7BD-4B3E-A9FD-B2006156115F}" dt="2025-01-06T11:50:24.244" v="2" actId="20577"/>
          <ac:spMkLst>
            <pc:docMk/>
            <pc:sldMk cId="0" sldId="256"/>
            <ac:spMk id="2" creationId="{9E12C4C3-8169-0FC3-FC68-8E1C66386BBD}"/>
          </ac:spMkLst>
        </pc:spChg>
      </pc:sldChg>
      <pc:sldChg chg="addSp modSp">
        <pc:chgData name="Paul Winser" userId="c3146a91-e6bd-4264-bd86-e164e04bc32d" providerId="ADAL" clId="{1C723E01-C7BD-4B3E-A9FD-B2006156115F}" dt="2025-01-06T11:50:32.719" v="4"/>
        <pc:sldMkLst>
          <pc:docMk/>
          <pc:sldMk cId="0" sldId="257"/>
        </pc:sldMkLst>
        <pc:spChg chg="add mod">
          <ac:chgData name="Paul Winser" userId="c3146a91-e6bd-4264-bd86-e164e04bc32d" providerId="ADAL" clId="{1C723E01-C7BD-4B3E-A9FD-B2006156115F}" dt="2025-01-06T11:50:32.719" v="4"/>
          <ac:spMkLst>
            <pc:docMk/>
            <pc:sldMk cId="0" sldId="257"/>
            <ac:spMk id="2" creationId="{A97B587C-F94B-CA63-29EF-09EDA01A6049}"/>
          </ac:spMkLst>
        </pc:spChg>
      </pc:sldChg>
      <pc:sldChg chg="addSp modSp">
        <pc:chgData name="Paul Winser" userId="c3146a91-e6bd-4264-bd86-e164e04bc32d" providerId="ADAL" clId="{1C723E01-C7BD-4B3E-A9FD-B2006156115F}" dt="2025-01-06T11:50:33.864" v="5"/>
        <pc:sldMkLst>
          <pc:docMk/>
          <pc:sldMk cId="0" sldId="258"/>
        </pc:sldMkLst>
        <pc:spChg chg="add mod">
          <ac:chgData name="Paul Winser" userId="c3146a91-e6bd-4264-bd86-e164e04bc32d" providerId="ADAL" clId="{1C723E01-C7BD-4B3E-A9FD-B2006156115F}" dt="2025-01-06T11:50:33.864" v="5"/>
          <ac:spMkLst>
            <pc:docMk/>
            <pc:sldMk cId="0" sldId="258"/>
            <ac:spMk id="2" creationId="{63FE800A-46ED-EAFD-3B7B-E2AF1FD749E9}"/>
          </ac:spMkLst>
        </pc:spChg>
      </pc:sldChg>
      <pc:sldChg chg="addSp modSp">
        <pc:chgData name="Paul Winser" userId="c3146a91-e6bd-4264-bd86-e164e04bc32d" providerId="ADAL" clId="{1C723E01-C7BD-4B3E-A9FD-B2006156115F}" dt="2025-01-06T11:50:35.265" v="6"/>
        <pc:sldMkLst>
          <pc:docMk/>
          <pc:sldMk cId="0" sldId="272"/>
        </pc:sldMkLst>
        <pc:spChg chg="add mod">
          <ac:chgData name="Paul Winser" userId="c3146a91-e6bd-4264-bd86-e164e04bc32d" providerId="ADAL" clId="{1C723E01-C7BD-4B3E-A9FD-B2006156115F}" dt="2025-01-06T11:50:35.265" v="6"/>
          <ac:spMkLst>
            <pc:docMk/>
            <pc:sldMk cId="0" sldId="272"/>
            <ac:spMk id="2" creationId="{A635E325-5ADD-8DC0-9C73-01885ACAC2C4}"/>
          </ac:spMkLst>
        </pc:spChg>
      </pc:sldChg>
      <pc:sldChg chg="addSp modSp">
        <pc:chgData name="Paul Winser" userId="c3146a91-e6bd-4264-bd86-e164e04bc32d" providerId="ADAL" clId="{1C723E01-C7BD-4B3E-A9FD-B2006156115F}" dt="2025-01-06T11:50:51.826" v="18"/>
        <pc:sldMkLst>
          <pc:docMk/>
          <pc:sldMk cId="211838768" sldId="319"/>
        </pc:sldMkLst>
        <pc:spChg chg="add mod">
          <ac:chgData name="Paul Winser" userId="c3146a91-e6bd-4264-bd86-e164e04bc32d" providerId="ADAL" clId="{1C723E01-C7BD-4B3E-A9FD-B2006156115F}" dt="2025-01-06T11:50:51.826" v="18"/>
          <ac:spMkLst>
            <pc:docMk/>
            <pc:sldMk cId="211838768" sldId="319"/>
            <ac:spMk id="2" creationId="{BB49657F-B05F-23CE-00D6-4E298215F2F4}"/>
          </ac:spMkLst>
        </pc:spChg>
      </pc:sldChg>
      <pc:sldChg chg="addSp modSp">
        <pc:chgData name="Paul Winser" userId="c3146a91-e6bd-4264-bd86-e164e04bc32d" providerId="ADAL" clId="{1C723E01-C7BD-4B3E-A9FD-B2006156115F}" dt="2025-01-06T11:50:36.560" v="7"/>
        <pc:sldMkLst>
          <pc:docMk/>
          <pc:sldMk cId="4160411727" sldId="381"/>
        </pc:sldMkLst>
        <pc:spChg chg="add mod">
          <ac:chgData name="Paul Winser" userId="c3146a91-e6bd-4264-bd86-e164e04bc32d" providerId="ADAL" clId="{1C723E01-C7BD-4B3E-A9FD-B2006156115F}" dt="2025-01-06T11:50:36.560" v="7"/>
          <ac:spMkLst>
            <pc:docMk/>
            <pc:sldMk cId="4160411727" sldId="381"/>
            <ac:spMk id="2" creationId="{2855957E-4801-6A7B-A5E3-242C596AF714}"/>
          </ac:spMkLst>
        </pc:spChg>
      </pc:sldChg>
      <pc:sldChg chg="addSp modSp">
        <pc:chgData name="Paul Winser" userId="c3146a91-e6bd-4264-bd86-e164e04bc32d" providerId="ADAL" clId="{1C723E01-C7BD-4B3E-A9FD-B2006156115F}" dt="2025-01-06T11:51:12.429" v="33"/>
        <pc:sldMkLst>
          <pc:docMk/>
          <pc:sldMk cId="2447797040" sldId="382"/>
        </pc:sldMkLst>
        <pc:spChg chg="add mod">
          <ac:chgData name="Paul Winser" userId="c3146a91-e6bd-4264-bd86-e164e04bc32d" providerId="ADAL" clId="{1C723E01-C7BD-4B3E-A9FD-B2006156115F}" dt="2025-01-06T11:51:12.429" v="33"/>
          <ac:spMkLst>
            <pc:docMk/>
            <pc:sldMk cId="2447797040" sldId="382"/>
            <ac:spMk id="2" creationId="{51FAC756-7C0E-7E5E-FB9B-F286CD97EDE0}"/>
          </ac:spMkLst>
        </pc:spChg>
      </pc:sldChg>
      <pc:sldChg chg="addSp modSp">
        <pc:chgData name="Paul Winser" userId="c3146a91-e6bd-4264-bd86-e164e04bc32d" providerId="ADAL" clId="{1C723E01-C7BD-4B3E-A9FD-B2006156115F}" dt="2025-01-06T11:51:31.453" v="46"/>
        <pc:sldMkLst>
          <pc:docMk/>
          <pc:sldMk cId="1318055345" sldId="384"/>
        </pc:sldMkLst>
        <pc:spChg chg="add mod">
          <ac:chgData name="Paul Winser" userId="c3146a91-e6bd-4264-bd86-e164e04bc32d" providerId="ADAL" clId="{1C723E01-C7BD-4B3E-A9FD-B2006156115F}" dt="2025-01-06T11:51:31.453" v="46"/>
          <ac:spMkLst>
            <pc:docMk/>
            <pc:sldMk cId="1318055345" sldId="384"/>
            <ac:spMk id="2" creationId="{061DFF49-91F7-6CDA-855E-A09221304F1E}"/>
          </ac:spMkLst>
        </pc:spChg>
      </pc:sldChg>
      <pc:sldChg chg="addSp delSp modSp mod">
        <pc:chgData name="Paul Winser" userId="c3146a91-e6bd-4264-bd86-e164e04bc32d" providerId="ADAL" clId="{1C723E01-C7BD-4B3E-A9FD-B2006156115F}" dt="2025-01-14T16:31:19.089" v="65" actId="1076"/>
        <pc:sldMkLst>
          <pc:docMk/>
          <pc:sldMk cId="2521575604" sldId="385"/>
        </pc:sldMkLst>
        <pc:spChg chg="add mod">
          <ac:chgData name="Paul Winser" userId="c3146a91-e6bd-4264-bd86-e164e04bc32d" providerId="ADAL" clId="{1C723E01-C7BD-4B3E-A9FD-B2006156115F}" dt="2025-01-06T11:50:53.250" v="19"/>
          <ac:spMkLst>
            <pc:docMk/>
            <pc:sldMk cId="2521575604" sldId="385"/>
            <ac:spMk id="3" creationId="{A16D5FBF-CF84-5F81-0DA5-031AB676DF8B}"/>
          </ac:spMkLst>
        </pc:spChg>
        <pc:picChg chg="add mod">
          <ac:chgData name="Paul Winser" userId="c3146a91-e6bd-4264-bd86-e164e04bc32d" providerId="ADAL" clId="{1C723E01-C7BD-4B3E-A9FD-B2006156115F}" dt="2025-01-14T16:31:19.089" v="65" actId="1076"/>
          <ac:picMkLst>
            <pc:docMk/>
            <pc:sldMk cId="2521575604" sldId="385"/>
            <ac:picMk id="4" creationId="{40B2DBF8-26A7-87BB-07A5-291EC801E791}"/>
          </ac:picMkLst>
        </pc:picChg>
        <pc:picChg chg="del">
          <ac:chgData name="Paul Winser" userId="c3146a91-e6bd-4264-bd86-e164e04bc32d" providerId="ADAL" clId="{1C723E01-C7BD-4B3E-A9FD-B2006156115F}" dt="2025-01-14T16:31:15.776" v="63" actId="478"/>
          <ac:picMkLst>
            <pc:docMk/>
            <pc:sldMk cId="2521575604" sldId="385"/>
            <ac:picMk id="5122" creationId="{00000000-0000-0000-0000-000000000000}"/>
          </ac:picMkLst>
        </pc:picChg>
      </pc:sldChg>
      <pc:sldChg chg="addSp delSp modSp mod">
        <pc:chgData name="Paul Winser" userId="c3146a91-e6bd-4264-bd86-e164e04bc32d" providerId="ADAL" clId="{1C723E01-C7BD-4B3E-A9FD-B2006156115F}" dt="2025-01-14T16:32:08.165" v="80" actId="1076"/>
        <pc:sldMkLst>
          <pc:docMk/>
          <pc:sldMk cId="1810219235" sldId="387"/>
        </pc:sldMkLst>
        <pc:spChg chg="add mod">
          <ac:chgData name="Paul Winser" userId="c3146a91-e6bd-4264-bd86-e164e04bc32d" providerId="ADAL" clId="{1C723E01-C7BD-4B3E-A9FD-B2006156115F}" dt="2025-01-06T11:51:13.648" v="34"/>
          <ac:spMkLst>
            <pc:docMk/>
            <pc:sldMk cId="1810219235" sldId="387"/>
            <ac:spMk id="3" creationId="{D195B585-09BA-EEE6-86C7-5009978493DA}"/>
          </ac:spMkLst>
        </pc:spChg>
        <pc:picChg chg="add mod">
          <ac:chgData name="Paul Winser" userId="c3146a91-e6bd-4264-bd86-e164e04bc32d" providerId="ADAL" clId="{1C723E01-C7BD-4B3E-A9FD-B2006156115F}" dt="2025-01-14T16:32:08.165" v="80" actId="1076"/>
          <ac:picMkLst>
            <pc:docMk/>
            <pc:sldMk cId="1810219235" sldId="387"/>
            <ac:picMk id="4" creationId="{50F5E5EA-B31A-474C-C2BE-DDC64FED7C08}"/>
          </ac:picMkLst>
        </pc:picChg>
        <pc:picChg chg="del">
          <ac:chgData name="Paul Winser" userId="c3146a91-e6bd-4264-bd86-e164e04bc32d" providerId="ADAL" clId="{1C723E01-C7BD-4B3E-A9FD-B2006156115F}" dt="2025-01-14T16:32:05.774" v="78" actId="478"/>
          <ac:picMkLst>
            <pc:docMk/>
            <pc:sldMk cId="1810219235" sldId="387"/>
            <ac:picMk id="12290" creationId="{00000000-0000-0000-0000-000000000000}"/>
          </ac:picMkLst>
        </pc:picChg>
      </pc:sldChg>
      <pc:sldChg chg="addSp delSp modSp mod">
        <pc:chgData name="Paul Winser" userId="c3146a91-e6bd-4264-bd86-e164e04bc32d" providerId="ADAL" clId="{1C723E01-C7BD-4B3E-A9FD-B2006156115F}" dt="2025-01-14T16:33:12.569" v="106" actId="1076"/>
        <pc:sldMkLst>
          <pc:docMk/>
          <pc:sldMk cId="3203647921" sldId="388"/>
        </pc:sldMkLst>
        <pc:spChg chg="add mod">
          <ac:chgData name="Paul Winser" userId="c3146a91-e6bd-4264-bd86-e164e04bc32d" providerId="ADAL" clId="{1C723E01-C7BD-4B3E-A9FD-B2006156115F}" dt="2025-01-06T11:51:32.546" v="47"/>
          <ac:spMkLst>
            <pc:docMk/>
            <pc:sldMk cId="3203647921" sldId="388"/>
            <ac:spMk id="3" creationId="{1CFCA233-76DC-120E-22A2-71A5F3B8CFFB}"/>
          </ac:spMkLst>
        </pc:spChg>
        <pc:picChg chg="add mod">
          <ac:chgData name="Paul Winser" userId="c3146a91-e6bd-4264-bd86-e164e04bc32d" providerId="ADAL" clId="{1C723E01-C7BD-4B3E-A9FD-B2006156115F}" dt="2025-01-14T16:33:12.569" v="106" actId="1076"/>
          <ac:picMkLst>
            <pc:docMk/>
            <pc:sldMk cId="3203647921" sldId="388"/>
            <ac:picMk id="4" creationId="{46EDB93E-7943-FBEB-6F68-A01719780895}"/>
          </ac:picMkLst>
        </pc:picChg>
        <pc:picChg chg="del">
          <ac:chgData name="Paul Winser" userId="c3146a91-e6bd-4264-bd86-e164e04bc32d" providerId="ADAL" clId="{1C723E01-C7BD-4B3E-A9FD-B2006156115F}" dt="2025-01-14T16:33:08.016" v="102" actId="478"/>
          <ac:picMkLst>
            <pc:docMk/>
            <pc:sldMk cId="3203647921" sldId="388"/>
            <ac:picMk id="18434" creationId="{00000000-0000-0000-0000-000000000000}"/>
          </ac:picMkLst>
        </pc:picChg>
      </pc:sldChg>
      <pc:sldChg chg="addSp delSp modSp mod">
        <pc:chgData name="Paul Winser" userId="c3146a91-e6bd-4264-bd86-e164e04bc32d" providerId="ADAL" clId="{1C723E01-C7BD-4B3E-A9FD-B2006156115F}" dt="2025-01-14T16:30:39.716" v="53" actId="1076"/>
        <pc:sldMkLst>
          <pc:docMk/>
          <pc:sldMk cId="1993633252" sldId="390"/>
        </pc:sldMkLst>
        <pc:spChg chg="add mod">
          <ac:chgData name="Paul Winser" userId="c3146a91-e6bd-4264-bd86-e164e04bc32d" providerId="ADAL" clId="{1C723E01-C7BD-4B3E-A9FD-B2006156115F}" dt="2025-01-06T11:50:39.245" v="9"/>
          <ac:spMkLst>
            <pc:docMk/>
            <pc:sldMk cId="1993633252" sldId="390"/>
            <ac:spMk id="3" creationId="{086FBE6F-AEB9-E97C-CD84-C2E64EE0A368}"/>
          </ac:spMkLst>
        </pc:spChg>
        <pc:picChg chg="add mod">
          <ac:chgData name="Paul Winser" userId="c3146a91-e6bd-4264-bd86-e164e04bc32d" providerId="ADAL" clId="{1C723E01-C7BD-4B3E-A9FD-B2006156115F}" dt="2025-01-14T16:30:39.716" v="53" actId="1076"/>
          <ac:picMkLst>
            <pc:docMk/>
            <pc:sldMk cId="1993633252" sldId="390"/>
            <ac:picMk id="4" creationId="{D3EFCE62-67BA-BA80-661C-A24B001A0BAC}"/>
          </ac:picMkLst>
        </pc:picChg>
        <pc:picChg chg="del">
          <ac:chgData name="Paul Winser" userId="c3146a91-e6bd-4264-bd86-e164e04bc32d" providerId="ADAL" clId="{1C723E01-C7BD-4B3E-A9FD-B2006156115F}" dt="2025-01-14T16:30:35.272" v="51" actId="478"/>
          <ac:picMkLst>
            <pc:docMk/>
            <pc:sldMk cId="1993633252" sldId="390"/>
            <ac:picMk id="1026" creationId="{00000000-0000-0000-0000-000000000000}"/>
          </ac:picMkLst>
        </pc:picChg>
      </pc:sldChg>
      <pc:sldChg chg="addSp modSp">
        <pc:chgData name="Paul Winser" userId="c3146a91-e6bd-4264-bd86-e164e04bc32d" providerId="ADAL" clId="{1C723E01-C7BD-4B3E-A9FD-B2006156115F}" dt="2025-01-06T11:50:40.644" v="10"/>
        <pc:sldMkLst>
          <pc:docMk/>
          <pc:sldMk cId="3905947884" sldId="391"/>
        </pc:sldMkLst>
        <pc:spChg chg="add mod">
          <ac:chgData name="Paul Winser" userId="c3146a91-e6bd-4264-bd86-e164e04bc32d" providerId="ADAL" clId="{1C723E01-C7BD-4B3E-A9FD-B2006156115F}" dt="2025-01-06T11:50:40.644" v="10"/>
          <ac:spMkLst>
            <pc:docMk/>
            <pc:sldMk cId="3905947884" sldId="391"/>
            <ac:spMk id="4" creationId="{A4D174CA-8CA1-CF97-6563-1AB6C937328E}"/>
          </ac:spMkLst>
        </pc:spChg>
      </pc:sldChg>
      <pc:sldChg chg="addSp modSp">
        <pc:chgData name="Paul Winser" userId="c3146a91-e6bd-4264-bd86-e164e04bc32d" providerId="ADAL" clId="{1C723E01-C7BD-4B3E-A9FD-B2006156115F}" dt="2025-01-06T11:50:41.777" v="11"/>
        <pc:sldMkLst>
          <pc:docMk/>
          <pc:sldMk cId="887341592" sldId="392"/>
        </pc:sldMkLst>
        <pc:spChg chg="add mod">
          <ac:chgData name="Paul Winser" userId="c3146a91-e6bd-4264-bd86-e164e04bc32d" providerId="ADAL" clId="{1C723E01-C7BD-4B3E-A9FD-B2006156115F}" dt="2025-01-06T11:50:41.777" v="11"/>
          <ac:spMkLst>
            <pc:docMk/>
            <pc:sldMk cId="887341592" sldId="392"/>
            <ac:spMk id="2" creationId="{179615EA-ABB3-CA7B-21A2-3A3A7173A2C8}"/>
          </ac:spMkLst>
        </pc:spChg>
      </pc:sldChg>
      <pc:sldChg chg="addSp delSp modSp mod">
        <pc:chgData name="Paul Winser" userId="c3146a91-e6bd-4264-bd86-e164e04bc32d" providerId="ADAL" clId="{1C723E01-C7BD-4B3E-A9FD-B2006156115F}" dt="2025-01-14T16:30:49.177" v="56" actId="1076"/>
        <pc:sldMkLst>
          <pc:docMk/>
          <pc:sldMk cId="2037305972" sldId="394"/>
        </pc:sldMkLst>
        <pc:spChg chg="add mod">
          <ac:chgData name="Paul Winser" userId="c3146a91-e6bd-4264-bd86-e164e04bc32d" providerId="ADAL" clId="{1C723E01-C7BD-4B3E-A9FD-B2006156115F}" dt="2025-01-06T11:50:44.467" v="13"/>
          <ac:spMkLst>
            <pc:docMk/>
            <pc:sldMk cId="2037305972" sldId="394"/>
            <ac:spMk id="2" creationId="{908CCB64-5729-5760-4778-721C314FFC9F}"/>
          </ac:spMkLst>
        </pc:spChg>
        <pc:picChg chg="add mod">
          <ac:chgData name="Paul Winser" userId="c3146a91-e6bd-4264-bd86-e164e04bc32d" providerId="ADAL" clId="{1C723E01-C7BD-4B3E-A9FD-B2006156115F}" dt="2025-01-14T16:30:49.177" v="56" actId="1076"/>
          <ac:picMkLst>
            <pc:docMk/>
            <pc:sldMk cId="2037305972" sldId="394"/>
            <ac:picMk id="3" creationId="{425DD4B8-883F-42BD-F2AD-F59B6942F70A}"/>
          </ac:picMkLst>
        </pc:picChg>
        <pc:picChg chg="del">
          <ac:chgData name="Paul Winser" userId="c3146a91-e6bd-4264-bd86-e164e04bc32d" providerId="ADAL" clId="{1C723E01-C7BD-4B3E-A9FD-B2006156115F}" dt="2025-01-14T16:30:46.408" v="54" actId="478"/>
          <ac:picMkLst>
            <pc:docMk/>
            <pc:sldMk cId="2037305972" sldId="394"/>
            <ac:picMk id="2050" creationId="{00000000-0000-0000-0000-000000000000}"/>
          </ac:picMkLst>
        </pc:picChg>
      </pc:sldChg>
      <pc:sldChg chg="addSp delSp modSp mod">
        <pc:chgData name="Paul Winser" userId="c3146a91-e6bd-4264-bd86-e164e04bc32d" providerId="ADAL" clId="{1C723E01-C7BD-4B3E-A9FD-B2006156115F}" dt="2025-01-14T16:30:59.763" v="59" actId="1076"/>
        <pc:sldMkLst>
          <pc:docMk/>
          <pc:sldMk cId="1927784465" sldId="395"/>
        </pc:sldMkLst>
        <pc:spChg chg="add mod">
          <ac:chgData name="Paul Winser" userId="c3146a91-e6bd-4264-bd86-e164e04bc32d" providerId="ADAL" clId="{1C723E01-C7BD-4B3E-A9FD-B2006156115F}" dt="2025-01-06T11:50:45.809" v="14"/>
          <ac:spMkLst>
            <pc:docMk/>
            <pc:sldMk cId="1927784465" sldId="395"/>
            <ac:spMk id="3" creationId="{4621A4F8-29BD-CE9A-B5FD-6B3F4D3F8AFE}"/>
          </ac:spMkLst>
        </pc:spChg>
        <pc:picChg chg="del">
          <ac:chgData name="Paul Winser" userId="c3146a91-e6bd-4264-bd86-e164e04bc32d" providerId="ADAL" clId="{1C723E01-C7BD-4B3E-A9FD-B2006156115F}" dt="2025-01-14T16:30:56.077" v="57" actId="478"/>
          <ac:picMkLst>
            <pc:docMk/>
            <pc:sldMk cId="1927784465" sldId="395"/>
            <ac:picMk id="4" creationId="{00000000-0000-0000-0000-000000000000}"/>
          </ac:picMkLst>
        </pc:picChg>
        <pc:picChg chg="add mod">
          <ac:chgData name="Paul Winser" userId="c3146a91-e6bd-4264-bd86-e164e04bc32d" providerId="ADAL" clId="{1C723E01-C7BD-4B3E-A9FD-B2006156115F}" dt="2025-01-14T16:30:59.763" v="59" actId="1076"/>
          <ac:picMkLst>
            <pc:docMk/>
            <pc:sldMk cId="1927784465" sldId="395"/>
            <ac:picMk id="6" creationId="{E9A6C7A8-EB04-8AAC-717D-67BD9ED41C6A}"/>
          </ac:picMkLst>
        </pc:picChg>
      </pc:sldChg>
      <pc:sldChg chg="addSp delSp modSp mod">
        <pc:chgData name="Paul Winser" userId="c3146a91-e6bd-4264-bd86-e164e04bc32d" providerId="ADAL" clId="{1C723E01-C7BD-4B3E-A9FD-B2006156115F}" dt="2025-01-14T16:31:08.777" v="62" actId="1076"/>
        <pc:sldMkLst>
          <pc:docMk/>
          <pc:sldMk cId="2413581048" sldId="397"/>
        </pc:sldMkLst>
        <pc:spChg chg="add mod">
          <ac:chgData name="Paul Winser" userId="c3146a91-e6bd-4264-bd86-e164e04bc32d" providerId="ADAL" clId="{1C723E01-C7BD-4B3E-A9FD-B2006156115F}" dt="2025-01-06T11:50:48.899" v="16"/>
          <ac:spMkLst>
            <pc:docMk/>
            <pc:sldMk cId="2413581048" sldId="397"/>
            <ac:spMk id="2" creationId="{09E9802B-ED21-8387-C2B9-DEDDD44ED666}"/>
          </ac:spMkLst>
        </pc:spChg>
        <pc:picChg chg="add mod">
          <ac:chgData name="Paul Winser" userId="c3146a91-e6bd-4264-bd86-e164e04bc32d" providerId="ADAL" clId="{1C723E01-C7BD-4B3E-A9FD-B2006156115F}" dt="2025-01-14T16:31:08.777" v="62" actId="1076"/>
          <ac:picMkLst>
            <pc:docMk/>
            <pc:sldMk cId="2413581048" sldId="397"/>
            <ac:picMk id="3" creationId="{23FE6218-4A14-3E57-0400-C9CE422AAE0A}"/>
          </ac:picMkLst>
        </pc:picChg>
        <pc:picChg chg="del">
          <ac:chgData name="Paul Winser" userId="c3146a91-e6bd-4264-bd86-e164e04bc32d" providerId="ADAL" clId="{1C723E01-C7BD-4B3E-A9FD-B2006156115F}" dt="2025-01-14T16:31:06.139" v="60" actId="478"/>
          <ac:picMkLst>
            <pc:docMk/>
            <pc:sldMk cId="2413581048" sldId="397"/>
            <ac:picMk id="4098" creationId="{00000000-0000-0000-0000-000000000000}"/>
          </ac:picMkLst>
        </pc:picChg>
      </pc:sldChg>
      <pc:sldChg chg="addSp modSp">
        <pc:chgData name="Paul Winser" userId="c3146a91-e6bd-4264-bd86-e164e04bc32d" providerId="ADAL" clId="{1C723E01-C7BD-4B3E-A9FD-B2006156115F}" dt="2025-01-06T11:50:50.354" v="17"/>
        <pc:sldMkLst>
          <pc:docMk/>
          <pc:sldMk cId="619080854" sldId="398"/>
        </pc:sldMkLst>
        <pc:spChg chg="add mod">
          <ac:chgData name="Paul Winser" userId="c3146a91-e6bd-4264-bd86-e164e04bc32d" providerId="ADAL" clId="{1C723E01-C7BD-4B3E-A9FD-B2006156115F}" dt="2025-01-06T11:50:50.354" v="17"/>
          <ac:spMkLst>
            <pc:docMk/>
            <pc:sldMk cId="619080854" sldId="398"/>
            <ac:spMk id="2" creationId="{428C446F-37C9-C2A2-27BA-DA7B02CD20BA}"/>
          </ac:spMkLst>
        </pc:spChg>
      </pc:sldChg>
      <pc:sldChg chg="addSp modSp">
        <pc:chgData name="Paul Winser" userId="c3146a91-e6bd-4264-bd86-e164e04bc32d" providerId="ADAL" clId="{1C723E01-C7BD-4B3E-A9FD-B2006156115F}" dt="2025-01-06T11:50:54.795" v="20"/>
        <pc:sldMkLst>
          <pc:docMk/>
          <pc:sldMk cId="3604430887" sldId="399"/>
        </pc:sldMkLst>
        <pc:spChg chg="add mod">
          <ac:chgData name="Paul Winser" userId="c3146a91-e6bd-4264-bd86-e164e04bc32d" providerId="ADAL" clId="{1C723E01-C7BD-4B3E-A9FD-B2006156115F}" dt="2025-01-06T11:50:54.795" v="20"/>
          <ac:spMkLst>
            <pc:docMk/>
            <pc:sldMk cId="3604430887" sldId="399"/>
            <ac:spMk id="3" creationId="{74BFBCA2-4E5F-FC6B-0E5D-1CA80BA87DE6}"/>
          </ac:spMkLst>
        </pc:spChg>
      </pc:sldChg>
      <pc:sldChg chg="addSp delSp modSp mod">
        <pc:chgData name="Paul Winser" userId="c3146a91-e6bd-4264-bd86-e164e04bc32d" providerId="ADAL" clId="{1C723E01-C7BD-4B3E-A9FD-B2006156115F}" dt="2025-01-14T16:31:28.352" v="68" actId="1076"/>
        <pc:sldMkLst>
          <pc:docMk/>
          <pc:sldMk cId="1101093980" sldId="401"/>
        </pc:sldMkLst>
        <pc:spChg chg="add mod">
          <ac:chgData name="Paul Winser" userId="c3146a91-e6bd-4264-bd86-e164e04bc32d" providerId="ADAL" clId="{1C723E01-C7BD-4B3E-A9FD-B2006156115F}" dt="2025-01-06T11:50:57.548" v="22"/>
          <ac:spMkLst>
            <pc:docMk/>
            <pc:sldMk cId="1101093980" sldId="401"/>
            <ac:spMk id="2" creationId="{926B1161-CDE3-2971-E1FB-CEA5B0E76A1B}"/>
          </ac:spMkLst>
        </pc:spChg>
        <pc:picChg chg="add mod">
          <ac:chgData name="Paul Winser" userId="c3146a91-e6bd-4264-bd86-e164e04bc32d" providerId="ADAL" clId="{1C723E01-C7BD-4B3E-A9FD-B2006156115F}" dt="2025-01-14T16:31:28.352" v="68" actId="1076"/>
          <ac:picMkLst>
            <pc:docMk/>
            <pc:sldMk cId="1101093980" sldId="401"/>
            <ac:picMk id="3" creationId="{744CB9AE-E81B-1F1E-2E94-8B3D975604A4}"/>
          </ac:picMkLst>
        </pc:picChg>
        <pc:picChg chg="del">
          <ac:chgData name="Paul Winser" userId="c3146a91-e6bd-4264-bd86-e164e04bc32d" providerId="ADAL" clId="{1C723E01-C7BD-4B3E-A9FD-B2006156115F}" dt="2025-01-14T16:31:26.114" v="66" actId="478"/>
          <ac:picMkLst>
            <pc:docMk/>
            <pc:sldMk cId="1101093980" sldId="401"/>
            <ac:picMk id="5" creationId="{00000000-0000-0000-0000-000000000000}"/>
          </ac:picMkLst>
        </pc:picChg>
      </pc:sldChg>
      <pc:sldChg chg="addSp delSp modSp mod">
        <pc:chgData name="Paul Winser" userId="c3146a91-e6bd-4264-bd86-e164e04bc32d" providerId="ADAL" clId="{1C723E01-C7BD-4B3E-A9FD-B2006156115F}" dt="2025-01-14T16:31:38.249" v="71" actId="1076"/>
        <pc:sldMkLst>
          <pc:docMk/>
          <pc:sldMk cId="624163922" sldId="402"/>
        </pc:sldMkLst>
        <pc:spChg chg="add mod">
          <ac:chgData name="Paul Winser" userId="c3146a91-e6bd-4264-bd86-e164e04bc32d" providerId="ADAL" clId="{1C723E01-C7BD-4B3E-A9FD-B2006156115F}" dt="2025-01-06T11:51:00.358" v="24"/>
          <ac:spMkLst>
            <pc:docMk/>
            <pc:sldMk cId="624163922" sldId="402"/>
            <ac:spMk id="3" creationId="{A7382769-9D29-5B0A-A4B3-940C02E5D385}"/>
          </ac:spMkLst>
        </pc:spChg>
        <pc:picChg chg="add mod">
          <ac:chgData name="Paul Winser" userId="c3146a91-e6bd-4264-bd86-e164e04bc32d" providerId="ADAL" clId="{1C723E01-C7BD-4B3E-A9FD-B2006156115F}" dt="2025-01-14T16:31:38.249" v="71" actId="1076"/>
          <ac:picMkLst>
            <pc:docMk/>
            <pc:sldMk cId="624163922" sldId="402"/>
            <ac:picMk id="4" creationId="{84B84677-A26A-5E82-4FFE-3AD4604CDDBA}"/>
          </ac:picMkLst>
        </pc:picChg>
        <pc:picChg chg="del">
          <ac:chgData name="Paul Winser" userId="c3146a91-e6bd-4264-bd86-e164e04bc32d" providerId="ADAL" clId="{1C723E01-C7BD-4B3E-A9FD-B2006156115F}" dt="2025-01-14T16:31:34.752" v="69" actId="478"/>
          <ac:picMkLst>
            <pc:docMk/>
            <pc:sldMk cId="624163922" sldId="402"/>
            <ac:picMk id="7170" creationId="{00000000-0000-0000-0000-000000000000}"/>
          </ac:picMkLst>
        </pc:picChg>
      </pc:sldChg>
      <pc:sldChg chg="addSp modSp">
        <pc:chgData name="Paul Winser" userId="c3146a91-e6bd-4264-bd86-e164e04bc32d" providerId="ADAL" clId="{1C723E01-C7BD-4B3E-A9FD-B2006156115F}" dt="2025-01-06T11:51:02.204" v="25"/>
        <pc:sldMkLst>
          <pc:docMk/>
          <pc:sldMk cId="1428399781" sldId="403"/>
        </pc:sldMkLst>
        <pc:spChg chg="add mod">
          <ac:chgData name="Paul Winser" userId="c3146a91-e6bd-4264-bd86-e164e04bc32d" providerId="ADAL" clId="{1C723E01-C7BD-4B3E-A9FD-B2006156115F}" dt="2025-01-06T11:51:02.204" v="25"/>
          <ac:spMkLst>
            <pc:docMk/>
            <pc:sldMk cId="1428399781" sldId="403"/>
            <ac:spMk id="3" creationId="{354959C7-30AB-2C06-1FEA-E04B405CC20D}"/>
          </ac:spMkLst>
        </pc:spChg>
      </pc:sldChg>
      <pc:sldChg chg="addSp delSp modSp mod">
        <pc:chgData name="Paul Winser" userId="c3146a91-e6bd-4264-bd86-e164e04bc32d" providerId="ADAL" clId="{1C723E01-C7BD-4B3E-A9FD-B2006156115F}" dt="2025-01-14T16:31:47.120" v="74" actId="1076"/>
        <pc:sldMkLst>
          <pc:docMk/>
          <pc:sldMk cId="3507044798" sldId="405"/>
        </pc:sldMkLst>
        <pc:spChg chg="add mod">
          <ac:chgData name="Paul Winser" userId="c3146a91-e6bd-4264-bd86-e164e04bc32d" providerId="ADAL" clId="{1C723E01-C7BD-4B3E-A9FD-B2006156115F}" dt="2025-01-06T11:51:04.861" v="27"/>
          <ac:spMkLst>
            <pc:docMk/>
            <pc:sldMk cId="3507044798" sldId="405"/>
            <ac:spMk id="2" creationId="{F32F84D8-7F50-60F1-B233-BBEE1408B425}"/>
          </ac:spMkLst>
        </pc:spChg>
        <pc:picChg chg="add mod">
          <ac:chgData name="Paul Winser" userId="c3146a91-e6bd-4264-bd86-e164e04bc32d" providerId="ADAL" clId="{1C723E01-C7BD-4B3E-A9FD-B2006156115F}" dt="2025-01-14T16:31:47.120" v="74" actId="1076"/>
          <ac:picMkLst>
            <pc:docMk/>
            <pc:sldMk cId="3507044798" sldId="405"/>
            <ac:picMk id="3" creationId="{82EEE74F-893D-1622-4B52-5173C994A850}"/>
          </ac:picMkLst>
        </pc:picChg>
        <pc:picChg chg="del">
          <ac:chgData name="Paul Winser" userId="c3146a91-e6bd-4264-bd86-e164e04bc32d" providerId="ADAL" clId="{1C723E01-C7BD-4B3E-A9FD-B2006156115F}" dt="2025-01-14T16:31:45.044" v="72" actId="478"/>
          <ac:picMkLst>
            <pc:docMk/>
            <pc:sldMk cId="3507044798" sldId="405"/>
            <ac:picMk id="8194" creationId="{00000000-0000-0000-0000-000000000000}"/>
          </ac:picMkLst>
        </pc:picChg>
      </pc:sldChg>
      <pc:sldChg chg="addSp modSp">
        <pc:chgData name="Paul Winser" userId="c3146a91-e6bd-4264-bd86-e164e04bc32d" providerId="ADAL" clId="{1C723E01-C7BD-4B3E-A9FD-B2006156115F}" dt="2025-01-06T11:51:07.653" v="29"/>
        <pc:sldMkLst>
          <pc:docMk/>
          <pc:sldMk cId="3748439447" sldId="406"/>
        </pc:sldMkLst>
        <pc:spChg chg="add mod">
          <ac:chgData name="Paul Winser" userId="c3146a91-e6bd-4264-bd86-e164e04bc32d" providerId="ADAL" clId="{1C723E01-C7BD-4B3E-A9FD-B2006156115F}" dt="2025-01-06T11:51:07.653" v="29"/>
          <ac:spMkLst>
            <pc:docMk/>
            <pc:sldMk cId="3748439447" sldId="406"/>
            <ac:spMk id="3" creationId="{37356656-F720-5E1C-104F-9A35EE528709}"/>
          </ac:spMkLst>
        </pc:spChg>
      </pc:sldChg>
      <pc:sldChg chg="addSp delSp modSp mod">
        <pc:chgData name="Paul Winser" userId="c3146a91-e6bd-4264-bd86-e164e04bc32d" providerId="ADAL" clId="{1C723E01-C7BD-4B3E-A9FD-B2006156115F}" dt="2025-01-14T16:31:57.701" v="77" actId="1076"/>
        <pc:sldMkLst>
          <pc:docMk/>
          <pc:sldMk cId="88994537" sldId="407"/>
        </pc:sldMkLst>
        <pc:spChg chg="add mod">
          <ac:chgData name="Paul Winser" userId="c3146a91-e6bd-4264-bd86-e164e04bc32d" providerId="ADAL" clId="{1C723E01-C7BD-4B3E-A9FD-B2006156115F}" dt="2025-01-06T11:51:08.878" v="30"/>
          <ac:spMkLst>
            <pc:docMk/>
            <pc:sldMk cId="88994537" sldId="407"/>
            <ac:spMk id="3" creationId="{A598038E-F719-BF07-D055-78015EF4F3F0}"/>
          </ac:spMkLst>
        </pc:spChg>
        <pc:picChg chg="add mod">
          <ac:chgData name="Paul Winser" userId="c3146a91-e6bd-4264-bd86-e164e04bc32d" providerId="ADAL" clId="{1C723E01-C7BD-4B3E-A9FD-B2006156115F}" dt="2025-01-14T16:31:57.701" v="77" actId="1076"/>
          <ac:picMkLst>
            <pc:docMk/>
            <pc:sldMk cId="88994537" sldId="407"/>
            <ac:picMk id="4" creationId="{8C456216-3E11-A8E6-BB98-E6706C6E3281}"/>
          </ac:picMkLst>
        </pc:picChg>
        <pc:picChg chg="del">
          <ac:chgData name="Paul Winser" userId="c3146a91-e6bd-4264-bd86-e164e04bc32d" providerId="ADAL" clId="{1C723E01-C7BD-4B3E-A9FD-B2006156115F}" dt="2025-01-14T16:31:55.212" v="75" actId="478"/>
          <ac:picMkLst>
            <pc:docMk/>
            <pc:sldMk cId="88994537" sldId="407"/>
            <ac:picMk id="9218" creationId="{00000000-0000-0000-0000-000000000000}"/>
          </ac:picMkLst>
        </pc:picChg>
      </pc:sldChg>
      <pc:sldChg chg="addSp modSp">
        <pc:chgData name="Paul Winser" userId="c3146a91-e6bd-4264-bd86-e164e04bc32d" providerId="ADAL" clId="{1C723E01-C7BD-4B3E-A9FD-B2006156115F}" dt="2025-01-06T11:51:10.118" v="31"/>
        <pc:sldMkLst>
          <pc:docMk/>
          <pc:sldMk cId="1340655987" sldId="408"/>
        </pc:sldMkLst>
        <pc:spChg chg="add mod">
          <ac:chgData name="Paul Winser" userId="c3146a91-e6bd-4264-bd86-e164e04bc32d" providerId="ADAL" clId="{1C723E01-C7BD-4B3E-A9FD-B2006156115F}" dt="2025-01-06T11:51:10.118" v="31"/>
          <ac:spMkLst>
            <pc:docMk/>
            <pc:sldMk cId="1340655987" sldId="408"/>
            <ac:spMk id="3" creationId="{70F0CB4F-700A-C2B1-85BC-CC7D0914309F}"/>
          </ac:spMkLst>
        </pc:spChg>
      </pc:sldChg>
      <pc:sldChg chg="addSp modSp">
        <pc:chgData name="Paul Winser" userId="c3146a91-e6bd-4264-bd86-e164e04bc32d" providerId="ADAL" clId="{1C723E01-C7BD-4B3E-A9FD-B2006156115F}" dt="2025-01-06T11:51:14.977" v="35"/>
        <pc:sldMkLst>
          <pc:docMk/>
          <pc:sldMk cId="3608508552" sldId="409"/>
        </pc:sldMkLst>
        <pc:spChg chg="add mod">
          <ac:chgData name="Paul Winser" userId="c3146a91-e6bd-4264-bd86-e164e04bc32d" providerId="ADAL" clId="{1C723E01-C7BD-4B3E-A9FD-B2006156115F}" dt="2025-01-06T11:51:14.977" v="35"/>
          <ac:spMkLst>
            <pc:docMk/>
            <pc:sldMk cId="3608508552" sldId="409"/>
            <ac:spMk id="3" creationId="{FD9C0E30-C25A-29CD-E8BB-37A28E7E6BD8}"/>
          </ac:spMkLst>
        </pc:spChg>
      </pc:sldChg>
      <pc:sldChg chg="addSp delSp modSp mod">
        <pc:chgData name="Paul Winser" userId="c3146a91-e6bd-4264-bd86-e164e04bc32d" providerId="ADAL" clId="{1C723E01-C7BD-4B3E-A9FD-B2006156115F}" dt="2025-01-14T16:32:16.827" v="83" actId="1076"/>
        <pc:sldMkLst>
          <pc:docMk/>
          <pc:sldMk cId="1063553662" sldId="410"/>
        </pc:sldMkLst>
        <pc:spChg chg="add mod">
          <ac:chgData name="Paul Winser" userId="c3146a91-e6bd-4264-bd86-e164e04bc32d" providerId="ADAL" clId="{1C723E01-C7BD-4B3E-A9FD-B2006156115F}" dt="2025-01-06T11:51:16.168" v="36"/>
          <ac:spMkLst>
            <pc:docMk/>
            <pc:sldMk cId="1063553662" sldId="410"/>
            <ac:spMk id="4" creationId="{92AE9113-423A-F20D-2664-6F38BDCE5597}"/>
          </ac:spMkLst>
        </pc:spChg>
        <pc:picChg chg="add mod">
          <ac:chgData name="Paul Winser" userId="c3146a91-e6bd-4264-bd86-e164e04bc32d" providerId="ADAL" clId="{1C723E01-C7BD-4B3E-A9FD-B2006156115F}" dt="2025-01-14T16:32:16.827" v="83" actId="1076"/>
          <ac:picMkLst>
            <pc:docMk/>
            <pc:sldMk cId="1063553662" sldId="410"/>
            <ac:picMk id="5" creationId="{EE6CB319-5F3A-547F-A73E-6341D9171242}"/>
          </ac:picMkLst>
        </pc:picChg>
        <pc:picChg chg="del">
          <ac:chgData name="Paul Winser" userId="c3146a91-e6bd-4264-bd86-e164e04bc32d" providerId="ADAL" clId="{1C723E01-C7BD-4B3E-A9FD-B2006156115F}" dt="2025-01-14T16:32:14.127" v="81" actId="478"/>
          <ac:picMkLst>
            <pc:docMk/>
            <pc:sldMk cId="1063553662" sldId="410"/>
            <ac:picMk id="13314" creationId="{00000000-0000-0000-0000-000000000000}"/>
          </ac:picMkLst>
        </pc:picChg>
      </pc:sldChg>
      <pc:sldChg chg="addSp modSp">
        <pc:chgData name="Paul Winser" userId="c3146a91-e6bd-4264-bd86-e164e04bc32d" providerId="ADAL" clId="{1C723E01-C7BD-4B3E-A9FD-B2006156115F}" dt="2025-01-06T11:51:20.250" v="37"/>
        <pc:sldMkLst>
          <pc:docMk/>
          <pc:sldMk cId="3562698514" sldId="411"/>
        </pc:sldMkLst>
        <pc:spChg chg="add mod">
          <ac:chgData name="Paul Winser" userId="c3146a91-e6bd-4264-bd86-e164e04bc32d" providerId="ADAL" clId="{1C723E01-C7BD-4B3E-A9FD-B2006156115F}" dt="2025-01-06T11:51:20.250" v="37"/>
          <ac:spMkLst>
            <pc:docMk/>
            <pc:sldMk cId="3562698514" sldId="411"/>
            <ac:spMk id="3" creationId="{D5CE92C0-0ADB-8E1F-421A-EDB66BD89A88}"/>
          </ac:spMkLst>
        </pc:spChg>
      </pc:sldChg>
      <pc:sldChg chg="addSp modSp">
        <pc:chgData name="Paul Winser" userId="c3146a91-e6bd-4264-bd86-e164e04bc32d" providerId="ADAL" clId="{1C723E01-C7BD-4B3E-A9FD-B2006156115F}" dt="2025-01-06T11:51:21.367" v="38"/>
        <pc:sldMkLst>
          <pc:docMk/>
          <pc:sldMk cId="412959884" sldId="412"/>
        </pc:sldMkLst>
        <pc:spChg chg="add mod">
          <ac:chgData name="Paul Winser" userId="c3146a91-e6bd-4264-bd86-e164e04bc32d" providerId="ADAL" clId="{1C723E01-C7BD-4B3E-A9FD-B2006156115F}" dt="2025-01-06T11:51:21.367" v="38"/>
          <ac:spMkLst>
            <pc:docMk/>
            <pc:sldMk cId="412959884" sldId="412"/>
            <ac:spMk id="3" creationId="{07EAF308-FE8E-8CB9-5142-6FAEE10236D2}"/>
          </ac:spMkLst>
        </pc:spChg>
      </pc:sldChg>
      <pc:sldChg chg="addSp delSp modSp mod">
        <pc:chgData name="Paul Winser" userId="c3146a91-e6bd-4264-bd86-e164e04bc32d" providerId="ADAL" clId="{1C723E01-C7BD-4B3E-A9FD-B2006156115F}" dt="2025-01-14T16:32:27.016" v="86" actId="1076"/>
        <pc:sldMkLst>
          <pc:docMk/>
          <pc:sldMk cId="2355283391" sldId="413"/>
        </pc:sldMkLst>
        <pc:spChg chg="add mod">
          <ac:chgData name="Paul Winser" userId="c3146a91-e6bd-4264-bd86-e164e04bc32d" providerId="ADAL" clId="{1C723E01-C7BD-4B3E-A9FD-B2006156115F}" dt="2025-01-06T11:51:22.479" v="39"/>
          <ac:spMkLst>
            <pc:docMk/>
            <pc:sldMk cId="2355283391" sldId="413"/>
            <ac:spMk id="2" creationId="{E4993646-2A54-DA63-ED4D-29AE17E5EA99}"/>
          </ac:spMkLst>
        </pc:spChg>
        <pc:picChg chg="add mod">
          <ac:chgData name="Paul Winser" userId="c3146a91-e6bd-4264-bd86-e164e04bc32d" providerId="ADAL" clId="{1C723E01-C7BD-4B3E-A9FD-B2006156115F}" dt="2025-01-14T16:32:27.016" v="86" actId="1076"/>
          <ac:picMkLst>
            <pc:docMk/>
            <pc:sldMk cId="2355283391" sldId="413"/>
            <ac:picMk id="3" creationId="{310B075D-70DD-F214-2D27-C5AE1674472A}"/>
          </ac:picMkLst>
        </pc:picChg>
        <pc:picChg chg="del">
          <ac:chgData name="Paul Winser" userId="c3146a91-e6bd-4264-bd86-e164e04bc32d" providerId="ADAL" clId="{1C723E01-C7BD-4B3E-A9FD-B2006156115F}" dt="2025-01-14T16:32:22.787" v="84" actId="478"/>
          <ac:picMkLst>
            <pc:docMk/>
            <pc:sldMk cId="2355283391" sldId="413"/>
            <ac:picMk id="14338" creationId="{00000000-0000-0000-0000-000000000000}"/>
          </ac:picMkLst>
        </pc:picChg>
      </pc:sldChg>
      <pc:sldChg chg="addSp modSp">
        <pc:chgData name="Paul Winser" userId="c3146a91-e6bd-4264-bd86-e164e04bc32d" providerId="ADAL" clId="{1C723E01-C7BD-4B3E-A9FD-B2006156115F}" dt="2025-01-06T11:51:23.845" v="40"/>
        <pc:sldMkLst>
          <pc:docMk/>
          <pc:sldMk cId="1983685896" sldId="414"/>
        </pc:sldMkLst>
        <pc:spChg chg="add mod">
          <ac:chgData name="Paul Winser" userId="c3146a91-e6bd-4264-bd86-e164e04bc32d" providerId="ADAL" clId="{1C723E01-C7BD-4B3E-A9FD-B2006156115F}" dt="2025-01-06T11:51:23.845" v="40"/>
          <ac:spMkLst>
            <pc:docMk/>
            <pc:sldMk cId="1983685896" sldId="414"/>
            <ac:spMk id="3" creationId="{88B61094-E76D-0F46-50D9-2A3CB0AB2619}"/>
          </ac:spMkLst>
        </pc:spChg>
      </pc:sldChg>
      <pc:sldChg chg="addSp delSp modSp mod">
        <pc:chgData name="Paul Winser" userId="c3146a91-e6bd-4264-bd86-e164e04bc32d" providerId="ADAL" clId="{1C723E01-C7BD-4B3E-A9FD-B2006156115F}" dt="2025-01-14T16:32:38.113" v="91" actId="1076"/>
        <pc:sldMkLst>
          <pc:docMk/>
          <pc:sldMk cId="4054952331" sldId="415"/>
        </pc:sldMkLst>
        <pc:spChg chg="add mod">
          <ac:chgData name="Paul Winser" userId="c3146a91-e6bd-4264-bd86-e164e04bc32d" providerId="ADAL" clId="{1C723E01-C7BD-4B3E-A9FD-B2006156115F}" dt="2025-01-06T11:51:25.935" v="41"/>
          <ac:spMkLst>
            <pc:docMk/>
            <pc:sldMk cId="4054952331" sldId="415"/>
            <ac:spMk id="3" creationId="{ACE86948-935C-F978-82EF-38883F5AC717}"/>
          </ac:spMkLst>
        </pc:spChg>
        <pc:picChg chg="add mod">
          <ac:chgData name="Paul Winser" userId="c3146a91-e6bd-4264-bd86-e164e04bc32d" providerId="ADAL" clId="{1C723E01-C7BD-4B3E-A9FD-B2006156115F}" dt="2025-01-14T16:32:38.113" v="91" actId="1076"/>
          <ac:picMkLst>
            <pc:docMk/>
            <pc:sldMk cId="4054952331" sldId="415"/>
            <ac:picMk id="4" creationId="{208A8430-C9B1-B8F7-7D85-60270B339993}"/>
          </ac:picMkLst>
        </pc:picChg>
        <pc:picChg chg="del">
          <ac:chgData name="Paul Winser" userId="c3146a91-e6bd-4264-bd86-e164e04bc32d" providerId="ADAL" clId="{1C723E01-C7BD-4B3E-A9FD-B2006156115F}" dt="2025-01-14T16:32:32.808" v="87" actId="478"/>
          <ac:picMkLst>
            <pc:docMk/>
            <pc:sldMk cId="4054952331" sldId="415"/>
            <ac:picMk id="15362" creationId="{00000000-0000-0000-0000-000000000000}"/>
          </ac:picMkLst>
        </pc:picChg>
      </pc:sldChg>
      <pc:sldChg chg="addSp delSp modSp mod">
        <pc:chgData name="Paul Winser" userId="c3146a91-e6bd-4264-bd86-e164e04bc32d" providerId="ADAL" clId="{1C723E01-C7BD-4B3E-A9FD-B2006156115F}" dt="2025-01-14T16:32:49.616" v="96" actId="1076"/>
        <pc:sldMkLst>
          <pc:docMk/>
          <pc:sldMk cId="908139288" sldId="416"/>
        </pc:sldMkLst>
        <pc:spChg chg="add mod">
          <ac:chgData name="Paul Winser" userId="c3146a91-e6bd-4264-bd86-e164e04bc32d" providerId="ADAL" clId="{1C723E01-C7BD-4B3E-A9FD-B2006156115F}" dt="2025-01-06T11:51:27.189" v="42"/>
          <ac:spMkLst>
            <pc:docMk/>
            <pc:sldMk cId="908139288" sldId="416"/>
            <ac:spMk id="3" creationId="{D49FB645-F0CD-9E93-28B0-FB271E2A4737}"/>
          </ac:spMkLst>
        </pc:spChg>
        <pc:picChg chg="add mod">
          <ac:chgData name="Paul Winser" userId="c3146a91-e6bd-4264-bd86-e164e04bc32d" providerId="ADAL" clId="{1C723E01-C7BD-4B3E-A9FD-B2006156115F}" dt="2025-01-14T16:32:49.616" v="96" actId="1076"/>
          <ac:picMkLst>
            <pc:docMk/>
            <pc:sldMk cId="908139288" sldId="416"/>
            <ac:picMk id="4" creationId="{6B5A975B-5E9B-241F-B501-62AF3086B5D6}"/>
          </ac:picMkLst>
        </pc:picChg>
        <pc:picChg chg="del">
          <ac:chgData name="Paul Winser" userId="c3146a91-e6bd-4264-bd86-e164e04bc32d" providerId="ADAL" clId="{1C723E01-C7BD-4B3E-A9FD-B2006156115F}" dt="2025-01-14T16:32:44.497" v="92" actId="478"/>
          <ac:picMkLst>
            <pc:docMk/>
            <pc:sldMk cId="908139288" sldId="416"/>
            <ac:picMk id="16386" creationId="{00000000-0000-0000-0000-000000000000}"/>
          </ac:picMkLst>
        </pc:picChg>
      </pc:sldChg>
      <pc:sldChg chg="addSp modSp">
        <pc:chgData name="Paul Winser" userId="c3146a91-e6bd-4264-bd86-e164e04bc32d" providerId="ADAL" clId="{1C723E01-C7BD-4B3E-A9FD-B2006156115F}" dt="2025-01-06T11:51:28.207" v="43"/>
        <pc:sldMkLst>
          <pc:docMk/>
          <pc:sldMk cId="4251853687" sldId="417"/>
        </pc:sldMkLst>
        <pc:spChg chg="add mod">
          <ac:chgData name="Paul Winser" userId="c3146a91-e6bd-4264-bd86-e164e04bc32d" providerId="ADAL" clId="{1C723E01-C7BD-4B3E-A9FD-B2006156115F}" dt="2025-01-06T11:51:28.207" v="43"/>
          <ac:spMkLst>
            <pc:docMk/>
            <pc:sldMk cId="4251853687" sldId="417"/>
            <ac:spMk id="3" creationId="{5F5ACA03-ACF1-AD14-C6C5-8D1AD37DE537}"/>
          </ac:spMkLst>
        </pc:spChg>
      </pc:sldChg>
      <pc:sldChg chg="addSp delSp modSp mod">
        <pc:chgData name="Paul Winser" userId="c3146a91-e6bd-4264-bd86-e164e04bc32d" providerId="ADAL" clId="{1C723E01-C7BD-4B3E-A9FD-B2006156115F}" dt="2025-01-14T16:33:01.235" v="101" actId="1076"/>
        <pc:sldMkLst>
          <pc:docMk/>
          <pc:sldMk cId="3664951893" sldId="418"/>
        </pc:sldMkLst>
        <pc:spChg chg="add mod">
          <ac:chgData name="Paul Winser" userId="c3146a91-e6bd-4264-bd86-e164e04bc32d" providerId="ADAL" clId="{1C723E01-C7BD-4B3E-A9FD-B2006156115F}" dt="2025-01-06T11:51:29.345" v="44"/>
          <ac:spMkLst>
            <pc:docMk/>
            <pc:sldMk cId="3664951893" sldId="418"/>
            <ac:spMk id="3" creationId="{7B550622-6A20-3669-AABA-2CAF24F84E84}"/>
          </ac:spMkLst>
        </pc:spChg>
        <pc:picChg chg="add mod">
          <ac:chgData name="Paul Winser" userId="c3146a91-e6bd-4264-bd86-e164e04bc32d" providerId="ADAL" clId="{1C723E01-C7BD-4B3E-A9FD-B2006156115F}" dt="2025-01-14T16:33:01.235" v="101" actId="1076"/>
          <ac:picMkLst>
            <pc:docMk/>
            <pc:sldMk cId="3664951893" sldId="418"/>
            <ac:picMk id="4" creationId="{D425198A-2C64-E264-319F-E2567F0DD2BB}"/>
          </ac:picMkLst>
        </pc:picChg>
        <pc:picChg chg="del">
          <ac:chgData name="Paul Winser" userId="c3146a91-e6bd-4264-bd86-e164e04bc32d" providerId="ADAL" clId="{1C723E01-C7BD-4B3E-A9FD-B2006156115F}" dt="2025-01-14T16:32:54.891" v="97" actId="478"/>
          <ac:picMkLst>
            <pc:docMk/>
            <pc:sldMk cId="3664951893" sldId="418"/>
            <ac:picMk id="17410" creationId="{00000000-0000-0000-0000-000000000000}"/>
          </ac:picMkLst>
        </pc:picChg>
      </pc:sldChg>
      <pc:sldChg chg="addSp modSp">
        <pc:chgData name="Paul Winser" userId="c3146a91-e6bd-4264-bd86-e164e04bc32d" providerId="ADAL" clId="{1C723E01-C7BD-4B3E-A9FD-B2006156115F}" dt="2025-01-06T11:51:30.429" v="45"/>
        <pc:sldMkLst>
          <pc:docMk/>
          <pc:sldMk cId="3266019513" sldId="419"/>
        </pc:sldMkLst>
        <pc:spChg chg="add mod">
          <ac:chgData name="Paul Winser" userId="c3146a91-e6bd-4264-bd86-e164e04bc32d" providerId="ADAL" clId="{1C723E01-C7BD-4B3E-A9FD-B2006156115F}" dt="2025-01-06T11:51:30.429" v="45"/>
          <ac:spMkLst>
            <pc:docMk/>
            <pc:sldMk cId="3266019513" sldId="419"/>
            <ac:spMk id="3" creationId="{817A8466-9495-7D68-334A-02D1E16DB75F}"/>
          </ac:spMkLst>
        </pc:spChg>
      </pc:sldChg>
      <pc:sldChg chg="addSp modSp">
        <pc:chgData name="Paul Winser" userId="c3146a91-e6bd-4264-bd86-e164e04bc32d" providerId="ADAL" clId="{1C723E01-C7BD-4B3E-A9FD-B2006156115F}" dt="2025-01-06T11:51:33.978" v="48"/>
        <pc:sldMkLst>
          <pc:docMk/>
          <pc:sldMk cId="2438506272" sldId="420"/>
        </pc:sldMkLst>
        <pc:spChg chg="add mod">
          <ac:chgData name="Paul Winser" userId="c3146a91-e6bd-4264-bd86-e164e04bc32d" providerId="ADAL" clId="{1C723E01-C7BD-4B3E-A9FD-B2006156115F}" dt="2025-01-06T11:51:33.978" v="48"/>
          <ac:spMkLst>
            <pc:docMk/>
            <pc:sldMk cId="2438506272" sldId="420"/>
            <ac:spMk id="3" creationId="{20EA1AD4-132F-3735-42EE-BC0C2F082266}"/>
          </ac:spMkLst>
        </pc:spChg>
      </pc:sldChg>
      <pc:sldChg chg="addSp delSp modSp mod">
        <pc:chgData name="Paul Winser" userId="c3146a91-e6bd-4264-bd86-e164e04bc32d" providerId="ADAL" clId="{1C723E01-C7BD-4B3E-A9FD-B2006156115F}" dt="2025-01-14T16:33:23.051" v="111" actId="1076"/>
        <pc:sldMkLst>
          <pc:docMk/>
          <pc:sldMk cId="1268378922" sldId="421"/>
        </pc:sldMkLst>
        <pc:spChg chg="add mod">
          <ac:chgData name="Paul Winser" userId="c3146a91-e6bd-4264-bd86-e164e04bc32d" providerId="ADAL" clId="{1C723E01-C7BD-4B3E-A9FD-B2006156115F}" dt="2025-01-06T11:51:35.361" v="49"/>
          <ac:spMkLst>
            <pc:docMk/>
            <pc:sldMk cId="1268378922" sldId="421"/>
            <ac:spMk id="2" creationId="{36583943-B6CC-4B5E-EC14-2B51ED990D19}"/>
          </ac:spMkLst>
        </pc:spChg>
        <pc:picChg chg="add mod">
          <ac:chgData name="Paul Winser" userId="c3146a91-e6bd-4264-bd86-e164e04bc32d" providerId="ADAL" clId="{1C723E01-C7BD-4B3E-A9FD-B2006156115F}" dt="2025-01-14T16:33:23.051" v="111" actId="1076"/>
          <ac:picMkLst>
            <pc:docMk/>
            <pc:sldMk cId="1268378922" sldId="421"/>
            <ac:picMk id="3" creationId="{D4603684-3DB3-FF47-9B19-DC61A32DAE9D}"/>
          </ac:picMkLst>
        </pc:picChg>
        <pc:picChg chg="del">
          <ac:chgData name="Paul Winser" userId="c3146a91-e6bd-4264-bd86-e164e04bc32d" providerId="ADAL" clId="{1C723E01-C7BD-4B3E-A9FD-B2006156115F}" dt="2025-01-14T16:33:18.567" v="107" actId="478"/>
          <ac:picMkLst>
            <pc:docMk/>
            <pc:sldMk cId="1268378922" sldId="421"/>
            <ac:picMk id="19458" creationId="{00000000-0000-0000-0000-000000000000}"/>
          </ac:picMkLst>
        </pc:picChg>
      </pc:sldChg>
      <pc:sldChg chg="addSp modSp">
        <pc:chgData name="Paul Winser" userId="c3146a91-e6bd-4264-bd86-e164e04bc32d" providerId="ADAL" clId="{1C723E01-C7BD-4B3E-A9FD-B2006156115F}" dt="2025-01-06T11:51:37.420" v="50"/>
        <pc:sldMkLst>
          <pc:docMk/>
          <pc:sldMk cId="2484952125" sldId="422"/>
        </pc:sldMkLst>
        <pc:spChg chg="add mod">
          <ac:chgData name="Paul Winser" userId="c3146a91-e6bd-4264-bd86-e164e04bc32d" providerId="ADAL" clId="{1C723E01-C7BD-4B3E-A9FD-B2006156115F}" dt="2025-01-06T11:51:37.420" v="50"/>
          <ac:spMkLst>
            <pc:docMk/>
            <pc:sldMk cId="2484952125" sldId="422"/>
            <ac:spMk id="3" creationId="{D94C89B5-596B-CC54-2872-FF271CC18FDE}"/>
          </ac:spMkLst>
        </pc:spChg>
      </pc:sldChg>
      <pc:sldChg chg="addSp modSp">
        <pc:chgData name="Paul Winser" userId="c3146a91-e6bd-4264-bd86-e164e04bc32d" providerId="ADAL" clId="{1C723E01-C7BD-4B3E-A9FD-B2006156115F}" dt="2025-01-06T11:50:37.854" v="8"/>
        <pc:sldMkLst>
          <pc:docMk/>
          <pc:sldMk cId="1938088390" sldId="423"/>
        </pc:sldMkLst>
        <pc:spChg chg="add mod">
          <ac:chgData name="Paul Winser" userId="c3146a91-e6bd-4264-bd86-e164e04bc32d" providerId="ADAL" clId="{1C723E01-C7BD-4B3E-A9FD-B2006156115F}" dt="2025-01-06T11:50:37.854" v="8"/>
          <ac:spMkLst>
            <pc:docMk/>
            <pc:sldMk cId="1938088390" sldId="423"/>
            <ac:spMk id="2" creationId="{DB04EA2C-AC42-B941-A424-A65826F067D5}"/>
          </ac:spMkLst>
        </pc:spChg>
      </pc:sldChg>
      <pc:sldChg chg="addSp modSp">
        <pc:chgData name="Paul Winser" userId="c3146a91-e6bd-4264-bd86-e164e04bc32d" providerId="ADAL" clId="{1C723E01-C7BD-4B3E-A9FD-B2006156115F}" dt="2025-01-06T11:50:42.908" v="12"/>
        <pc:sldMkLst>
          <pc:docMk/>
          <pc:sldMk cId="2601411050" sldId="424"/>
        </pc:sldMkLst>
        <pc:spChg chg="add mod">
          <ac:chgData name="Paul Winser" userId="c3146a91-e6bd-4264-bd86-e164e04bc32d" providerId="ADAL" clId="{1C723E01-C7BD-4B3E-A9FD-B2006156115F}" dt="2025-01-06T11:50:42.908" v="12"/>
          <ac:spMkLst>
            <pc:docMk/>
            <pc:sldMk cId="2601411050" sldId="424"/>
            <ac:spMk id="2" creationId="{681729D5-C391-F0D5-A656-8247C98CD69E}"/>
          </ac:spMkLst>
        </pc:spChg>
      </pc:sldChg>
      <pc:sldChg chg="addSp modSp">
        <pc:chgData name="Paul Winser" userId="c3146a91-e6bd-4264-bd86-e164e04bc32d" providerId="ADAL" clId="{1C723E01-C7BD-4B3E-A9FD-B2006156115F}" dt="2025-01-06T11:50:47.247" v="15"/>
        <pc:sldMkLst>
          <pc:docMk/>
          <pc:sldMk cId="4080016350" sldId="425"/>
        </pc:sldMkLst>
        <pc:spChg chg="add mod">
          <ac:chgData name="Paul Winser" userId="c3146a91-e6bd-4264-bd86-e164e04bc32d" providerId="ADAL" clId="{1C723E01-C7BD-4B3E-A9FD-B2006156115F}" dt="2025-01-06T11:50:47.247" v="15"/>
          <ac:spMkLst>
            <pc:docMk/>
            <pc:sldMk cId="4080016350" sldId="425"/>
            <ac:spMk id="2" creationId="{76E53CC6-A9FE-329B-78C7-FDD836E6CFFA}"/>
          </ac:spMkLst>
        </pc:spChg>
      </pc:sldChg>
      <pc:sldChg chg="addSp modSp">
        <pc:chgData name="Paul Winser" userId="c3146a91-e6bd-4264-bd86-e164e04bc32d" providerId="ADAL" clId="{1C723E01-C7BD-4B3E-A9FD-B2006156115F}" dt="2025-01-06T11:50:56.010" v="21"/>
        <pc:sldMkLst>
          <pc:docMk/>
          <pc:sldMk cId="315483168" sldId="426"/>
        </pc:sldMkLst>
        <pc:spChg chg="add mod">
          <ac:chgData name="Paul Winser" userId="c3146a91-e6bd-4264-bd86-e164e04bc32d" providerId="ADAL" clId="{1C723E01-C7BD-4B3E-A9FD-B2006156115F}" dt="2025-01-06T11:50:56.010" v="21"/>
          <ac:spMkLst>
            <pc:docMk/>
            <pc:sldMk cId="315483168" sldId="426"/>
            <ac:spMk id="2" creationId="{D027ADF2-510C-1C39-F87F-852BD44D52C2}"/>
          </ac:spMkLst>
        </pc:spChg>
      </pc:sldChg>
      <pc:sldChg chg="addSp modSp">
        <pc:chgData name="Paul Winser" userId="c3146a91-e6bd-4264-bd86-e164e04bc32d" providerId="ADAL" clId="{1C723E01-C7BD-4B3E-A9FD-B2006156115F}" dt="2025-01-06T11:50:59.215" v="23"/>
        <pc:sldMkLst>
          <pc:docMk/>
          <pc:sldMk cId="4068741913" sldId="427"/>
        </pc:sldMkLst>
        <pc:spChg chg="add mod">
          <ac:chgData name="Paul Winser" userId="c3146a91-e6bd-4264-bd86-e164e04bc32d" providerId="ADAL" clId="{1C723E01-C7BD-4B3E-A9FD-B2006156115F}" dt="2025-01-06T11:50:59.215" v="23"/>
          <ac:spMkLst>
            <pc:docMk/>
            <pc:sldMk cId="4068741913" sldId="427"/>
            <ac:spMk id="2" creationId="{44F207EC-BBBD-C347-0D83-FEC97709CA30}"/>
          </ac:spMkLst>
        </pc:spChg>
      </pc:sldChg>
      <pc:sldChg chg="addSp modSp">
        <pc:chgData name="Paul Winser" userId="c3146a91-e6bd-4264-bd86-e164e04bc32d" providerId="ADAL" clId="{1C723E01-C7BD-4B3E-A9FD-B2006156115F}" dt="2025-01-06T11:51:03.337" v="26"/>
        <pc:sldMkLst>
          <pc:docMk/>
          <pc:sldMk cId="3526976931" sldId="428"/>
        </pc:sldMkLst>
        <pc:spChg chg="add mod">
          <ac:chgData name="Paul Winser" userId="c3146a91-e6bd-4264-bd86-e164e04bc32d" providerId="ADAL" clId="{1C723E01-C7BD-4B3E-A9FD-B2006156115F}" dt="2025-01-06T11:51:03.337" v="26"/>
          <ac:spMkLst>
            <pc:docMk/>
            <pc:sldMk cId="3526976931" sldId="428"/>
            <ac:spMk id="2" creationId="{09BD3DC8-0DEE-D3BF-018E-BA061CD2947D}"/>
          </ac:spMkLst>
        </pc:spChg>
      </pc:sldChg>
      <pc:sldChg chg="addSp modSp">
        <pc:chgData name="Paul Winser" userId="c3146a91-e6bd-4264-bd86-e164e04bc32d" providerId="ADAL" clId="{1C723E01-C7BD-4B3E-A9FD-B2006156115F}" dt="2025-01-06T11:51:06.351" v="28"/>
        <pc:sldMkLst>
          <pc:docMk/>
          <pc:sldMk cId="1590258226" sldId="429"/>
        </pc:sldMkLst>
        <pc:spChg chg="add mod">
          <ac:chgData name="Paul Winser" userId="c3146a91-e6bd-4264-bd86-e164e04bc32d" providerId="ADAL" clId="{1C723E01-C7BD-4B3E-A9FD-B2006156115F}" dt="2025-01-06T11:51:06.351" v="28"/>
          <ac:spMkLst>
            <pc:docMk/>
            <pc:sldMk cId="1590258226" sldId="429"/>
            <ac:spMk id="2" creationId="{86FA7D84-06D1-3837-D398-0DBEDAF3131E}"/>
          </ac:spMkLst>
        </pc:spChg>
      </pc:sldChg>
      <pc:sldChg chg="addSp modSp">
        <pc:chgData name="Paul Winser" userId="c3146a91-e6bd-4264-bd86-e164e04bc32d" providerId="ADAL" clId="{1C723E01-C7BD-4B3E-A9FD-B2006156115F}" dt="2025-01-06T11:51:11.266" v="32"/>
        <pc:sldMkLst>
          <pc:docMk/>
          <pc:sldMk cId="1247610766" sldId="430"/>
        </pc:sldMkLst>
        <pc:spChg chg="add mod">
          <ac:chgData name="Paul Winser" userId="c3146a91-e6bd-4264-bd86-e164e04bc32d" providerId="ADAL" clId="{1C723E01-C7BD-4B3E-A9FD-B2006156115F}" dt="2025-01-06T11:51:11.266" v="32"/>
          <ac:spMkLst>
            <pc:docMk/>
            <pc:sldMk cId="1247610766" sldId="430"/>
            <ac:spMk id="2" creationId="{A4926E81-F8F5-6FC8-8F41-00D24D02CFCD}"/>
          </ac:spMkLst>
        </pc:spChg>
      </pc:sldChg>
      <pc:sldChg chg="addSp modSp">
        <pc:chgData name="Paul Winser" userId="c3146a91-e6bd-4264-bd86-e164e04bc32d" providerId="ADAL" clId="{1C723E01-C7BD-4B3E-A9FD-B2006156115F}" dt="2025-01-06T11:50:31.135" v="3"/>
        <pc:sldMkLst>
          <pc:docMk/>
          <pc:sldMk cId="3051006207" sldId="431"/>
        </pc:sldMkLst>
        <pc:spChg chg="add mod">
          <ac:chgData name="Paul Winser" userId="c3146a91-e6bd-4264-bd86-e164e04bc32d" providerId="ADAL" clId="{1C723E01-C7BD-4B3E-A9FD-B2006156115F}" dt="2025-01-06T11:50:31.135" v="3"/>
          <ac:spMkLst>
            <pc:docMk/>
            <pc:sldMk cId="3051006207" sldId="431"/>
            <ac:spMk id="2" creationId="{CCB35A06-035D-CBB4-B371-62DF5707BDAA}"/>
          </ac:spMkLst>
        </pc:spChg>
      </pc:sldChg>
      <pc:sldChg chg="addSp delSp modSp add mod modTransition">
        <pc:chgData name="Paul Winser" userId="c3146a91-e6bd-4264-bd86-e164e04bc32d" providerId="ADAL" clId="{1C723E01-C7BD-4B3E-A9FD-B2006156115F}" dt="2025-01-23T13:58:55.916" v="114" actId="478"/>
        <pc:sldMkLst>
          <pc:docMk/>
          <pc:sldMk cId="0" sldId="432"/>
        </pc:sldMkLst>
        <pc:spChg chg="del">
          <ac:chgData name="Paul Winser" userId="c3146a91-e6bd-4264-bd86-e164e04bc32d" providerId="ADAL" clId="{1C723E01-C7BD-4B3E-A9FD-B2006156115F}" dt="2025-01-23T13:58:55.916" v="114" actId="478"/>
          <ac:spMkLst>
            <pc:docMk/>
            <pc:sldMk cId="0" sldId="432"/>
            <ac:spMk id="3" creationId="{E17EAB0C-C605-3356-5F27-1CC0711E9C5F}"/>
          </ac:spMkLst>
        </pc:spChg>
        <pc:spChg chg="add mod">
          <ac:chgData name="Paul Winser" userId="c3146a91-e6bd-4264-bd86-e164e04bc32d" providerId="ADAL" clId="{1C723E01-C7BD-4B3E-A9FD-B2006156115F}" dt="2025-01-23T13:58:54.020" v="113"/>
          <ac:spMkLst>
            <pc:docMk/>
            <pc:sldMk cId="0" sldId="432"/>
            <ac:spMk id="4" creationId="{184D0A04-CE32-DE1E-BA8B-61A4C5FA7EB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30873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2959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44571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80399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00779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62655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6611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5353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90011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4139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09285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68546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28205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59638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31640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87339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76074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35962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00076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21463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17053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21010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60262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28597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10950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07131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041997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3852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971310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19805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144965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17500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319670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79519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87391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63548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030422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rtl="1"/>
              <a:t>50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8.jpg"/><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9.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10.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1.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2.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B6F8ED8D-48D2-4ACE-57DE-4738E60C99FF}"/>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8F1C2B4B-A2B5-EBB3-5DB4-61DEA5668EC2}"/>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a:t>
            </a:r>
            <a:r>
              <a:rPr lang="ar" sz="2500" b="1">
                <a:latin typeface="Sakkal Majalla" panose="02000000000000000000" pitchFamily="2" charset="-78"/>
                <a:cs typeface="Sakkal Majalla" panose="02000000000000000000" pitchFamily="2" charset="-78"/>
              </a:rPr>
              <a:t>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4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4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4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_rels/slide4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4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77.xml"/></Relationships>
</file>

<file path=ppt/slides/_rels/slide5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95475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67</a:t>
            </a:r>
            <a:br>
              <a:rPr lang="en-GB" altLang="en-US" sz="4600" dirty="0"/>
            </a:br>
            <a:r>
              <a:rPr lang="ar" sz="4600" dirty="0"/>
              <a:t>تشغيل أنظمة نقل </a:t>
            </a:r>
            <a:r>
              <a:rPr lang="ar" sz="4600"/>
              <a:t>الحركة </a:t>
            </a:r>
            <a:br>
              <a:rPr lang="ar-EG" sz="4600"/>
            </a:br>
            <a:r>
              <a:rPr lang="ar" sz="4600"/>
              <a:t>في </a:t>
            </a:r>
            <a:r>
              <a:rPr lang="ar" sz="4600" dirty="0"/>
              <a:t>المركبات </a:t>
            </a:r>
            <a:r>
              <a:rPr lang="ar" sz="4600"/>
              <a:t>الخفيفة وصيانتها</a:t>
            </a:r>
            <a:br>
              <a:rPr lang="en-GB" altLang="en-US" sz="4600" dirty="0"/>
            </a:br>
            <a:r>
              <a:rPr lang="ar" sz="4600" dirty="0"/>
              <a:t> </a:t>
            </a:r>
            <a:br>
              <a:rPr lang="en-GB"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9E12C4C3-8169-0FC3-FC68-8E1C66386BB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683567" y="1556792"/>
            <a:ext cx="7776865"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200" b="1" dirty="0"/>
              <a:t>موجز عن الوحدة</a:t>
            </a:r>
          </a:p>
          <a:p>
            <a:pPr marL="0" indent="0" algn="ctr" rtl="1">
              <a:buNone/>
            </a:pPr>
            <a:endParaRPr lang="en-GB" sz="1400" b="1" dirty="0"/>
          </a:p>
          <a:p>
            <a:pPr marL="0" indent="0" algn="ctr" rtl="1">
              <a:buNone/>
            </a:pPr>
            <a:r>
              <a:rPr lang="ar" sz="2200" dirty="0"/>
              <a:t>تركز هذه الوحدة على تشغيل أنظمة نقل الحركة في المركبات الخفيفة وصيانتها وإصلاحها، بلا سيما القوابض وصناديق التروس ومجموعات الدفع. سيكتسب المتعلمون فهمًا قويًا لكيفية عمل هذه الأنظمة، ومكوناتها، وكيفية تشخيص مشكلاتها الشائعة وإصلاحها. وتتناول الوحدة أيضًا التطورات الحديثة في أنظمة التحكم الإلكتروني في نقل الحركة التي تحسن من أداء المركبات وكفاءتها. وبإتمام هذه الوحدة، سيكتسب المتعلمون مهارات عملية في مجال تشخيص الأعطال وصيانة الأنظمة</a:t>
            </a:r>
            <a:r>
              <a:rPr lang="ar" sz="2200"/>
              <a:t>، </a:t>
            </a:r>
            <a:br>
              <a:rPr lang="ar-EG" sz="2200"/>
            </a:br>
            <a:r>
              <a:rPr lang="ar" sz="2200"/>
              <a:t>ما </a:t>
            </a:r>
            <a:r>
              <a:rPr lang="ar" sz="2200" dirty="0"/>
              <a:t>يؤهلهم لمواصلة دراساتهم أو بدء مسارات وظيفية في قطاع السيارات.</a:t>
            </a:r>
          </a:p>
        </p:txBody>
      </p:sp>
      <p:sp>
        <p:nvSpPr>
          <p:cNvPr id="2" name="Footer Placeholder 2">
            <a:extLst>
              <a:ext uri="{FF2B5EF4-FFF2-40B4-BE49-F238E27FC236}">
                <a16:creationId xmlns:a16="http://schemas.microsoft.com/office/drawing/2014/main" id="{CCB35A06-035D-CBB4-B371-62DF5707BDA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051006207"/>
      </p:ext>
    </p:extLst>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1700808"/>
            <a:ext cx="8568952" cy="50851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200" b="1" dirty="0"/>
              <a:t>مقدمة الوحدة</a:t>
            </a:r>
          </a:p>
          <a:p>
            <a:pPr marL="0" indent="0" algn="ctr" rtl="1">
              <a:buNone/>
            </a:pPr>
            <a:endParaRPr lang="en-GB" altLang="en-US" sz="1400" b="1" dirty="0"/>
          </a:p>
          <a:p>
            <a:pPr marL="0" indent="0" algn="ctr" rtl="1">
              <a:buNone/>
            </a:pPr>
            <a:r>
              <a:rPr lang="ar" sz="2200" dirty="0"/>
              <a:t>تعد عملية تشغيل أنظمة نقل الحركة في المركبات الخفيفة وصيانتها عاملًا بالغ الأهمية بالنسبة لأداء المركبات الحديثة وموثوقيتها. في هذه الوحدة، سيتعرف المتعلمون المكونات الرئيسة لهذه الأنظمة، بما في ذلك القوابض وصناديق التروس ومجموعات الدفع، وذلك لفهم كيفية عملها سواءً بشكل فردي أو بوصفها جزءًا من نظام متكامل. وتقدم الوحدة للمتعلمين أحدث التطورات في أنظمة التحكم الإلكتروني المستخدمة في أنظمة نقل الحركة التي أصبحت ذات أهمية متزايدة في المركبات الحديثة. سيتمكن المتعلمون بفضل خبرتهم من تشخيص الأعطال الشائعة وإصلاحها، مثل انزلاق القابض ومشكلات وصلات صندوق التروس، وذلك باستخدام أدوات وتقنيات التشخيص. وهذا الفهم العملي سيمنح المتعلمين المهارات الأساسية لضمان التشغيل الآمن والفعّال لأنظمة نقل الحركة في المركبات، سواءً في تطبيقات المركبات العادية أو السيارات الرياضية.</a:t>
            </a:r>
          </a:p>
        </p:txBody>
      </p:sp>
      <p:sp>
        <p:nvSpPr>
          <p:cNvPr id="2" name="Footer Placeholder 2">
            <a:extLst>
              <a:ext uri="{FF2B5EF4-FFF2-40B4-BE49-F238E27FC236}">
                <a16:creationId xmlns:a16="http://schemas.microsoft.com/office/drawing/2014/main" id="{A97B587C-F94B-CA63-29EF-09EDA01A604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4656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200" b="1" dirty="0"/>
          </a:p>
          <a:p>
            <a:pPr marL="404813" indent="-387350" defTabSz="431800" rtl="1">
              <a:buNone/>
            </a:pPr>
            <a:r>
              <a:rPr lang="ar" sz="2200" b="1" dirty="0"/>
              <a:t>أ	فهم تشغيل آلية القابض في المركبات الخفيفة ووظيفة مكوناته الرئيسة</a:t>
            </a:r>
          </a:p>
          <a:p>
            <a:pPr marL="404813" indent="-387350" defTabSz="431800" rtl="1">
              <a:buNone/>
            </a:pPr>
            <a:endParaRPr lang="en-GB" altLang="en-US" sz="2200" b="1" dirty="0"/>
          </a:p>
          <a:p>
            <a:pPr marL="404813" indent="-387350" defTabSz="431800" rtl="1">
              <a:buNone/>
            </a:pPr>
            <a:r>
              <a:rPr lang="ar" sz="2200" b="1" dirty="0"/>
              <a:t>ب	فهم تشغيل صندوق التروس في المركبات الخفيفة ووظيفة مكوناته الرئيسة</a:t>
            </a:r>
          </a:p>
          <a:p>
            <a:pPr marL="404813" indent="-387350" defTabSz="431800" rtl="1">
              <a:buNone/>
            </a:pPr>
            <a:endParaRPr lang="en-GB" altLang="en-US" sz="2200" b="1" dirty="0"/>
          </a:p>
          <a:p>
            <a:pPr marL="404813" indent="-387350" defTabSz="431800" rtl="1">
              <a:buNone/>
            </a:pPr>
            <a:r>
              <a:rPr lang="ar" sz="2200" b="1" dirty="0"/>
              <a:t>ج	فهم طريقة تشغيل نظام مجموعة الدفع وناقل الحركة النهائي في المركبات الخفيفة ووظيفة مكوناتهما الرئيسة</a:t>
            </a:r>
          </a:p>
          <a:p>
            <a:pPr marL="404813" indent="-387350" defTabSz="431800" rtl="1">
              <a:buNone/>
            </a:pPr>
            <a:endParaRPr lang="en-GB" altLang="en-US" sz="2200" b="1" dirty="0"/>
          </a:p>
          <a:p>
            <a:pPr marL="404813" indent="-387350" defTabSz="431800" rtl="1">
              <a:buNone/>
            </a:pPr>
            <a:r>
              <a:rPr lang="ar" sz="2200" b="1" dirty="0"/>
              <a:t>د	اكتساب القدرة على إصلاح نظام نقل الحركة في المركبات الخفيفة وصيانته</a:t>
            </a:r>
          </a:p>
        </p:txBody>
      </p:sp>
      <p:sp>
        <p:nvSpPr>
          <p:cNvPr id="2" name="Footer Placeholder 2">
            <a:extLst>
              <a:ext uri="{FF2B5EF4-FFF2-40B4-BE49-F238E27FC236}">
                <a16:creationId xmlns:a16="http://schemas.microsoft.com/office/drawing/2014/main" id="{63FE800A-46ED-EAFD-3B7B-E2AF1FD749E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37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تشغيل آلية القابض في المركبات الخفيفة ووظيفة مكوناته الرئيسة</a:t>
            </a:r>
          </a:p>
        </p:txBody>
      </p:sp>
      <p:sp>
        <p:nvSpPr>
          <p:cNvPr id="2" name="Footer Placeholder 2">
            <a:extLst>
              <a:ext uri="{FF2B5EF4-FFF2-40B4-BE49-F238E27FC236}">
                <a16:creationId xmlns:a16="http://schemas.microsoft.com/office/drawing/2014/main" id="{A635E325-5ADD-8DC0-9C73-01885ACAC2C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0" y="1268760"/>
            <a:ext cx="8208912"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dirty="0"/>
              <a:t>قوابض الإنتاج </a:t>
            </a:r>
          </a:p>
          <a:p>
            <a:pPr marL="0" indent="0" rtl="1">
              <a:buNone/>
            </a:pPr>
            <a:r>
              <a:rPr lang="ar" sz="1600" dirty="0"/>
              <a:t>يتناول هذا الجزء أنواع القوابض اليدوية وطريقة عملها والمكونات الرئيسة لها، إضافة إلى مجموعة من العوامل مثل حسابات العزم وتدفق القدرة في المركبة.</a:t>
            </a:r>
          </a:p>
          <a:p>
            <a:pPr marL="0" indent="0" rtl="1">
              <a:buNone/>
            </a:pPr>
            <a:br>
              <a:rPr lang="en-GB" sz="1400" dirty="0"/>
            </a:br>
            <a:r>
              <a:rPr lang="ar" sz="1600" b="1" dirty="0"/>
              <a:t>أنواع النوابض اللولبية والقرصية: القوابض ذات النوابض اللولبية:</a:t>
            </a:r>
            <a:r>
              <a:rPr lang="ar" sz="1600" dirty="0"/>
              <a:t> يستخدم هذا النوع من القوابض نوابض لولبية للضغط على قرص القابض ضد الحذافة.</a:t>
            </a:r>
            <a:br>
              <a:rPr lang="en-GB" sz="1600" dirty="0"/>
            </a:br>
            <a:r>
              <a:rPr lang="ar" sz="1600" b="1" dirty="0"/>
              <a:t>القوابض ذات النوابض القرصية:</a:t>
            </a:r>
            <a:r>
              <a:rPr lang="ar" sz="1600" dirty="0"/>
              <a:t> يستخدم هذا النوع من القوابض نابض قرصي واحد يضغط على اللوحة عند تشغيلها، ما يوفر تشغيلًا أكثر سلاسة وأقل تآكلًا.</a:t>
            </a:r>
          </a:p>
          <a:p>
            <a:pPr marL="0" indent="0" rtl="1">
              <a:buNone/>
            </a:pPr>
            <a:br>
              <a:rPr lang="en-GB" sz="1600" dirty="0"/>
            </a:br>
            <a:r>
              <a:rPr lang="ar" sz="1600" b="1" dirty="0"/>
              <a:t>القوابض أحادية القرص: </a:t>
            </a:r>
            <a:r>
              <a:rPr lang="ar" sz="1600" dirty="0"/>
              <a:t>هذا هو النوع الأكثر شيوعًا في مركبات الإنتاج، حيث يستخدم قرص احتكاك واحد بين المحرك وناقل الحركة بغرض تحقيق التعشيق وفك التعشيق.</a:t>
            </a:r>
            <a:br>
              <a:rPr lang="en-GB" sz="1600" dirty="0"/>
            </a:br>
            <a:endParaRPr lang="en-GB" sz="1600" dirty="0"/>
          </a:p>
          <a:p>
            <a:pPr marL="0" indent="0" rtl="1">
              <a:buNone/>
            </a:pPr>
            <a:r>
              <a:rPr lang="ar" sz="1600" b="1" dirty="0"/>
              <a:t>القوابض الرطبة والجافة: القوابض الرطبة:</a:t>
            </a:r>
            <a:r>
              <a:rPr lang="ar" sz="1600" dirty="0"/>
              <a:t> تُغمر بالزيت، ما يؤدي إلى تبريد المكونات وتزييتها، وهي شائعة الاستخدام في الدراجات النارية والمركبات عالية الأداء.</a:t>
            </a:r>
            <a:br>
              <a:rPr lang="en-GB" sz="1600" dirty="0"/>
            </a:br>
            <a:r>
              <a:rPr lang="ar" sz="1600" b="1" dirty="0"/>
              <a:t>القوابض الجافة:</a:t>
            </a:r>
            <a:r>
              <a:rPr lang="ar" sz="1600" dirty="0"/>
              <a:t> لا تستخدم الزيت، ما يجعلها أكثر شيوعًا في مركبات الطرق العادية بسبب انخفاض السحب.</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التشغيل اليدوي للقابض ومكوناته</a:t>
            </a:r>
          </a:p>
        </p:txBody>
      </p:sp>
      <p:sp>
        <p:nvSpPr>
          <p:cNvPr id="2" name="Footer Placeholder 2">
            <a:extLst>
              <a:ext uri="{FF2B5EF4-FFF2-40B4-BE49-F238E27FC236}">
                <a16:creationId xmlns:a16="http://schemas.microsoft.com/office/drawing/2014/main" id="{2855957E-4801-6A7B-A5E3-242C596AF71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416041172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190F95DC-F22D-466E-5939-0D7A5F7FE47D}"/>
              </a:ext>
            </a:extLst>
          </p:cNvPr>
          <p:cNvSpPr>
            <a:spLocks noGrp="1" noChangeArrowheads="1"/>
          </p:cNvSpPr>
          <p:nvPr>
            <p:ph sz="half" idx="2"/>
          </p:nvPr>
        </p:nvSpPr>
        <p:spPr bwMode="auto">
          <a:xfrm>
            <a:off x="539552" y="1412776"/>
            <a:ext cx="8280920" cy="31683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dirty="0"/>
              <a:t>قوابض السيارات الرياضية</a:t>
            </a:r>
          </a:p>
          <a:p>
            <a:pPr marL="0" indent="0" rtl="1">
              <a:buNone/>
            </a:pPr>
            <a:br>
              <a:rPr lang="en-GB" sz="1400" dirty="0"/>
            </a:br>
            <a:r>
              <a:rPr lang="ar" sz="1600" b="1" dirty="0"/>
              <a:t>القوابض الذراعية:</a:t>
            </a:r>
            <a:br>
              <a:rPr lang="en-GB" sz="1600" dirty="0"/>
            </a:br>
            <a:r>
              <a:rPr lang="ar" sz="1600" dirty="0"/>
              <a:t>تُصمم القوابض الذراعية بهدف تحقيق الأداء العالي، وهي خفيفة الوزن وذات أسطح احتكاك أقل، وتعتبر مثالية للسيارات الرياضية بفضل قدرتها على التعشيق السريع.</a:t>
            </a:r>
          </a:p>
          <a:p>
            <a:pPr marL="0" indent="0" rtl="1">
              <a:buNone/>
            </a:pPr>
            <a:br>
              <a:rPr lang="en-GB" sz="1600" dirty="0"/>
            </a:br>
            <a:r>
              <a:rPr lang="ar" sz="1600" b="1" dirty="0"/>
              <a:t>القوابض الانزلاقية:</a:t>
            </a:r>
            <a:br>
              <a:rPr lang="en-GB" sz="1600" dirty="0"/>
            </a:br>
            <a:r>
              <a:rPr lang="ar" sz="1600" dirty="0"/>
              <a:t>تعمل هذه القوابض الشائعة في دراجات السباق النارية على منع انغلاق العجلات في أثناء خفض السرعة الشديد عن طريق فك التعشيق جزئيًا وذلك عند تجاوز سرعة المحرك لحدٍ معينٍ.</a:t>
            </a:r>
          </a:p>
          <a:p>
            <a:pPr marL="0" indent="0" rtl="1">
              <a:buNone/>
            </a:pPr>
            <a:br>
              <a:rPr lang="en-GB" sz="1600" dirty="0"/>
            </a:br>
            <a:r>
              <a:rPr lang="ar" sz="1600" b="1" dirty="0"/>
              <a:t>القوابض متعددة الأقراص:</a:t>
            </a:r>
            <a:br>
              <a:rPr lang="en-GB" sz="1600" dirty="0"/>
            </a:br>
            <a:r>
              <a:rPr lang="ar" sz="1600" dirty="0"/>
              <a:t>تستخدم هذه القوابض أقراص احتكاك متعددة لتحمل المزيد من عزم الدوران، وغالبًا ما توجد في المركبات عالية الأداء ومركبات السباق. وتوفر سطح اتصال أكبر لنقل عزم الدوران مقارنةً بالقوابض أحادية القرص.</a:t>
            </a:r>
          </a:p>
          <a:p>
            <a:pPr marL="0" indent="0" rtl="1">
              <a:buNone/>
            </a:pPr>
            <a:endParaRPr lang="en-GB" sz="1250" dirty="0"/>
          </a:p>
        </p:txBody>
      </p:sp>
      <p:sp>
        <p:nvSpPr>
          <p:cNvPr id="2" name="Footer Placeholder 2">
            <a:extLst>
              <a:ext uri="{FF2B5EF4-FFF2-40B4-BE49-F238E27FC236}">
                <a16:creationId xmlns:a16="http://schemas.microsoft.com/office/drawing/2014/main" id="{DB04EA2C-AC42-B941-A424-A65826F067D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938088390"/>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12317" y="1124744"/>
            <a:ext cx="5348774"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تعشيق القابض (أحادي القرص ومتعدد الأقراص) وفك تعشيقه</a:t>
            </a:r>
            <a:br>
              <a:rPr lang="en-GB" sz="1600" dirty="0"/>
            </a:br>
            <a:br>
              <a:rPr lang="en-GB" sz="1600" dirty="0"/>
            </a:br>
            <a:r>
              <a:rPr lang="ar" sz="1600" b="1" dirty="0"/>
              <a:t>القوابض أحادية القرص: </a:t>
            </a:r>
            <a:r>
              <a:rPr lang="ar" sz="1600" dirty="0"/>
              <a:t>تدخل هذه القوابض وضع التعشيق عندما ينقل قرص الاحتكاك، الذي يجري تثبيته بين لوحة الضغط والحذافة، قدرة المحرك إلى صندوق التروس. بينما يكون في وضع فك التعشيق عند الضغط على دواسة القابض، وهو ما يؤدي إلى تحريك محمل التحرير والفصل بين أسطح الاحتكاك.</a:t>
            </a:r>
            <a:br>
              <a:rPr lang="en-GB" sz="1600" dirty="0"/>
            </a:br>
            <a:r>
              <a:rPr lang="ar" sz="1600" b="1" dirty="0"/>
              <a:t>القوابض متعددة الأقراص: </a:t>
            </a:r>
            <a:r>
              <a:rPr lang="ar" sz="1600" dirty="0"/>
              <a:t>تعمل بشكلٍ مشابه ولكنها تحتوي على أقراص متعددة. وتوفر تبديدًا أفضل للحرارة وهي مثالية للتعامل مع القدرة وعزم الدوران الأعلى في تطبيقات السيارات الرياضية.</a:t>
            </a:r>
          </a:p>
          <a:p>
            <a:pPr marL="0" indent="0" rtl="1">
              <a:buNone/>
            </a:pPr>
            <a:endParaRPr lang="en-GB" sz="1600" dirty="0"/>
          </a:p>
          <a:p>
            <a:pPr marL="0" indent="0" rtl="1">
              <a:buNone/>
            </a:pPr>
            <a:r>
              <a:rPr lang="ar" sz="1600" b="1" dirty="0"/>
              <a:t>لوحة الضغط والقرص ومحامل التحرير والحذافة</a:t>
            </a:r>
            <a:br>
              <a:rPr lang="en-GB" sz="1600" dirty="0"/>
            </a:br>
            <a:br>
              <a:rPr lang="en-GB" sz="1600" dirty="0"/>
            </a:br>
            <a:r>
              <a:rPr lang="ar" sz="1600" b="1" dirty="0"/>
              <a:t>لوحة الضغط</a:t>
            </a:r>
            <a:r>
              <a:rPr lang="ar" sz="1600" dirty="0"/>
              <a:t>: مكون أساسي يطبق القدرة على قرص القابض ويثبته عكس الحذافة. ويضمن تحقيق التعشيق وفك التعشيق بشكلٍ صحيح.</a:t>
            </a:r>
            <a:br>
              <a:rPr lang="en-GB" sz="1600" dirty="0"/>
            </a:br>
            <a:r>
              <a:rPr lang="ar" sz="1600" b="1" dirty="0"/>
              <a:t>قرص القابض: </a:t>
            </a:r>
            <a:r>
              <a:rPr lang="ar" sz="1600" dirty="0"/>
              <a:t>مصنوع من مادة عالية الاحتكاك، ويمثل المكون الذي ينقل عزم دوران المحرك إلى صندوق التروس. ويجب أن يحقق التصميم والمواد التوازن بين المتانة والأداء.</a:t>
            </a:r>
            <a:br>
              <a:rPr lang="en-GB" sz="1600" dirty="0"/>
            </a:br>
            <a:r>
              <a:rPr lang="ar" sz="1600" b="1" dirty="0"/>
              <a:t>محامل التحرير: </a:t>
            </a:r>
            <a:r>
              <a:rPr lang="ar" sz="1600" dirty="0"/>
              <a:t>محمل يتحرك عكس لوحة الضغط لفصل القابض عند الضغط على الدواسة، ويسمح بفك التعشيق بشكلٍ سلس وسهل.</a:t>
            </a:r>
            <a:br>
              <a:rPr lang="en-GB" sz="1600" dirty="0"/>
            </a:br>
            <a:r>
              <a:rPr lang="ar" sz="1600" b="1" dirty="0"/>
              <a:t>الحذافة: </a:t>
            </a:r>
            <a:r>
              <a:rPr lang="ar" sz="1600" dirty="0"/>
              <a:t>مكون دائري ثقيل متصل بعمود الكرنك في المحرك، ويعمل على تخزين الطاقة الدورانية ويساعد على تخفيف نبضات المحرك. ويضغط قرص القابض عليه بغرض نقل القدرة.</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التشغيل اليدوي للقابض ومكوناته</a:t>
            </a:r>
          </a:p>
        </p:txBody>
      </p:sp>
      <p:sp>
        <p:nvSpPr>
          <p:cNvPr id="2" name="TextBox 1"/>
          <p:cNvSpPr txBox="1"/>
          <p:nvPr/>
        </p:nvSpPr>
        <p:spPr>
          <a:xfrm>
            <a:off x="1217584" y="4725144"/>
            <a:ext cx="933269"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أقراص القابض</a:t>
            </a:r>
          </a:p>
        </p:txBody>
      </p:sp>
      <p:sp>
        <p:nvSpPr>
          <p:cNvPr id="3" name="Footer Placeholder 2">
            <a:extLst>
              <a:ext uri="{FF2B5EF4-FFF2-40B4-BE49-F238E27FC236}">
                <a16:creationId xmlns:a16="http://schemas.microsoft.com/office/drawing/2014/main" id="{086FBE6F-AEB9-E97C-CD84-C2E64EE0A36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lose-up of a machine&#10;&#10;Description automatically generated">
            <a:extLst>
              <a:ext uri="{FF2B5EF4-FFF2-40B4-BE49-F238E27FC236}">
                <a16:creationId xmlns:a16="http://schemas.microsoft.com/office/drawing/2014/main" id="{D3EFCE62-67BA-BA80-661C-A24B001A0B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59982" y="2420888"/>
            <a:ext cx="3109347" cy="2182677"/>
          </a:xfrm>
          <a:prstGeom prst="rect">
            <a:avLst/>
          </a:prstGeom>
        </p:spPr>
      </p:pic>
    </p:spTree>
    <p:extLst>
      <p:ext uri="{BB962C8B-B14F-4D97-AF65-F5344CB8AC3E}">
        <p14:creationId xmlns:p14="http://schemas.microsoft.com/office/powerpoint/2010/main" val="1993633252"/>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568952"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التصميم الإنشائي واستخدام المواد</a:t>
            </a:r>
            <a:br>
              <a:rPr lang="en-GB" sz="1600" dirty="0"/>
            </a:br>
            <a:br>
              <a:rPr lang="en-GB" sz="1600" dirty="0"/>
            </a:br>
            <a:r>
              <a:rPr lang="ar" sz="1600" b="1" dirty="0"/>
              <a:t>بطانات الاحتكاك: </a:t>
            </a:r>
            <a:r>
              <a:rPr lang="ar" sz="1600" dirty="0"/>
              <a:t>عادةً ما تكون مصنوعة من المواد العضوية أو المعادن الملبدة أو المركبات السيراميكية. وتوفر هذه المواد الاحتكاك اللازم لنقل العزم.</a:t>
            </a:r>
            <a:br>
              <a:rPr lang="en-GB" sz="1600" dirty="0"/>
            </a:br>
            <a:r>
              <a:rPr lang="ar" sz="1600" b="1" dirty="0"/>
              <a:t>ألواح التشغيل وأسطح الاحتكاك: </a:t>
            </a:r>
            <a:r>
              <a:rPr lang="ar" sz="1600" dirty="0"/>
              <a:t>تُصنع ألواح الدفع من الفولاذ عالي القدرة، في حين أن أسطح الاحتكاك غالبًا ما تكون مصممة بغرض مقاومة التآكل وتوفير التماسك الفعال.</a:t>
            </a:r>
            <a:br>
              <a:rPr lang="en-GB" sz="1600" dirty="0"/>
            </a:br>
            <a:r>
              <a:rPr lang="ar" sz="1600" b="1" dirty="0"/>
              <a:t>النوابض: </a:t>
            </a:r>
            <a:r>
              <a:rPr lang="ar" sz="1600" dirty="0"/>
              <a:t>تضمن النوابض اللولبية أو القرصية أن يظل قرص القابض ملامسًا للحذافة عند التعشيق وتساعد على عملية فك التعشيق عند الضغط على دواسة القابض.</a:t>
            </a:r>
          </a:p>
          <a:p>
            <a:pPr marL="0" indent="0" rtl="1">
              <a:buNone/>
            </a:pPr>
            <a:endParaRPr lang="en-GB" sz="1600" dirty="0"/>
          </a:p>
          <a:p>
            <a:pPr marL="0" indent="0" rtl="1">
              <a:buNone/>
            </a:pPr>
            <a:r>
              <a:rPr lang="ar" sz="1600" b="1" dirty="0"/>
              <a:t>حسابات عزم الدوران ومعامل الاحتكاك</a:t>
            </a:r>
            <a:br>
              <a:rPr lang="en-GB" sz="1600" dirty="0"/>
            </a:br>
            <a:br>
              <a:rPr lang="en-GB" sz="1600" dirty="0"/>
            </a:br>
            <a:r>
              <a:rPr lang="ar" sz="1600" b="1" dirty="0"/>
              <a:t>حساب عزم الدوران: </a:t>
            </a:r>
            <a:r>
              <a:rPr lang="ar" sz="1600" dirty="0"/>
              <a:t>يجب أن يكون القابض قادرًا على التعامل مع عزم الدوران الناتج عن المحرك. تعتمد معادلة عزم الدوران في نظام القابض على قدرة الاحتكاك بين قرص القابض والحذافة، مضروبة في نصف القطر وعدد الألواح.</a:t>
            </a:r>
          </a:p>
          <a:p>
            <a:pPr marL="0" indent="0" rtl="1">
              <a:buNone/>
            </a:pPr>
            <a:endParaRPr lang="en-GB" sz="1400" dirty="0"/>
          </a:p>
          <a:p>
            <a:pPr marL="0" indent="0" rtl="1">
              <a:buNone/>
            </a:pPr>
            <a:endParaRPr lang="en-GB" sz="1400" dirty="0"/>
          </a:p>
          <a:p>
            <a:pPr marL="0" indent="0" rtl="1">
              <a:buNone/>
            </a:pPr>
            <a:endParaRPr lang="en-GB" sz="1400" dirty="0"/>
          </a:p>
          <a:p>
            <a:pPr marL="0" indent="0" rtl="1">
              <a:buNone/>
            </a:pPr>
            <a:endParaRPr lang="en-GB" sz="1400" dirty="0"/>
          </a:p>
          <a:p>
            <a:pPr marL="0" indent="0" rtl="1">
              <a:buNone/>
            </a:pPr>
            <a:endParaRPr lang="en-GB" sz="1400" dirty="0"/>
          </a:p>
          <a:p>
            <a:pPr marL="0" indent="0" rtl="1">
              <a:buNone/>
            </a:pPr>
            <a:endParaRPr lang="en-GB" sz="1400" dirty="0"/>
          </a:p>
          <a:p>
            <a:pPr marL="0" indent="0" rtl="1">
              <a:buNone/>
            </a:pPr>
            <a:r>
              <a:rPr lang="ar" sz="1600" b="1" dirty="0"/>
              <a:t>معامل الاحتكاك: </a:t>
            </a:r>
            <a:r>
              <a:rPr lang="ar" sz="1600" dirty="0"/>
              <a:t>هو قياس مقدار الاحتكاك بين لوحة القابض والحذافة. ويؤثر في مقدار عزم الدوران الذي يمكن نقله دون انزلاق.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التشغيل اليدوي للقابض ومكوناته</a:t>
            </a:r>
          </a:p>
        </p:txBody>
      </p:sp>
      <p:pic>
        <p:nvPicPr>
          <p:cNvPr id="3" name="Picture 2"/>
          <p:cNvPicPr>
            <a:picLocks noChangeAspect="1"/>
          </p:cNvPicPr>
          <p:nvPr/>
        </p:nvPicPr>
        <p:blipFill>
          <a:blip r:embed="rId4"/>
          <a:srcRect t="77370" r="75528"/>
          <a:stretch/>
        </p:blipFill>
        <p:spPr>
          <a:xfrm>
            <a:off x="5380086" y="5445224"/>
            <a:ext cx="956618" cy="252746"/>
          </a:xfrm>
          <a:prstGeom prst="rect">
            <a:avLst/>
          </a:prstGeom>
        </p:spPr>
      </p:pic>
      <p:sp>
        <p:nvSpPr>
          <p:cNvPr id="2" name="TextBox 1">
            <a:extLst>
              <a:ext uri="{FF2B5EF4-FFF2-40B4-BE49-F238E27FC236}">
                <a16:creationId xmlns:a16="http://schemas.microsoft.com/office/drawing/2014/main" id="{90AC16AA-539A-81F3-E7BC-D6B59C5E6DCE}"/>
              </a:ext>
            </a:extLst>
          </p:cNvPr>
          <p:cNvSpPr txBox="1"/>
          <p:nvPr/>
        </p:nvSpPr>
        <p:spPr>
          <a:xfrm>
            <a:off x="4368676" y="4633972"/>
            <a:ext cx="1944216" cy="246221"/>
          </a:xfrm>
          <a:prstGeom prst="rect">
            <a:avLst/>
          </a:prstGeom>
          <a:solidFill>
            <a:schemeClr val="bg1"/>
          </a:solidFill>
        </p:spPr>
        <p:txBody>
          <a:bodyPr wrap="square" lIns="0" tIns="0" rIns="0" bIns="0" rtlCol="0">
            <a:spAutoFit/>
          </a:bodyPr>
          <a:lstStyle/>
          <a:p>
            <a:r>
              <a:rPr lang="ur-PK" sz="1600" b="1" dirty="0">
                <a:latin typeface="Sakkal Majalla" panose="02000000000000000000" pitchFamily="2" charset="-78"/>
                <a:cs typeface="Sakkal Majalla" panose="02000000000000000000" pitchFamily="2" charset="-78"/>
              </a:rPr>
              <a:t>كيف يُحسَب عزم الدوران؟</a:t>
            </a:r>
            <a:endParaRPr lang="en-US" sz="1600" b="1"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4B4397FF-10EA-C9A0-225E-306F8B872722}"/>
              </a:ext>
            </a:extLst>
          </p:cNvPr>
          <p:cNvSpPr txBox="1"/>
          <p:nvPr/>
        </p:nvSpPr>
        <p:spPr>
          <a:xfrm>
            <a:off x="2475954" y="4893328"/>
            <a:ext cx="3836938" cy="430887"/>
          </a:xfrm>
          <a:prstGeom prst="rect">
            <a:avLst/>
          </a:prstGeom>
          <a:solidFill>
            <a:schemeClr val="bg1"/>
          </a:solidFill>
        </p:spPr>
        <p:txBody>
          <a:bodyPr wrap="square" lIns="0" tIns="0" rIns="0" bIns="0" rtlCol="0">
            <a:spAutoFit/>
          </a:bodyPr>
          <a:lstStyle/>
          <a:p>
            <a:r>
              <a:rPr lang="ur-PK" sz="1400" dirty="0">
                <a:latin typeface="Sakkal Majalla" panose="02000000000000000000" pitchFamily="2" charset="-78"/>
                <a:cs typeface="Sakkal Majalla" panose="02000000000000000000" pitchFamily="2" charset="-78"/>
              </a:rPr>
              <a:t>مقدار متجه عزم الدوران</a:t>
            </a:r>
            <a:r>
              <a:rPr lang="en-US" sz="1400" i="1" dirty="0">
                <a:latin typeface="Sakkal Majalla" panose="02000000000000000000" pitchFamily="2" charset="-78"/>
                <a:cs typeface="Sakkal Majalla" panose="02000000000000000000" pitchFamily="2" charset="-78"/>
              </a:rPr>
              <a:t> t </a:t>
            </a:r>
            <a:r>
              <a:rPr lang="ur-PK" sz="1400" dirty="0">
                <a:latin typeface="Sakkal Majalla" panose="02000000000000000000" pitchFamily="2" charset="-78"/>
                <a:cs typeface="Sakkal Majalla" panose="02000000000000000000" pitchFamily="2" charset="-78"/>
              </a:rPr>
              <a:t>لعزم الدوران الناتج عن قوة معينة</a:t>
            </a:r>
            <a:br>
              <a:rPr lang="en-US" sz="1400" dirty="0">
                <a:latin typeface="Sakkal Majalla" panose="02000000000000000000" pitchFamily="2" charset="-78"/>
                <a:cs typeface="Sakkal Majalla" panose="02000000000000000000" pitchFamily="2" charset="-78"/>
              </a:rPr>
            </a:br>
            <a:r>
              <a:rPr lang="en-US" sz="1400" i="1" dirty="0">
                <a:latin typeface="Sakkal Majalla" panose="02000000000000000000" pitchFamily="2" charset="-78"/>
                <a:cs typeface="Sakkal Majalla" panose="02000000000000000000" pitchFamily="2" charset="-78"/>
              </a:rPr>
              <a:t>F</a:t>
            </a:r>
            <a:r>
              <a:rPr lang="en-US" sz="1400" dirty="0">
                <a:latin typeface="Sakkal Majalla" panose="02000000000000000000" pitchFamily="2" charset="-78"/>
                <a:cs typeface="Sakkal Majalla" panose="02000000000000000000" pitchFamily="2" charset="-78"/>
              </a:rPr>
              <a:t> </a:t>
            </a:r>
            <a:r>
              <a:rPr lang="ar-EG" sz="1400" dirty="0">
                <a:latin typeface="Sakkal Majalla" panose="02000000000000000000" pitchFamily="2" charset="-78"/>
                <a:cs typeface="Sakkal Majalla" panose="02000000000000000000" pitchFamily="2" charset="-78"/>
              </a:rPr>
              <a:t> </a:t>
            </a:r>
            <a:r>
              <a:rPr lang="ur-PK" sz="1400" dirty="0">
                <a:latin typeface="Sakkal Majalla" panose="02000000000000000000" pitchFamily="2" charset="-78"/>
                <a:cs typeface="Sakkal Majalla" panose="02000000000000000000" pitchFamily="2" charset="-78"/>
              </a:rPr>
              <a:t>هو</a:t>
            </a:r>
            <a:endParaRPr lang="en-US" sz="14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4D174CA-8CA1-CF97-6563-1AB6C937328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905947884"/>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412776"/>
            <a:ext cx="8496944"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100" b="1" dirty="0"/>
              <a:t>تدفق القدرة في نظام القابض</a:t>
            </a:r>
            <a:br>
              <a:rPr lang="en-GB" sz="1900" dirty="0"/>
            </a:br>
            <a:r>
              <a:rPr lang="ar" sz="1600" b="1" dirty="0"/>
              <a:t>تدفق القدرة في المحرك: </a:t>
            </a:r>
            <a:r>
              <a:rPr lang="ar" sz="1600" dirty="0"/>
              <a:t>عند تعشيق القابض، تتدفق القدرة من عمود الكرنك في المحرك إلى الحذافة ومنها، ومن خلال قرص القابض، إلى ناقل الحركة.</a:t>
            </a:r>
            <a:br>
              <a:rPr lang="en-GB" sz="1600" dirty="0"/>
            </a:br>
            <a:r>
              <a:rPr lang="ar" sz="1600" b="1" dirty="0"/>
              <a:t>تدفق القدرة في الدواسة: </a:t>
            </a:r>
            <a:r>
              <a:rPr lang="ar" sz="1600" dirty="0"/>
              <a:t>عند الضغط على دواسة القابض، يتسبب ذلك في دفع محمل التحرير في قبالة النابض اللولبي أو النابض القرصي، ما يؤدي إلى فك تعشيق القابض. يؤدي ذلك إلى فصل المحرك عن صندوق التروس، وهو ما يسمح بتغيير التروس.</a:t>
            </a:r>
          </a:p>
          <a:p>
            <a:pPr marL="0" indent="0" rtl="1">
              <a:buNone/>
            </a:pPr>
            <a:endParaRPr lang="en-GB" altLang="en-US" sz="1400" b="1" dirty="0"/>
          </a:p>
          <a:p>
            <a:pPr marL="0" indent="0" rtl="1">
              <a:buNone/>
            </a:pPr>
            <a:r>
              <a:rPr lang="ar" sz="1600" b="1" dirty="0"/>
              <a:t>أ2 التشغيل الآلي للقابض ومكوناته</a:t>
            </a:r>
          </a:p>
          <a:p>
            <a:pPr marL="0" indent="0" rtl="1">
              <a:buNone/>
            </a:pPr>
            <a:r>
              <a:rPr lang="ar" sz="1600" dirty="0"/>
              <a:t>يتناول هذا الجزء مكونات ومبادئ تشغيل القوابض الآلية، مع التركيز على الحذافة السائلية ومحولات عزم الدوران، إضافة إلى تطورها.</a:t>
            </a:r>
          </a:p>
          <a:p>
            <a:pPr marL="0" indent="0" rtl="1">
              <a:buNone/>
            </a:pPr>
            <a:endParaRPr lang="en-GB" sz="1400" dirty="0"/>
          </a:p>
          <a:p>
            <a:pPr marL="0" indent="0" rtl="1">
              <a:buNone/>
            </a:pPr>
            <a:r>
              <a:rPr lang="ar" sz="2000" b="1" dirty="0"/>
              <a:t>مكونات القابض الآلي</a:t>
            </a:r>
          </a:p>
          <a:p>
            <a:pPr marL="0" indent="0" rtl="1">
              <a:buNone/>
            </a:pPr>
            <a:r>
              <a:rPr lang="ar" sz="1600" b="1" dirty="0"/>
              <a:t>نظرة عامة على القابض الآلي: </a:t>
            </a:r>
            <a:r>
              <a:rPr lang="ar" sz="1600" dirty="0"/>
              <a:t>على عكس القوابض اليدوية، يجري تعشيق القوابض الآلية وفكها تلقائيًا دون أن يحتاج السائق إلى الضغط على دواسة القابض.</a:t>
            </a:r>
          </a:p>
          <a:p>
            <a:pPr marL="0" indent="0" rtl="1">
              <a:buNone/>
            </a:pPr>
            <a:r>
              <a:rPr lang="ar" sz="1600" b="1" dirty="0"/>
              <a:t>المكونات الرئيسة:</a:t>
            </a:r>
            <a:br>
              <a:rPr lang="en-GB" sz="1600" dirty="0"/>
            </a:br>
            <a:r>
              <a:rPr lang="ar" sz="1600" b="1" dirty="0"/>
              <a:t>محول عزم الدوران: </a:t>
            </a:r>
            <a:r>
              <a:rPr lang="ar" sz="1600" dirty="0"/>
              <a:t>جهاز قارنة سائلية يحل محل القابض التقليدي في المركبات الآلية، ما يسمح بنقل سلس لقدرة المحرك إلى ناقل الحركة.</a:t>
            </a:r>
            <a:br>
              <a:rPr lang="en-GB" sz="1600" dirty="0"/>
            </a:br>
            <a:r>
              <a:rPr lang="ar" sz="1600" b="1" dirty="0"/>
              <a:t>المضخة (الدافعة): </a:t>
            </a:r>
            <a:r>
              <a:rPr lang="ar" sz="1600" dirty="0"/>
              <a:t>تتصل بالمحرك وتدور معه، ما يدفع السائل داخل المحول.</a:t>
            </a:r>
            <a:br>
              <a:rPr lang="en-GB" sz="1600" dirty="0"/>
            </a:br>
            <a:r>
              <a:rPr lang="ar" sz="1600" b="1" dirty="0"/>
              <a:t>التوربين: </a:t>
            </a:r>
            <a:r>
              <a:rPr lang="ar" sz="1600" dirty="0"/>
              <a:t>يتصل بنظام نقل الحركة، ويستقبل السائل من المضخة وينقل العزم إلى ناقل الحركة.</a:t>
            </a:r>
            <a:br>
              <a:rPr lang="en-GB" sz="1600" dirty="0"/>
            </a:br>
            <a:r>
              <a:rPr lang="ar" sz="1600" b="1" dirty="0"/>
              <a:t>الجزء الثابت </a:t>
            </a:r>
            <a:r>
              <a:rPr lang="ar" sz="1600" dirty="0"/>
              <a:t>مكون ثابت يعيد توجيه السائل بين التوربين والدافعة بهدف تحسين الكفاءة.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التشغيل اليدوي للقابض ومكوناته</a:t>
            </a:r>
          </a:p>
        </p:txBody>
      </p:sp>
      <p:sp>
        <p:nvSpPr>
          <p:cNvPr id="5"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7246" y="2204864"/>
            <a:ext cx="864326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14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79615EA-ABB3-CA7B-21A2-3A3A7173A2C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887341592"/>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588A83A9-747D-F8C6-FD7E-6D7753D76A95}"/>
              </a:ext>
            </a:extLst>
          </p:cNvPr>
          <p:cNvSpPr>
            <a:spLocks noGrp="1" noChangeArrowheads="1"/>
          </p:cNvSpPr>
          <p:nvPr>
            <p:ph sz="half" idx="2"/>
          </p:nvPr>
        </p:nvSpPr>
        <p:spPr bwMode="auto">
          <a:xfrm>
            <a:off x="323528" y="1556792"/>
            <a:ext cx="856895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الحذافة السائلية (الدافعة والتوربين)</a:t>
            </a:r>
            <a:br>
              <a:rPr lang="en-GB" sz="1400" dirty="0"/>
            </a:br>
            <a:r>
              <a:rPr lang="ar" sz="1600" b="1" dirty="0"/>
              <a:t>الحذافة السائلية: </a:t>
            </a:r>
            <a:r>
              <a:rPr lang="ar" sz="1600" dirty="0"/>
              <a:t>جهاز قارنة سائلية يُستخدم في بعض أنظمة نقل الحركة الآلية القديمة لربط المحرك بنظام نقل الحركة. ويعتمد على مجموعة من الشفرات الدوارة (الدافعة) المدفوعة بواسطة قدرة المحرك تتمثل وظيفتها في رش السائل على التوربين، ما يتسبب في دورانه وبالتالي تشغيل ناقل الحركة.</a:t>
            </a:r>
          </a:p>
          <a:p>
            <a:pPr marL="0" indent="0" rtl="1">
              <a:buNone/>
            </a:pPr>
            <a:r>
              <a:rPr lang="ar" sz="1600" b="1" dirty="0"/>
              <a:t>الدافعة: </a:t>
            </a:r>
            <a:r>
              <a:rPr lang="ar" sz="1600" dirty="0"/>
              <a:t>تتمثل وظيفة هذا المكون المتصل بالمحرك في توجيه السائل إلى التوربين لنقل القدرة.</a:t>
            </a:r>
          </a:p>
          <a:p>
            <a:pPr marL="0" indent="0" rtl="1">
              <a:buNone/>
            </a:pPr>
            <a:r>
              <a:rPr lang="ar" sz="1600" b="1" dirty="0"/>
              <a:t>التوربين: </a:t>
            </a:r>
            <a:r>
              <a:rPr lang="ar" sz="1600" dirty="0"/>
              <a:t>يستقبل الطاقة السائلية من الدافعة وينقلها إلى صندوق التروس.</a:t>
            </a:r>
            <a:br>
              <a:rPr lang="en-GB" sz="1600" dirty="0"/>
            </a:br>
            <a:r>
              <a:rPr lang="ar" sz="1600" dirty="0"/>
              <a:t>وتوفر الحذافة السائلية نقل سلس لعزم الدوران، لكنها تتمتع بكفاءة محدودة مقارنةً بمحوّلات العزم الحديثة.</a:t>
            </a:r>
          </a:p>
          <a:p>
            <a:pPr marL="0" indent="0" rtl="1">
              <a:buNone/>
            </a:pPr>
            <a:endParaRPr lang="en-GB" sz="1400" dirty="0"/>
          </a:p>
          <a:p>
            <a:pPr marL="0" indent="0" rtl="1">
              <a:buNone/>
            </a:pPr>
            <a:r>
              <a:rPr lang="ar" sz="2000" b="1" dirty="0"/>
              <a:t>مكونات محول عزم الدوران (الدافعة، التوربين، الجزء الثابت، القابض أحادي الاتجاه)</a:t>
            </a:r>
            <a:br>
              <a:rPr lang="en-GB" sz="1400" dirty="0"/>
            </a:br>
            <a:r>
              <a:rPr lang="ar" sz="1600" b="1" dirty="0"/>
              <a:t>محول عزم الدوران: </a:t>
            </a:r>
            <a:r>
              <a:rPr lang="ar" sz="1600" dirty="0"/>
              <a:t>نسخة متطورة من الحذافة السائلية، مصممة بهدف توفير كفاءة أكبر ومضاعفة عزم الدوران.</a:t>
            </a:r>
            <a:br>
              <a:rPr lang="en-GB" sz="1600" dirty="0"/>
            </a:br>
            <a:r>
              <a:rPr lang="ar" sz="1600" b="1" dirty="0"/>
              <a:t>الدافعة: </a:t>
            </a:r>
            <a:r>
              <a:rPr lang="ar" sz="1600" dirty="0"/>
              <a:t>كما هو الحال مع الحذافة السائلية، يجري توصيل الدافعة بالمحرك وتعمل على تدوير السائل داخل المحول.</a:t>
            </a:r>
            <a:br>
              <a:rPr lang="en-GB" sz="1600" dirty="0"/>
            </a:br>
            <a:r>
              <a:rPr lang="ar" sz="1600" b="1" dirty="0"/>
              <a:t>التوربين: </a:t>
            </a:r>
            <a:r>
              <a:rPr lang="ar" sz="1600" dirty="0"/>
              <a:t>يتصل بناقل الحركة، ويجري تشغيله بواسطة السائل القادم من الدافعة، ما يسفر عن نقل العزم إلى نظام الدفع.</a:t>
            </a:r>
            <a:br>
              <a:rPr lang="en-GB" sz="1600" dirty="0"/>
            </a:br>
            <a:r>
              <a:rPr lang="ar" sz="1600" b="1" dirty="0"/>
              <a:t>الجزء الثابت </a:t>
            </a:r>
            <a:r>
              <a:rPr lang="ar" sz="1600" dirty="0"/>
              <a:t>يقع بين الدافعة والتوربين، ويعيد توجيه السائل العائد من التوربين إلى الدافعة، ما يزيد من خرج عزم الدوران ويحسن الكفاءة.</a:t>
            </a:r>
            <a:br>
              <a:rPr lang="en-GB" sz="1600" dirty="0"/>
            </a:br>
            <a:r>
              <a:rPr lang="ar" sz="1600" b="1" dirty="0"/>
              <a:t>القابض أحادي الاتجاه: </a:t>
            </a:r>
            <a:r>
              <a:rPr lang="ar" sz="1600" dirty="0"/>
              <a:t>يسمح للعضو الثابت بالدوران في اتجاه واحد ولكنه يثبته في الاتجاه الآخر، وهو ما يساعد على تحقيق مضاعفة عزم الدوران في أثناء التسارع.</a:t>
            </a:r>
          </a:p>
          <a:p>
            <a:pPr marL="0" indent="0" rtl="1">
              <a:buNone/>
            </a:pPr>
            <a:endParaRPr lang="en-GB" sz="1100" dirty="0"/>
          </a:p>
        </p:txBody>
      </p:sp>
      <p:sp>
        <p:nvSpPr>
          <p:cNvPr id="6" name="Rectangle 1">
            <a:extLst>
              <a:ext uri="{FF2B5EF4-FFF2-40B4-BE49-F238E27FC236}">
                <a16:creationId xmlns:a16="http://schemas.microsoft.com/office/drawing/2014/main" id="{06061A45-3900-7A5A-4A4A-1C51748B37BB}"/>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التشغيل الآلي للقابض ومكوناته </a:t>
            </a:r>
          </a:p>
        </p:txBody>
      </p:sp>
      <p:sp>
        <p:nvSpPr>
          <p:cNvPr id="2" name="Footer Placeholder 2">
            <a:extLst>
              <a:ext uri="{FF2B5EF4-FFF2-40B4-BE49-F238E27FC236}">
                <a16:creationId xmlns:a16="http://schemas.microsoft.com/office/drawing/2014/main" id="{681729D5-C391-F0D5-A656-8247C98CD69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2601411050"/>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63889" y="1268760"/>
            <a:ext cx="5533359"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مبادئ تشغيل الحذافات السائلية</a:t>
            </a:r>
            <a:br>
              <a:rPr lang="en-GB" sz="1800" dirty="0"/>
            </a:br>
            <a:br>
              <a:rPr lang="en-GB" sz="1400" dirty="0"/>
            </a:br>
            <a:r>
              <a:rPr lang="ar" sz="1600" b="1" dirty="0"/>
              <a:t>تشغيل الحذافة السائلية: </a:t>
            </a:r>
            <a:r>
              <a:rPr lang="ar" sz="1600" dirty="0"/>
              <a:t>تعمل وفق مبدأ القارنة السائلية. تتسبب قدرة المحرك في تشغيل الدافعة، التي تلقي السائل على التوربين، الذي يعمل بدوره على تشغيل ناقل الحركة. ورغم أن القدرة تُنقل بسلاسة، يمكن أن يؤدي ذلك إلى فقدان الطاقة بسبب الانزلاق.</a:t>
            </a:r>
            <a:br>
              <a:rPr lang="en-GB" sz="1600" dirty="0"/>
            </a:br>
            <a:r>
              <a:rPr lang="ar" sz="1600" b="1" dirty="0"/>
              <a:t>المزايا:</a:t>
            </a:r>
            <a:br>
              <a:rPr lang="en-GB" sz="1600" dirty="0"/>
            </a:br>
            <a:r>
              <a:rPr lang="ar" sz="1600" dirty="0"/>
              <a:t>تحقيق التعشيق بشكلٍ أكثر سلاسة من القوابض الميكانيكية.</a:t>
            </a:r>
            <a:br>
              <a:rPr lang="en-GB" sz="1600" dirty="0"/>
            </a:br>
            <a:r>
              <a:rPr lang="ar" sz="1600" dirty="0"/>
              <a:t>والحد من التآكل والتمزق عن طريق تقليل الاحتكاك المباشر بين المكونات.</a:t>
            </a:r>
          </a:p>
          <a:p>
            <a:pPr marL="0" indent="0" rtl="1">
              <a:buNone/>
            </a:pPr>
            <a:endParaRPr lang="en-GB" sz="1800" dirty="0"/>
          </a:p>
          <a:p>
            <a:pPr marL="0" indent="0" rtl="1">
              <a:buNone/>
            </a:pPr>
            <a:r>
              <a:rPr lang="ar" sz="2000" b="1" dirty="0"/>
              <a:t>مبادئ تشغيل محولات عزم الدوران</a:t>
            </a:r>
            <a:br>
              <a:rPr lang="en-GB" sz="1400" dirty="0"/>
            </a:br>
            <a:br>
              <a:rPr lang="en-GB" sz="1400" dirty="0"/>
            </a:br>
            <a:r>
              <a:rPr lang="ar" sz="1600" b="1" dirty="0"/>
              <a:t>تشغيل محول عزم الدوران: </a:t>
            </a:r>
            <a:r>
              <a:rPr lang="ar" sz="1600" dirty="0"/>
              <a:t>تُستخدم قارنة سائلية بين الدافعة والتوربين. وفي أثناء التشغيل بسرعة منخفضة، يعمل محول عزم الدوران على مضاعفة عزم المحرك، وهو ما يوفر المزيد من القدرة لنظام الدفع. ومع زيادة سرعة المحرك، تسمح القارنة السائلية بنقل القدرة بسلاسة، </a:t>
            </a:r>
            <a:br>
              <a:rPr lang="ar-EG" sz="1600" dirty="0"/>
            </a:br>
            <a:r>
              <a:rPr lang="ar" sz="1600" dirty="0"/>
              <a:t>حيث يؤدي الجزء الثابت دورًا رئيسًا في تحسين الكفاءة من خلال إعادة توجيه السائل.</a:t>
            </a:r>
            <a:br>
              <a:rPr lang="en-GB" sz="1600" dirty="0"/>
            </a:br>
            <a:r>
              <a:rPr lang="ar" sz="1600" b="1" dirty="0"/>
              <a:t>المزايا مقارنةً بالحذافات السائلية: </a:t>
            </a:r>
            <a:r>
              <a:rPr lang="ar" sz="1600" dirty="0"/>
              <a:t>يوفر مضاعفة عزم الدوران قدرة إضافية عند التسارع </a:t>
            </a:r>
            <a:br>
              <a:rPr lang="ar-EG" sz="1600" dirty="0"/>
            </a:br>
            <a:r>
              <a:rPr lang="ar" sz="1600" dirty="0"/>
              <a:t>من وضع السكون.</a:t>
            </a:r>
            <a:br>
              <a:rPr lang="en-GB" sz="1600" dirty="0"/>
            </a:br>
            <a:r>
              <a:rPr lang="ar" sz="1600" dirty="0"/>
              <a:t>تحسين الكفاءة من خلال الجزء الثابت والقابض أحادي الاتجاه، ما يقلل الانزلاق وفقدان القدرة.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التشغيل الآلي للقابض ومكوناته </a:t>
            </a:r>
          </a:p>
        </p:txBody>
      </p:sp>
      <p:sp>
        <p:nvSpPr>
          <p:cNvPr id="5" name="TextBox 4"/>
          <p:cNvSpPr txBox="1"/>
          <p:nvPr/>
        </p:nvSpPr>
        <p:spPr>
          <a:xfrm>
            <a:off x="1182838" y="5045861"/>
            <a:ext cx="1087157"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محول عزم الدوران</a:t>
            </a:r>
          </a:p>
        </p:txBody>
      </p:sp>
      <p:sp>
        <p:nvSpPr>
          <p:cNvPr id="2" name="Footer Placeholder 2">
            <a:extLst>
              <a:ext uri="{FF2B5EF4-FFF2-40B4-BE49-F238E27FC236}">
                <a16:creationId xmlns:a16="http://schemas.microsoft.com/office/drawing/2014/main" id="{908CCB64-5729-5760-4778-721C314FFC9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metal object with springs&#10;&#10;Description automatically generated">
            <a:extLst>
              <a:ext uri="{FF2B5EF4-FFF2-40B4-BE49-F238E27FC236}">
                <a16:creationId xmlns:a16="http://schemas.microsoft.com/office/drawing/2014/main" id="{425DD4B8-883F-42BD-F2AD-F59B6942F70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1842" y="2780928"/>
            <a:ext cx="3186279" cy="2106534"/>
          </a:xfrm>
          <a:prstGeom prst="rect">
            <a:avLst/>
          </a:prstGeom>
        </p:spPr>
      </p:pic>
    </p:spTree>
    <p:extLst>
      <p:ext uri="{BB962C8B-B14F-4D97-AF65-F5344CB8AC3E}">
        <p14:creationId xmlns:p14="http://schemas.microsoft.com/office/powerpoint/2010/main" val="2037305972"/>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347864" y="1340768"/>
            <a:ext cx="5544616"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تطور الحذافات السائلية إلى محولات عزم الدوران</a:t>
            </a:r>
          </a:p>
          <a:p>
            <a:pPr marL="0" indent="0" rtl="1">
              <a:buNone/>
            </a:pPr>
            <a:r>
              <a:rPr lang="ar" sz="1600" b="1" dirty="0"/>
              <a:t>من الحذافة السائلية إلى محول عزم الدوران: </a:t>
            </a:r>
            <a:r>
              <a:rPr lang="ar" sz="1600" dirty="0"/>
              <a:t>كانت الحذافة السائلية تكنولوجيا مبكرة تُستخدم لربط المحرك بناقل الحركة في الأنظمة الآلية، حيث كانت توفر آلية لنقل القدرة بطريقة سلسلة ولكن مع فقدان كبير للطاقة بسبب الانزلاق.</a:t>
            </a:r>
            <a:br>
              <a:rPr lang="en-GB" sz="1600" dirty="0"/>
            </a:br>
            <a:r>
              <a:rPr lang="ar" sz="1600" b="1" dirty="0"/>
              <a:t>تطوير محول عزم الدوران: </a:t>
            </a:r>
            <a:r>
              <a:rPr lang="ar" sz="1600" dirty="0"/>
              <a:t>بغرض التغلب على عيوب الحذافة السائلية، جرى تطوير محوّلات عزم الدوران المزودة بعضو ثابت وقابض أحادي الاتجاه لتقليل فقدان الطاقة وزيادة العزم في أثناء التسارع. وقد أدت هذه التطورات إلى تحسينات كبيرة في أداء المركبات وكفاءتها في استهلاك الوقود والراحة عند القيادة.</a:t>
            </a:r>
          </a:p>
          <a:p>
            <a:pPr marL="0" indent="0" rtl="1">
              <a:buNone/>
            </a:pPr>
            <a:endParaRPr lang="en-GB" sz="1400" dirty="0"/>
          </a:p>
          <a:p>
            <a:pPr marL="0" indent="0" rtl="1">
              <a:buNone/>
            </a:pPr>
            <a:r>
              <a:rPr lang="ar" sz="2000" b="1" dirty="0"/>
              <a:t>إضافة الجزء الثابت</a:t>
            </a:r>
            <a:br>
              <a:rPr lang="en-GB" sz="1400" dirty="0"/>
            </a:br>
            <a:r>
              <a:rPr lang="ar" sz="1600" b="1" dirty="0"/>
              <a:t>دور الجزء الثابت في محول عزم الدوران:</a:t>
            </a:r>
            <a:br>
              <a:rPr lang="en-GB" sz="1600" dirty="0"/>
            </a:br>
            <a:r>
              <a:rPr lang="ar" sz="1600" dirty="0"/>
              <a:t>يوضع الجزء الثابت بين الدافعة والتوربين، وهو مصمم لإعادة توجيه السائل العائد من التوربين قبل أن يصل إلى الدافعة.</a:t>
            </a:r>
            <a:br>
              <a:rPr lang="en-GB" sz="1600" dirty="0"/>
            </a:br>
            <a:r>
              <a:rPr lang="ar" sz="1600" dirty="0"/>
              <a:t>ومن خلال إعادة توجيه السائل، يعمل الجزء الثابت على زيادة الكفاءة إلى أقصى حد ومضاعفة عزم الدوران في ظروف السرعة المنخفضة، وهذا مفيد بشكلٍ خاص للتسارع من وضع السكون.</a:t>
            </a:r>
            <a:br>
              <a:rPr lang="en-GB" sz="1600" dirty="0"/>
            </a:br>
            <a:r>
              <a:rPr lang="ar" sz="1600" b="1" dirty="0"/>
              <a:t>القابض أحادي الاتجاه: </a:t>
            </a:r>
            <a:r>
              <a:rPr lang="ar" sz="1600" dirty="0"/>
              <a:t>تضمن قدرة الجزء الثابت على التثبيت في اتجاه واحد أنه يعيد توجيه السوائل فقط عند الضرورة، ما يجعل محول عزم الدوران أكثر كفاءة واستجابة.</a:t>
            </a:r>
          </a:p>
        </p:txBody>
      </p:sp>
      <p:sp>
        <p:nvSpPr>
          <p:cNvPr id="5" name="TextBox 4"/>
          <p:cNvSpPr txBox="1"/>
          <p:nvPr/>
        </p:nvSpPr>
        <p:spPr>
          <a:xfrm>
            <a:off x="1399584" y="4725144"/>
            <a:ext cx="917239"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جرار هيدروليكي</a:t>
            </a:r>
          </a:p>
        </p:txBody>
      </p:sp>
      <p:sp>
        <p:nvSpPr>
          <p:cNvPr id="2" name="Rectangle 1">
            <a:extLst>
              <a:ext uri="{FF2B5EF4-FFF2-40B4-BE49-F238E27FC236}">
                <a16:creationId xmlns:a16="http://schemas.microsoft.com/office/drawing/2014/main" id="{3A07D3EF-241D-F5CC-7C4C-1320121561DE}"/>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التشغيل الآلي للقابض ومكوناته </a:t>
            </a:r>
          </a:p>
        </p:txBody>
      </p:sp>
      <p:sp>
        <p:nvSpPr>
          <p:cNvPr id="3" name="Footer Placeholder 2">
            <a:extLst>
              <a:ext uri="{FF2B5EF4-FFF2-40B4-BE49-F238E27FC236}">
                <a16:creationId xmlns:a16="http://schemas.microsoft.com/office/drawing/2014/main" id="{4621A4F8-29BD-CE9A-B5FD-6B3F4D3F8AF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6" name="Picture 5" descr="A yellow machine with black hoses&#10;&#10;Description automatically generated">
            <a:extLst>
              <a:ext uri="{FF2B5EF4-FFF2-40B4-BE49-F238E27FC236}">
                <a16:creationId xmlns:a16="http://schemas.microsoft.com/office/drawing/2014/main" id="{E9A6C7A8-EB04-8AAC-717D-67BD9ED41C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3044" y="2708920"/>
            <a:ext cx="2930317" cy="1947661"/>
          </a:xfrm>
          <a:prstGeom prst="rect">
            <a:avLst/>
          </a:prstGeom>
        </p:spPr>
      </p:pic>
    </p:spTree>
    <p:extLst>
      <p:ext uri="{BB962C8B-B14F-4D97-AF65-F5344CB8AC3E}">
        <p14:creationId xmlns:p14="http://schemas.microsoft.com/office/powerpoint/2010/main" val="1927784465"/>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2C64CCC7-4A78-21D8-96E8-3E0440B8D9E2}"/>
              </a:ext>
            </a:extLst>
          </p:cNvPr>
          <p:cNvSpPr>
            <a:spLocks noGrp="1" noChangeArrowheads="1"/>
          </p:cNvSpPr>
          <p:nvPr>
            <p:ph sz="half" idx="2"/>
          </p:nvPr>
        </p:nvSpPr>
        <p:spPr bwMode="auto">
          <a:xfrm>
            <a:off x="251520" y="1556792"/>
            <a:ext cx="8568952" cy="38884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sz="1050" dirty="0"/>
          </a:p>
          <a:p>
            <a:pPr marL="0" indent="0" rtl="1">
              <a:buNone/>
            </a:pPr>
            <a:r>
              <a:rPr lang="ar" sz="2000" b="1" dirty="0"/>
              <a:t>أنظمة التحرير في مركبات الإنتاج</a:t>
            </a:r>
          </a:p>
          <a:p>
            <a:pPr marL="0" indent="0" rtl="1">
              <a:buNone/>
            </a:pPr>
            <a:r>
              <a:rPr lang="ar" sz="1600" dirty="0"/>
              <a:t>يتناول هذا الجزء آليات التحرير المختلفة وتعديلاتها والمشكلات الشائعة التي قد تحدث في أثناء التشغيل.</a:t>
            </a:r>
          </a:p>
          <a:p>
            <a:pPr marL="0" indent="0" rtl="1">
              <a:buNone/>
            </a:pPr>
            <a:r>
              <a:rPr lang="ar" sz="1600" b="1" dirty="0"/>
              <a:t>الأنظمة الكهروهيدروليكية: </a:t>
            </a:r>
            <a:r>
              <a:rPr lang="ar" sz="1600" dirty="0"/>
              <a:t>مزيج من الأنظمة الكهربائية والهيدروليكية المستخدمة في المركبات الحديثة. يعمل النظام الهيدروليكي على نقل القدرة، بينما يعزز التحكم الإلكتروني الدقة ويقلل جهد الدواسة.</a:t>
            </a:r>
            <a:br>
              <a:rPr lang="en-GB" sz="1600" dirty="0"/>
            </a:br>
            <a:r>
              <a:rPr lang="ar" sz="1600" dirty="0"/>
              <a:t>وهو شائع الاستخدام في المركبات الفاخرة بسبب التشغيل الأكثر سلاسة والتحكم الأفضل.</a:t>
            </a:r>
          </a:p>
          <a:p>
            <a:pPr marL="0" indent="0" rtl="1">
              <a:buNone/>
            </a:pPr>
            <a:br>
              <a:rPr lang="en-GB" sz="1600" dirty="0"/>
            </a:br>
            <a:r>
              <a:rPr lang="ar" sz="1600" b="1" dirty="0"/>
              <a:t>أنظمة التحرير الهيدروليكية: </a:t>
            </a:r>
            <a:r>
              <a:rPr lang="ar" sz="1600" dirty="0"/>
              <a:t>تستخدم الضغط الهيدروليكي لتشغيل آلية تحرير القابض. عند الضغط على دواسة القابض، يتحرك السائل عبر أسطوانة رئيسة وأخرى تابعة لفك تعشيق القابض.</a:t>
            </a:r>
            <a:br>
              <a:rPr lang="en-GB" sz="1600" dirty="0"/>
            </a:br>
            <a:r>
              <a:rPr lang="ar" sz="1600" dirty="0"/>
              <a:t>ويُعرف عن هذا النظام الحد من مقدار القدرة المطلوبة من السائق.</a:t>
            </a:r>
          </a:p>
          <a:p>
            <a:pPr marL="0" indent="0" rtl="1">
              <a:buNone/>
            </a:pPr>
            <a:br>
              <a:rPr lang="en-GB" sz="1600" dirty="0"/>
            </a:br>
            <a:r>
              <a:rPr lang="ar" sz="1600" b="1" dirty="0"/>
              <a:t>الأنظمة الميكانيكية (الكابلات): </a:t>
            </a:r>
            <a:r>
              <a:rPr lang="ar" sz="1600" dirty="0"/>
              <a:t>أبسط شكل لأنظمة التحرير، وتتضمن الربط الميكانيكي المباشر بين دواسة القابض وآلية تحرير القابض.</a:t>
            </a:r>
            <a:br>
              <a:rPr lang="en-GB" sz="1600" dirty="0"/>
            </a:br>
            <a:r>
              <a:rPr lang="ar" sz="1600" dirty="0"/>
              <a:t>وتوجد في المركبات القديمة أو الموديلات الاقتصادية، على الرغم من أنها قد تتلف بسرعة أكبر وتتطلب بذل جهدًا أكبر للتشغيل.</a:t>
            </a:r>
          </a:p>
          <a:p>
            <a:pPr marL="0" indent="0" rtl="1">
              <a:buNone/>
            </a:pPr>
            <a:endParaRPr lang="en-GB" sz="1050" dirty="0"/>
          </a:p>
        </p:txBody>
      </p:sp>
      <p:sp>
        <p:nvSpPr>
          <p:cNvPr id="2" name="Footer Placeholder 2">
            <a:extLst>
              <a:ext uri="{FF2B5EF4-FFF2-40B4-BE49-F238E27FC236}">
                <a16:creationId xmlns:a16="http://schemas.microsoft.com/office/drawing/2014/main" id="{76E53CC6-A9FE-329B-78C7-FDD836E6CFF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4080016350"/>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63888" y="1124744"/>
            <a:ext cx="5472608"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أنظمة التحرير في المركبات الرياضية</a:t>
            </a:r>
            <a:br>
              <a:rPr lang="en-GB" sz="1400" dirty="0"/>
            </a:br>
            <a:br>
              <a:rPr lang="en-GB" sz="1400" b="1" dirty="0"/>
            </a:br>
            <a:r>
              <a:rPr lang="ar" sz="1600" b="1" dirty="0"/>
              <a:t>آليات الدفع/السحب: </a:t>
            </a:r>
            <a:r>
              <a:rPr lang="ar" sz="1600" dirty="0"/>
              <a:t>في المركبات الرياضية، تُستخدم آليات تحرير القابض بنظام الدفع والسحب بغرض تعشيق القابض وفك تعشيقه عند السرعات العالية. وتُصمم هذه الأنظمة بهدف التشغيل السريع، ما يسمح بتغيير التروس بسرعة أكبر.</a:t>
            </a:r>
            <a:br>
              <a:rPr lang="en-GB" sz="1600" dirty="0"/>
            </a:br>
            <a:r>
              <a:rPr lang="ar" sz="1600" b="1" dirty="0"/>
              <a:t>آليات التشغيل الكهروهيدروليكية: </a:t>
            </a:r>
            <a:r>
              <a:rPr lang="ar" sz="1600" dirty="0"/>
              <a:t>تجمع هذه الأنظمة بين التشغيل الهيدروليكي والتحكم الإلكتروني لعملية تشغيل القابض بشكلٍ سريع ودقيق، وهو ما يُطلب في السباقات عالية الأداء. وتوفر تحكمًا أفضل عند السرعات العالية وتأتي مدمجة في أنظمة نقل الحركة المتقدمة.</a:t>
            </a:r>
          </a:p>
          <a:p>
            <a:pPr marL="0" indent="0" rtl="1">
              <a:buNone/>
            </a:pPr>
            <a:endParaRPr lang="en-GB" sz="1400" dirty="0"/>
          </a:p>
          <a:p>
            <a:pPr marL="0" indent="0" rtl="1">
              <a:buNone/>
            </a:pPr>
            <a:r>
              <a:rPr lang="ar" sz="2000" b="1" dirty="0"/>
              <a:t>التحكم الإلكتروني في القابض</a:t>
            </a:r>
            <a:br>
              <a:rPr lang="en-GB" sz="1400" dirty="0"/>
            </a:br>
            <a:br>
              <a:rPr lang="en-GB" sz="1400" dirty="0"/>
            </a:br>
            <a:r>
              <a:rPr lang="ar" sz="1600" b="1" dirty="0"/>
              <a:t>نظرة عامة: </a:t>
            </a:r>
            <a:r>
              <a:rPr lang="ar" sz="1600" dirty="0"/>
              <a:t>تستخدم أنظمة التحكم الإلكتروني في القابض المستشعرات والمشغلات بغرض تعشيق القابض وفك تعشيقه دون الحاجة إلى دواسة القابض. وتُستخدم هذه التكنولوجيا عادةً في أنظمة نقل الحركة شبه الآلية والآلية بالكامل.</a:t>
            </a:r>
            <a:br>
              <a:rPr lang="en-GB" sz="1600" dirty="0"/>
            </a:br>
            <a:r>
              <a:rPr lang="ar" sz="1600" b="1" dirty="0"/>
              <a:t>المزايا: </a:t>
            </a:r>
            <a:r>
              <a:rPr lang="ar" sz="1600" dirty="0"/>
              <a:t>الحد من إجهاد السائق، خاصةً خلال حركة المرور المتقطعة. السماح بالتحكم الدقيق في القابض، ما يحسن كفاءة الوقود وأداء السيارة.</a:t>
            </a:r>
            <a:br>
              <a:rPr lang="en-GB" sz="1600" dirty="0"/>
            </a:br>
            <a:r>
              <a:rPr lang="ar" sz="1600" b="1" dirty="0"/>
              <a:t>الاستخدامات </a:t>
            </a:r>
            <a:r>
              <a:rPr lang="ar" sz="1600" dirty="0"/>
              <a:t>تُستخدم في المركبات الحديثة الفاخرة والرياضية حيث يكمن الهدف في تحسين ديناميكيات القيادة والكفاءة.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أ3 مبادئ تشغيل أنظمة تحرير القابض</a:t>
            </a:r>
          </a:p>
        </p:txBody>
      </p:sp>
      <p:sp>
        <p:nvSpPr>
          <p:cNvPr id="5" name="TextBox 4"/>
          <p:cNvSpPr txBox="1"/>
          <p:nvPr/>
        </p:nvSpPr>
        <p:spPr>
          <a:xfrm>
            <a:off x="1447738" y="5098825"/>
            <a:ext cx="845103"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مشغل المركبة</a:t>
            </a:r>
          </a:p>
        </p:txBody>
      </p:sp>
      <p:sp>
        <p:nvSpPr>
          <p:cNvPr id="2" name="Footer Placeholder 2">
            <a:extLst>
              <a:ext uri="{FF2B5EF4-FFF2-40B4-BE49-F238E27FC236}">
                <a16:creationId xmlns:a16="http://schemas.microsoft.com/office/drawing/2014/main" id="{09E9802B-ED21-8387-C2B9-DEDDD44ED66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close up of a car engine&#10;&#10;Description automatically generated">
            <a:extLst>
              <a:ext uri="{FF2B5EF4-FFF2-40B4-BE49-F238E27FC236}">
                <a16:creationId xmlns:a16="http://schemas.microsoft.com/office/drawing/2014/main" id="{23FE6218-4A14-3E57-0400-C9CE422AAE0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2501" y="3068960"/>
            <a:ext cx="2815576" cy="1868224"/>
          </a:xfrm>
          <a:prstGeom prst="rect">
            <a:avLst/>
          </a:prstGeom>
        </p:spPr>
      </p:pic>
    </p:spTree>
    <p:extLst>
      <p:ext uri="{BB962C8B-B14F-4D97-AF65-F5344CB8AC3E}">
        <p14:creationId xmlns:p14="http://schemas.microsoft.com/office/powerpoint/2010/main" val="2413581048"/>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268760"/>
            <a:ext cx="8712968"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إمكانية الضبط/الضبط الذاتي</a:t>
            </a:r>
            <a:br>
              <a:rPr lang="en-GB" sz="1600" dirty="0"/>
            </a:br>
            <a:r>
              <a:rPr lang="ar" sz="1600" b="1" dirty="0"/>
              <a:t>الضبط اليدوي: </a:t>
            </a:r>
            <a:r>
              <a:rPr lang="ar" sz="1600" dirty="0"/>
              <a:t>غالبًا ما تتطلب أنظمة القوابض التقليدية إجراء ضبط يدوي بشكلٍ دوري بغرض الحفاظ على الارتفاع الصحيح للدواسة وضمان فك تعشيق القابض بالكامل. ويكون إدخال هذه التعديلات ضرورية بسبب التآكل في مكونات الاحتكاك.</a:t>
            </a:r>
            <a:br>
              <a:rPr lang="en-GB" sz="1600" dirty="0"/>
            </a:br>
            <a:r>
              <a:rPr lang="ar" sz="1600" b="1" dirty="0"/>
              <a:t>القوابض ذاتية الضبط: </a:t>
            </a:r>
            <a:r>
              <a:rPr lang="ar" sz="1600" dirty="0"/>
              <a:t>غالبًا ما تأتي القوابض الحديثة مزودة بآليات الضبط الذاتي التي تعوض تلقائيًا التآكل في قرص القابض ولوحة الضغط. ومن شأن ذلك تقليل الحاجة إلى الضبط اليدوي المتكرر ويضمن إحساسًا متسقًا بالدواسة وأداءً متميزًا. وتتوافر آليات الضبط الذاتي بشكلٍ شائع في أنظمة القابض الهيدروليكية.</a:t>
            </a:r>
          </a:p>
          <a:p>
            <a:pPr marL="0" indent="0" rtl="1">
              <a:buNone/>
            </a:pPr>
            <a:endParaRPr lang="en-GB" sz="1600" dirty="0"/>
          </a:p>
          <a:p>
            <a:pPr marL="0" indent="0" rtl="1">
              <a:buNone/>
            </a:pPr>
            <a:r>
              <a:rPr lang="ar" sz="1600" b="1" dirty="0">
                <a:solidFill>
                  <a:schemeClr val="accent6"/>
                </a:solidFill>
              </a:rPr>
              <a:t>الأعطال الشائعة في القوابض</a:t>
            </a:r>
            <a:br>
              <a:rPr lang="en-GB" sz="1600" dirty="0"/>
            </a:br>
            <a:r>
              <a:rPr lang="ar" sz="1600" b="1" dirty="0"/>
              <a:t>التآكل: </a:t>
            </a:r>
            <a:r>
              <a:rPr lang="ar" sz="1600" dirty="0"/>
              <a:t>واحدة من أكثر المشكلات شيوعًا، حيث تتآكل أقراص القابض وألواح الضغط بشكلٍ طبيعي بمرور الوقت، ما يؤدي إلى ضعف التعشيق أو الانزلاق.</a:t>
            </a:r>
            <a:br>
              <a:rPr lang="en-GB" sz="1600" dirty="0"/>
            </a:br>
            <a:r>
              <a:rPr lang="ar" sz="1600" b="1" dirty="0"/>
              <a:t>عدم المحاذاة: </a:t>
            </a:r>
            <a:r>
              <a:rPr lang="ar" sz="1600" dirty="0"/>
              <a:t>في حالة عدم محاذاة مكونات القابض بشكلٍ صحيح في أثناء التثبيت، قد يؤدي ذلك إلى مواجهة صعوبات في تعشيق التروس وحدوث تآكل مبكر لمجموعة القابض.</a:t>
            </a:r>
          </a:p>
          <a:p>
            <a:pPr marL="0" indent="0" rtl="1">
              <a:buNone/>
            </a:pPr>
            <a:endParaRPr lang="en-GB" sz="1600" dirty="0"/>
          </a:p>
          <a:p>
            <a:pPr marL="0" indent="0" rtl="1">
              <a:buNone/>
            </a:pPr>
            <a:r>
              <a:rPr lang="ar" sz="1600" b="1" dirty="0">
                <a:solidFill>
                  <a:schemeClr val="accent6"/>
                </a:solidFill>
              </a:rPr>
              <a:t>مؤشرات الأعطال</a:t>
            </a:r>
            <a:br>
              <a:rPr lang="en-GB" sz="1600" dirty="0"/>
            </a:br>
            <a:r>
              <a:rPr lang="ar" sz="1600" b="1" dirty="0"/>
              <a:t>الانزلاق: </a:t>
            </a:r>
            <a:r>
              <a:rPr lang="ar" sz="1600" dirty="0"/>
              <a:t>يحدث عندما يخفق القابض في تحقيق التعشيق الكامل، ما يتسبب في زيادة سرعة المحرك دون نقل قدرة كافية إلى العجلات. تشمل الأسباب الشائعة لذلك تلف مواد الاحتكاك أو تلوث الزيت.</a:t>
            </a:r>
            <a:br>
              <a:rPr lang="en-GB" sz="1600" dirty="0"/>
            </a:br>
            <a:r>
              <a:rPr lang="ar" sz="1600" b="1" dirty="0"/>
              <a:t>السحب: </a:t>
            </a:r>
            <a:r>
              <a:rPr lang="ar" sz="1600" dirty="0"/>
              <a:t>يحدث في حالة عدم فك تعشيق القابض بشكلٍ كامل، ما يجعل من الصعب تغيير التروس ويتسبب في أصوات احتكاك. ويمكن أن يكون ذلك ناتجًا عن قوابض غير محاذاة أو آلية تحرير معطلة.</a:t>
            </a:r>
            <a:br>
              <a:rPr lang="en-GB" sz="1600" dirty="0"/>
            </a:br>
            <a:r>
              <a:rPr lang="ar" sz="1600" b="1" dirty="0"/>
              <a:t>الاهتزاز: </a:t>
            </a:r>
            <a:r>
              <a:rPr lang="ar" sz="1600" dirty="0"/>
              <a:t>شعور بالارتجاف أو الارتعاش عند استخدام القابض، غالبًا بسبب التلوث (مثل وجود الزيت على لوحة القابض) أو المكونات المشوهة أو التآكل غير المتساوي.</a:t>
            </a:r>
            <a:br>
              <a:rPr lang="en-GB" sz="1600" dirty="0"/>
            </a:br>
            <a:r>
              <a:rPr lang="ar" sz="1600" b="1" dirty="0"/>
              <a:t>ارتفاع درجة الحرارة: </a:t>
            </a:r>
            <a:r>
              <a:rPr lang="ar" sz="1600" dirty="0"/>
              <a:t>يمكن أن يؤدي تراكم الحرارة المفرط إلى تعطل القابض قبل الأوان. وقد يحدث ارتفاع درجة الحرارة بسبب الضغط على دواسة القابض بشكلٍ مستمر أو الاستخدام غير السليم أو الصيانة غير الجيدة.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أ3 مبادئ تشغيل أنظمة تحرير القابض</a:t>
            </a:r>
          </a:p>
        </p:txBody>
      </p:sp>
      <p:sp>
        <p:nvSpPr>
          <p:cNvPr id="2" name="Footer Placeholder 2">
            <a:extLst>
              <a:ext uri="{FF2B5EF4-FFF2-40B4-BE49-F238E27FC236}">
                <a16:creationId xmlns:a16="http://schemas.microsoft.com/office/drawing/2014/main" id="{428C446F-37C9-C2A2-27BA-DA7B02CD20B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61908085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تشغيل صندوق التروس في المركبات الخفيفة ووظيفة مكوناته الرئيسة</a:t>
            </a:r>
          </a:p>
        </p:txBody>
      </p:sp>
      <p:sp>
        <p:nvSpPr>
          <p:cNvPr id="2" name="Footer Placeholder 2">
            <a:extLst>
              <a:ext uri="{FF2B5EF4-FFF2-40B4-BE49-F238E27FC236}">
                <a16:creationId xmlns:a16="http://schemas.microsoft.com/office/drawing/2014/main" id="{BB49657F-B05F-23CE-00D6-4E298215F2F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31129" y="1196752"/>
            <a:ext cx="5533359"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صناديق التروس اليدوية</a:t>
            </a:r>
          </a:p>
          <a:p>
            <a:pPr marL="0" indent="0" rtl="1">
              <a:buNone/>
            </a:pPr>
            <a:r>
              <a:rPr lang="ar" sz="1600" dirty="0"/>
              <a:t>يتناول هذا الجزء الأنواع المختلفة من صناديق التروس اليدوية والآلية، ومبادئ تشغيلها، وكيفية وضعها في المركبات.</a:t>
            </a:r>
          </a:p>
          <a:p>
            <a:pPr marL="0" indent="0" rtl="1">
              <a:buNone/>
            </a:pPr>
            <a:br>
              <a:rPr lang="en-GB" sz="1600" dirty="0"/>
            </a:br>
            <a:r>
              <a:rPr lang="ar" sz="1600" b="1" dirty="0">
                <a:solidFill>
                  <a:schemeClr val="accent6"/>
                </a:solidFill>
              </a:rPr>
              <a:t>صناديق التروس اليدوية</a:t>
            </a:r>
            <a:br>
              <a:rPr lang="en-GB" sz="1600" dirty="0"/>
            </a:br>
            <a:r>
              <a:rPr lang="ar" sz="1600" b="1" dirty="0"/>
              <a:t>صندوق التروس أحادي المرحلة: </a:t>
            </a:r>
            <a:r>
              <a:rPr lang="ar" sz="1600" dirty="0"/>
              <a:t>صندوق تروس بسيط يجري فيه اختيار جميع نسب التروس في مرحلة واحدة. ويتميز بكونه بسيطًا ولكنه أقل كفاءة مقارنةً بأنواع صناديق التروس المتقدمة.</a:t>
            </a:r>
            <a:br>
              <a:rPr lang="en-GB" sz="1600" dirty="0"/>
            </a:br>
            <a:r>
              <a:rPr lang="ar" sz="1600" b="1" dirty="0"/>
              <a:t>صناديق التروس مزدوجة المرحلة: </a:t>
            </a:r>
            <a:r>
              <a:rPr lang="ar" sz="1600" dirty="0"/>
              <a:t>في هذا النوع، يجري اختيار نسب التروس عبر مرحلتين، ما يوفر نطاقًا أوسع من التروس وقدرة أفضل على التكيف مع ظروف القيادة المختلفة.</a:t>
            </a:r>
            <a:br>
              <a:rPr lang="en-GB" sz="1600" dirty="0"/>
            </a:br>
            <a:r>
              <a:rPr lang="ar" sz="1600" b="1" dirty="0"/>
              <a:t>صناديق التروس ذات الشبكة المنزلقة: </a:t>
            </a:r>
            <a:r>
              <a:rPr lang="ar" sz="1600" dirty="0"/>
              <a:t>في صناديق التروس ذات الشبكة المنزلقة، تنزلق التروس على طول العمود للتداخل الترس المناسب على عمود الإخراج. وهي عبارة عن تصميم قديم، ما يتطلب من السائق استخدام تقنية القابض المزدوج لتجنب احتكاك التروس.</a:t>
            </a:r>
            <a:br>
              <a:rPr lang="en-GB" sz="1600" dirty="0"/>
            </a:br>
            <a:r>
              <a:rPr lang="ar" sz="1600" b="1" dirty="0"/>
              <a:t>المزايا: </a:t>
            </a:r>
            <a:r>
              <a:rPr lang="ar" sz="1600" dirty="0"/>
              <a:t>تصميم وبناء بسيط.</a:t>
            </a:r>
            <a:br>
              <a:rPr lang="en-GB" sz="1600" dirty="0"/>
            </a:br>
            <a:r>
              <a:rPr lang="ar" sz="1600" b="1" dirty="0"/>
              <a:t>العيوب: </a:t>
            </a:r>
            <a:r>
              <a:rPr lang="ar" sz="1600" dirty="0"/>
              <a:t>مواجهة صعوبة في التعشيق وغير مناسبة للاستخدام عالي السرعة.</a:t>
            </a:r>
            <a:br>
              <a:rPr lang="en-GB" sz="1600" dirty="0"/>
            </a:br>
            <a:r>
              <a:rPr lang="ar" sz="1600" b="1" dirty="0"/>
              <a:t>صناديق التروس الشبكية الثابتة: </a:t>
            </a:r>
            <a:r>
              <a:rPr lang="ar" sz="1600" dirty="0"/>
              <a:t>تكون جميع التروس في هذا النوع متشابكة باستمرار، وتقتصر عملية التعشيق على القوابض الكلابية فقط. وهذا يؤدي إلى إجراء تغييرات التروس بشكلٍ أكثر سلاسة وسرعة مقارنةً بصناديق التروس ذات الشبكة المنزلقة.</a:t>
            </a:r>
            <a:r>
              <a:rPr lang="ar" sz="1600" b="1" dirty="0"/>
              <a:t> المزايا: </a:t>
            </a:r>
            <a:r>
              <a:rPr lang="ar" sz="1600" dirty="0"/>
              <a:t>أكثر كفاءة وسلاسة من التصميمات الشبكية المنزلقة.</a:t>
            </a:r>
            <a:br>
              <a:rPr lang="en-GB" sz="1600" dirty="0"/>
            </a:br>
            <a:r>
              <a:rPr lang="ar" sz="1600" b="1" dirty="0"/>
              <a:t>العيوب: </a:t>
            </a:r>
            <a:r>
              <a:rPr lang="ar" sz="1600" dirty="0"/>
              <a:t>أكثر تعقيدًا وتكلفة في الإنتاج.</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548851" y="301671"/>
            <a:ext cx="256745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ب1 أنواع صناديق التروس</a:t>
            </a:r>
          </a:p>
        </p:txBody>
      </p:sp>
      <p:sp>
        <p:nvSpPr>
          <p:cNvPr id="2" name="TextBox 1"/>
          <p:cNvSpPr txBox="1"/>
          <p:nvPr/>
        </p:nvSpPr>
        <p:spPr>
          <a:xfrm>
            <a:off x="794031" y="5305536"/>
            <a:ext cx="1778051" cy="492443"/>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مقطع عرضي </a:t>
            </a:r>
          </a:p>
          <a:p>
            <a:pPr algn="ctr" rtl="1"/>
            <a:r>
              <a:rPr lang="ar" sz="1300" b="1" dirty="0">
                <a:latin typeface="Sakkal Majalla" panose="02000000000000000000" pitchFamily="2" charset="-78"/>
                <a:cs typeface="Sakkal Majalla" panose="02000000000000000000" pitchFamily="2" charset="-78"/>
              </a:rPr>
              <a:t>لصندوق تروس ناقل الحركة الآلي </a:t>
            </a:r>
          </a:p>
        </p:txBody>
      </p:sp>
      <p:sp>
        <p:nvSpPr>
          <p:cNvPr id="3" name="Footer Placeholder 2">
            <a:extLst>
              <a:ext uri="{FF2B5EF4-FFF2-40B4-BE49-F238E27FC236}">
                <a16:creationId xmlns:a16="http://schemas.microsoft.com/office/drawing/2014/main" id="{A16D5FBF-CF84-5F81-0DA5-031AB676DF8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lose up of a machine&#10;&#10;Description automatically generated">
            <a:extLst>
              <a:ext uri="{FF2B5EF4-FFF2-40B4-BE49-F238E27FC236}">
                <a16:creationId xmlns:a16="http://schemas.microsoft.com/office/drawing/2014/main" id="{40B2DBF8-26A7-87BB-07A5-291EC801E79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3140421"/>
            <a:ext cx="3053885" cy="2043543"/>
          </a:xfrm>
          <a:prstGeom prst="rect">
            <a:avLst/>
          </a:prstGeom>
        </p:spPr>
      </p:pic>
    </p:spTree>
    <p:extLst>
      <p:ext uri="{BB962C8B-B14F-4D97-AF65-F5344CB8AC3E}">
        <p14:creationId xmlns:p14="http://schemas.microsoft.com/office/powerpoint/2010/main" val="2521575604"/>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40160"/>
            <a:ext cx="8568952"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تشغيل صناديق التروس اليدوية</a:t>
            </a:r>
          </a:p>
          <a:p>
            <a:pPr marL="0" indent="0" rtl="1">
              <a:buNone/>
            </a:pPr>
            <a:r>
              <a:rPr lang="ar" sz="1600" b="1" dirty="0"/>
              <a:t>نظرة عامة على صناديق التروس اليدوية: </a:t>
            </a:r>
            <a:r>
              <a:rPr lang="ar" sz="1600" dirty="0"/>
              <a:t>تسمح</a:t>
            </a:r>
            <a:r>
              <a:rPr lang="ar" sz="1600" b="1" dirty="0"/>
              <a:t> </a:t>
            </a:r>
            <a:r>
              <a:rPr lang="ar" sz="1600" dirty="0"/>
              <a:t>صناديق التروس اليدوية للسائق باختيار التروس يدويًا عبر ذراع التروس ودواسة القابض. ويمتلك السائق السيطرة الكاملة على اختيار الترس، ما يوفر تجربة قيادة أكثر تفاعلية.</a:t>
            </a:r>
            <a:br>
              <a:rPr lang="en-GB" sz="1600" dirty="0"/>
            </a:br>
            <a:r>
              <a:rPr lang="ar" sz="1600" b="1" dirty="0"/>
              <a:t>تدفق القدرة: </a:t>
            </a:r>
            <a:r>
              <a:rPr lang="ar" sz="1600" dirty="0"/>
              <a:t>عند اختيار الترس، تتدفق القدرة من المحرك إلى عمود الإدخال، ثمّ عبر الترس المختار، وصولًا إلى عمود الإخراج.</a:t>
            </a:r>
            <a:br>
              <a:rPr lang="en-GB" sz="1600" dirty="0"/>
            </a:br>
            <a:r>
              <a:rPr lang="ar" sz="1600" b="1" dirty="0"/>
              <a:t>المزامنة: </a:t>
            </a:r>
            <a:r>
              <a:rPr lang="ar" sz="1600" dirty="0"/>
              <a:t>تستخدم صناديق التروس اليدوية الحديثة وحدات التزامن بغرض مزامنة سرعات التروس في أثناء التبديل، ما يسمح بالتعشيق السلس دون الحاجة إلى استخدام تقنية القابض المزدوج.</a:t>
            </a:r>
          </a:p>
          <a:p>
            <a:pPr marL="0" indent="0" rtl="1">
              <a:buNone/>
            </a:pPr>
            <a:endParaRPr lang="en-GB" sz="1600" dirty="0"/>
          </a:p>
          <a:p>
            <a:pPr marL="0" indent="0" rtl="1">
              <a:buNone/>
            </a:pPr>
            <a:r>
              <a:rPr lang="ar" sz="1600" b="1" dirty="0">
                <a:solidFill>
                  <a:schemeClr val="accent6"/>
                </a:solidFill>
              </a:rPr>
              <a:t>صناديق التروس الآلية</a:t>
            </a:r>
          </a:p>
          <a:p>
            <a:pPr marL="0" indent="0" rtl="1">
              <a:buNone/>
            </a:pPr>
            <a:r>
              <a:rPr lang="ar" sz="1600" b="1" dirty="0"/>
              <a:t>مجموعة التروس الدوارة: </a:t>
            </a:r>
            <a:r>
              <a:rPr lang="ar" sz="1600" dirty="0"/>
              <a:t>تُعرف أيضًا باسم نظام التروس الكوكبية، تتكون مجموعة التروس الدوارة من ترس شمسي مركزي وتروس كوكبية، وترس حلقي خارجي. ويتيح هذا النظام تحقيق نسب تروس متعددة باستخدام عدد أقل من المكونات.</a:t>
            </a:r>
            <a:br>
              <a:rPr lang="en-GB" sz="1600" dirty="0"/>
            </a:br>
            <a:r>
              <a:rPr lang="ar" sz="1600" b="1" dirty="0"/>
              <a:t>المزايا: </a:t>
            </a:r>
            <a:r>
              <a:rPr lang="ar" sz="1600" dirty="0"/>
              <a:t>تصميم صغير والقدرة على التعامل مع العديد من التروس بكفاءة.</a:t>
            </a:r>
            <a:br>
              <a:rPr lang="en-GB" sz="1600" dirty="0"/>
            </a:br>
            <a:r>
              <a:rPr lang="ar" sz="1600" b="1" dirty="0"/>
              <a:t>الاستخدامات </a:t>
            </a:r>
            <a:r>
              <a:rPr lang="ar" sz="1600" dirty="0"/>
              <a:t>يُستخدم هذا النظام على نطاق واسع في صناديق التروس الآلية نظرًا لقدرتها على توفير انتقالات سلسة بين نسب التروس.</a:t>
            </a:r>
            <a:br>
              <a:rPr lang="en-GB" sz="1600" dirty="0"/>
            </a:br>
            <a:r>
              <a:rPr lang="ar" sz="1600" b="1" dirty="0"/>
              <a:t>أنظمة التحكم الهيدروليكية: </a:t>
            </a:r>
            <a:r>
              <a:rPr lang="ar" sz="1600" dirty="0"/>
              <a:t>تستخدم ناقلات الحركة الآلية أنظمة التحكم الهيدروليكية لتغيير التروس بناءً على سرعة المركبة وحمل المحرك. ويستخدم النظام سائلًا هيدروليكيًا لتشغيل التروس دون الحاجة إلى تدخل السائق.</a:t>
            </a:r>
            <a:br>
              <a:rPr lang="en-GB" sz="1600" dirty="0"/>
            </a:br>
            <a:r>
              <a:rPr lang="ar" sz="1600" b="1" dirty="0"/>
              <a:t>المزايا: </a:t>
            </a:r>
            <a:r>
              <a:rPr lang="ar" sz="1600" dirty="0"/>
              <a:t>تغييرات التروس بشكلٍ أكثر سلاسة وجهد أقل من السائق.</a:t>
            </a:r>
            <a:br>
              <a:rPr lang="en-GB" sz="1600" dirty="0"/>
            </a:br>
            <a:r>
              <a:rPr lang="ar" sz="1600" b="1" dirty="0"/>
              <a:t>العيوب: </a:t>
            </a:r>
            <a:r>
              <a:rPr lang="ar" sz="1600" dirty="0"/>
              <a:t>أكثر تعقيدًا وتكلفة من حيث الصيانة مقارنةً بالأنظمة اليدوية.</a:t>
            </a:r>
          </a:p>
        </p:txBody>
      </p:sp>
      <p:sp>
        <p:nvSpPr>
          <p:cNvPr id="2" name="Rectangle 1">
            <a:extLst>
              <a:ext uri="{FF2B5EF4-FFF2-40B4-BE49-F238E27FC236}">
                <a16:creationId xmlns:a16="http://schemas.microsoft.com/office/drawing/2014/main" id="{EB952126-FD63-6D54-F1C0-FE0FDB6B9366}"/>
              </a:ext>
            </a:extLst>
          </p:cNvPr>
          <p:cNvSpPr>
            <a:spLocks noChangeArrowheads="1"/>
          </p:cNvSpPr>
          <p:nvPr/>
        </p:nvSpPr>
        <p:spPr bwMode="auto">
          <a:xfrm>
            <a:off x="6548851" y="301671"/>
            <a:ext cx="256745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ب1 أنواع صناديق التروس</a:t>
            </a:r>
          </a:p>
        </p:txBody>
      </p:sp>
      <p:sp>
        <p:nvSpPr>
          <p:cNvPr id="3" name="Footer Placeholder 2">
            <a:extLst>
              <a:ext uri="{FF2B5EF4-FFF2-40B4-BE49-F238E27FC236}">
                <a16:creationId xmlns:a16="http://schemas.microsoft.com/office/drawing/2014/main" id="{74BFBCA2-4E5F-FC6B-0E5D-1CA80BA87DE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604430887"/>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EFD803EC-163F-4538-ADDB-B4EC744A50EE}"/>
              </a:ext>
            </a:extLst>
          </p:cNvPr>
          <p:cNvSpPr>
            <a:spLocks noGrp="1" noChangeArrowheads="1"/>
          </p:cNvSpPr>
          <p:nvPr>
            <p:ph sz="half" idx="2"/>
          </p:nvPr>
        </p:nvSpPr>
        <p:spPr bwMode="auto">
          <a:xfrm>
            <a:off x="251520" y="1368152"/>
            <a:ext cx="8640960" cy="4149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تشغيل صندوق التروس الآلي</a:t>
            </a:r>
            <a:br>
              <a:rPr lang="en-GB" sz="1600" dirty="0"/>
            </a:br>
            <a:r>
              <a:rPr lang="ar" sz="1600" b="1" dirty="0"/>
              <a:t>كيف تعمل علب التروس الآلية: </a:t>
            </a:r>
            <a:r>
              <a:rPr lang="ar" sz="1600" dirty="0"/>
              <a:t>تستخدم صناديق التروس الآلية أجهزة استشعار وأنظمة هيدروليكية بغرض تحديد نسبة التروس المناسبة تلقائيًا بناءً على ظروف القيادة.</a:t>
            </a:r>
            <a:br>
              <a:rPr lang="en-GB" sz="1600" dirty="0"/>
            </a:br>
            <a:r>
              <a:rPr lang="ar" sz="1600" b="1" dirty="0"/>
              <a:t>محول عزم الدوران: </a:t>
            </a:r>
            <a:r>
              <a:rPr lang="ar" sz="1600" dirty="0"/>
              <a:t>بدلًا من استخدام القابض، يُستخدم محول العزم لإدارة تدفق القدرة بين المحرك وناقل الحركة، وهو ما يوفر تجربة قيادة سلسة دون الحاجة إلى تغييرات يدوية في التروس.</a:t>
            </a:r>
            <a:br>
              <a:rPr lang="en-GB" sz="1600" dirty="0"/>
            </a:br>
            <a:r>
              <a:rPr lang="ar" sz="1600" b="1" dirty="0"/>
              <a:t>التحكم في التبديل: </a:t>
            </a:r>
            <a:r>
              <a:rPr lang="ar" sz="1600" dirty="0"/>
              <a:t>تتغير التروس في ناقل الحركة تلقائيًا بناءً على السرعة وحمل المحرك ووضعية الخانق.</a:t>
            </a:r>
          </a:p>
          <a:p>
            <a:pPr marL="0" indent="0" rtl="1">
              <a:buNone/>
            </a:pPr>
            <a:endParaRPr lang="en-GB" sz="1600" dirty="0"/>
          </a:p>
          <a:p>
            <a:pPr marL="0" indent="0" rtl="1">
              <a:buNone/>
            </a:pPr>
            <a:r>
              <a:rPr lang="ar" sz="1600" b="1" dirty="0">
                <a:solidFill>
                  <a:schemeClr val="accent6"/>
                </a:solidFill>
              </a:rPr>
              <a:t>تصاميم صناديق التروس: عرضية وطولية</a:t>
            </a:r>
            <a:br>
              <a:rPr lang="en-GB" sz="1600" b="1" dirty="0"/>
            </a:br>
            <a:r>
              <a:rPr lang="ar" sz="1600" b="1" dirty="0"/>
              <a:t>التصميم العرضي: </a:t>
            </a:r>
            <a:r>
              <a:rPr lang="ar" sz="1600" dirty="0"/>
              <a:t>في التصميم العرضي، يُوضع صندوق التروس أفقيًا عبر عرض المركبة. عادةً ما يُستخدم هذا التصميم في المركبات ذات الدفع الأمامي (FWD)، حيث يجري تثبيت المحرك ونظام ناقل الحركة جنبًا إلى جنب.</a:t>
            </a:r>
            <a:br>
              <a:rPr lang="en-GB" sz="1600" dirty="0"/>
            </a:br>
            <a:r>
              <a:rPr lang="ar" sz="1600" b="1" dirty="0"/>
              <a:t>المزايا: </a:t>
            </a:r>
            <a:r>
              <a:rPr lang="ar" sz="1600" dirty="0"/>
              <a:t>أصغر حجمًا، ما يسمح بمساحة داخلية أكبر في المركبات الصغيرة.</a:t>
            </a:r>
            <a:br>
              <a:rPr lang="en-GB" sz="1600" dirty="0"/>
            </a:br>
            <a:r>
              <a:rPr lang="ar" sz="1600" b="1" dirty="0"/>
              <a:t>الاستخدامات </a:t>
            </a:r>
            <a:r>
              <a:rPr lang="ar" sz="1600" dirty="0"/>
              <a:t>شائع الاستخدام في السيارات الصغيرة والمتوسطة الحجم المزودة بنظام دفع أمامي.</a:t>
            </a:r>
            <a:br>
              <a:rPr lang="en-GB" sz="1600" dirty="0"/>
            </a:br>
            <a:r>
              <a:rPr lang="ar" sz="1600" b="1" dirty="0"/>
              <a:t>التصميم الطولي: </a:t>
            </a:r>
            <a:r>
              <a:rPr lang="ar" sz="1600" dirty="0"/>
              <a:t>يُوضع صندوق التروس على طول المركبة، بمحاذاة عمود الدفع. يوجد هذا التصميم عادةً في المركبات ذات الدفع الخلفي (RWD) والدفع الرباعي/الكامل (AWD).</a:t>
            </a:r>
            <a:br>
              <a:rPr lang="en-GB" sz="1600" dirty="0"/>
            </a:br>
            <a:r>
              <a:rPr lang="ar" sz="1600" b="1" dirty="0"/>
              <a:t>المزايا: </a:t>
            </a:r>
            <a:r>
              <a:rPr lang="ar" sz="1600" dirty="0"/>
              <a:t>يوفر توزيع وزن أفضل وتوازنًا محسنًا، ما يجعله مثاليًا للمركبات الرياضية والفاخرة.</a:t>
            </a:r>
            <a:br>
              <a:rPr lang="en-GB" sz="1600" dirty="0"/>
            </a:br>
            <a:r>
              <a:rPr lang="ar" sz="1600" b="1" dirty="0"/>
              <a:t>الاستخدامات </a:t>
            </a:r>
            <a:r>
              <a:rPr lang="ar" sz="1600" dirty="0"/>
              <a:t>شائع الاستخدام في المركبات الكبيرة والسيارات الرياضية والموديلات الفاخرة.</a:t>
            </a:r>
          </a:p>
          <a:p>
            <a:pPr marL="0" indent="0" rtl="1">
              <a:buNone/>
            </a:pPr>
            <a:endParaRPr lang="en-GB" sz="1600" dirty="0"/>
          </a:p>
        </p:txBody>
      </p:sp>
      <p:sp>
        <p:nvSpPr>
          <p:cNvPr id="6" name="Rectangle 5">
            <a:extLst>
              <a:ext uri="{FF2B5EF4-FFF2-40B4-BE49-F238E27FC236}">
                <a16:creationId xmlns:a16="http://schemas.microsoft.com/office/drawing/2014/main" id="{2E2F6D47-4FD6-93C6-9564-1C076E402EA0}"/>
              </a:ext>
            </a:extLst>
          </p:cNvPr>
          <p:cNvSpPr>
            <a:spLocks noChangeArrowheads="1"/>
          </p:cNvSpPr>
          <p:nvPr/>
        </p:nvSpPr>
        <p:spPr bwMode="auto">
          <a:xfrm>
            <a:off x="6548851" y="301671"/>
            <a:ext cx="256745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ب1 أنواع صناديق التروس</a:t>
            </a:r>
          </a:p>
        </p:txBody>
      </p:sp>
      <p:sp>
        <p:nvSpPr>
          <p:cNvPr id="2" name="Footer Placeholder 2">
            <a:extLst>
              <a:ext uri="{FF2B5EF4-FFF2-40B4-BE49-F238E27FC236}">
                <a16:creationId xmlns:a16="http://schemas.microsoft.com/office/drawing/2014/main" id="{D027ADF2-510C-1C39-F87F-852BD44D52C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15483168"/>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03848" y="1988840"/>
            <a:ext cx="5832648"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تشغيل صندوق التروس وتدفق القدرة </a:t>
            </a:r>
            <a:br>
              <a:rPr lang="en-GB" sz="2000" b="1" dirty="0">
                <a:solidFill>
                  <a:schemeClr val="accent6"/>
                </a:solidFill>
              </a:rPr>
            </a:br>
            <a:r>
              <a:rPr lang="ar" sz="2000" b="1" dirty="0">
                <a:solidFill>
                  <a:schemeClr val="accent6"/>
                </a:solidFill>
              </a:rPr>
              <a:t>(ناقل الحركة اليدوي)</a:t>
            </a:r>
          </a:p>
          <a:p>
            <a:pPr marL="0" indent="0" rtl="1">
              <a:buNone/>
            </a:pPr>
            <a:endParaRPr lang="en-GB" sz="1800" b="1" dirty="0"/>
          </a:p>
          <a:p>
            <a:pPr marL="0" indent="0" rtl="1">
              <a:buNone/>
            </a:pPr>
            <a:r>
              <a:rPr lang="ar" sz="1600" dirty="0"/>
              <a:t>يتناول هذا الجزء كيفية عمل صندوق التروس اليدوي، ومكوناته الرئيسة، وخصائص نسبة التروس، والطرق المستخدمة لتعشيق التروس.</a:t>
            </a:r>
          </a:p>
          <a:p>
            <a:pPr marL="0" indent="0" rtl="1">
              <a:buNone/>
            </a:pPr>
            <a:endParaRPr lang="en-GB" sz="1600" dirty="0"/>
          </a:p>
          <a:p>
            <a:pPr marL="0" indent="0" rtl="1">
              <a:buNone/>
            </a:pPr>
            <a:r>
              <a:rPr lang="ar" sz="1600" b="1" dirty="0"/>
              <a:t>تشغيل ناقل الحركة اليدوي: </a:t>
            </a:r>
            <a:r>
              <a:rPr lang="ar" sz="1600" dirty="0"/>
              <a:t>يسمح صندوق التروس اليدوي للسائق باختيار التروس يدويًا عبر ذراع التروس ودواسة القابض. وتتدفق القدرة من المحرك إلى صندوق التروس، حيث يجري اختيار نسب تروس مختلفة.</a:t>
            </a:r>
            <a:br>
              <a:rPr lang="en-GB" sz="1600" dirty="0"/>
            </a:br>
            <a:r>
              <a:rPr lang="ar" sz="1600" b="1" dirty="0"/>
              <a:t>تدفق القدرة: </a:t>
            </a:r>
            <a:r>
              <a:rPr lang="ar" sz="1600" dirty="0"/>
              <a:t>عند اختيار الترس، تُنقل قدرة المحرك من عمود الإدخال إلى الترس المحدد، والذي يعمل بدوره على تشغيل عمود الإخراج لتدوير العجلات.</a:t>
            </a:r>
            <a:br>
              <a:rPr lang="en-GB" sz="1600" dirty="0"/>
            </a:br>
            <a:r>
              <a:rPr lang="ar" sz="1600" b="1" dirty="0"/>
              <a:t>صندوق تروس التبديل المباشر: </a:t>
            </a:r>
            <a:r>
              <a:rPr lang="ar" sz="1600" dirty="0"/>
              <a:t>نوع من صناديق التروس اليدوية يستخدم أنظمة القابض المزدوج الآلية للسماح بتغيير السرعة دون الحاجة إلى دواسة القابض.</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660733" y="332656"/>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ب2 تشغيل صندوق التروس اليدوي ومكوناته</a:t>
            </a:r>
          </a:p>
        </p:txBody>
      </p:sp>
      <p:sp>
        <p:nvSpPr>
          <p:cNvPr id="4" name="TextBox 3"/>
          <p:cNvSpPr txBox="1"/>
          <p:nvPr/>
        </p:nvSpPr>
        <p:spPr>
          <a:xfrm>
            <a:off x="1275718" y="5015632"/>
            <a:ext cx="849913"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ناقل حركة آلي</a:t>
            </a:r>
          </a:p>
        </p:txBody>
      </p:sp>
      <p:sp>
        <p:nvSpPr>
          <p:cNvPr id="2" name="Footer Placeholder 2">
            <a:extLst>
              <a:ext uri="{FF2B5EF4-FFF2-40B4-BE49-F238E27FC236}">
                <a16:creationId xmlns:a16="http://schemas.microsoft.com/office/drawing/2014/main" id="{926B1161-CDE3-2971-E1FB-CEA5B0E76A1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close up of a machine&#10;&#10;Description automatically generated">
            <a:extLst>
              <a:ext uri="{FF2B5EF4-FFF2-40B4-BE49-F238E27FC236}">
                <a16:creationId xmlns:a16="http://schemas.microsoft.com/office/drawing/2014/main" id="{744CB9AE-E81B-1F1E-2E94-8B3D975604A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9512" y="3048754"/>
            <a:ext cx="2930317" cy="1947110"/>
          </a:xfrm>
          <a:prstGeom prst="rect">
            <a:avLst/>
          </a:prstGeom>
        </p:spPr>
      </p:pic>
    </p:spTree>
    <p:extLst>
      <p:ext uri="{BB962C8B-B14F-4D97-AF65-F5344CB8AC3E}">
        <p14:creationId xmlns:p14="http://schemas.microsoft.com/office/powerpoint/2010/main" val="110109398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A46E8927-5905-51A9-C38E-1834B28137FF}"/>
              </a:ext>
            </a:extLst>
          </p:cNvPr>
          <p:cNvSpPr>
            <a:spLocks noGrp="1" noChangeArrowheads="1"/>
          </p:cNvSpPr>
          <p:nvPr>
            <p:ph sz="half" idx="2"/>
          </p:nvPr>
        </p:nvSpPr>
        <p:spPr bwMode="auto">
          <a:xfrm>
            <a:off x="539552" y="2060848"/>
            <a:ext cx="8280920"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مكونات صندوق التروس اليدوي</a:t>
            </a:r>
            <a:br>
              <a:rPr lang="en-GB" sz="1400" dirty="0"/>
            </a:br>
            <a:br>
              <a:rPr lang="en-GB" sz="1400" dirty="0"/>
            </a:br>
            <a:r>
              <a:rPr lang="ar" sz="1600" b="1" dirty="0"/>
              <a:t>المحامل</a:t>
            </a:r>
            <a:r>
              <a:rPr lang="ar" sz="1600" dirty="0"/>
              <a:t>: تدعم الأعمدة الدوارة داخل صندوق التروس، ما يقللا لاحتكاك والتآكل. وتضمن الحركة السلسة للتروس والأعمدة في أثناء التشغيل.</a:t>
            </a:r>
            <a:br>
              <a:rPr lang="en-GB" sz="1600" dirty="0"/>
            </a:br>
            <a:r>
              <a:rPr lang="ar" sz="1600" b="1" dirty="0"/>
              <a:t>الأعمدة: </a:t>
            </a:r>
            <a:r>
              <a:rPr lang="ar" sz="1600" dirty="0"/>
              <a:t>تحتوي صناديق التروس على ثلاثة أعمدة رئيسة: عمود الإدخال (المتصل بالمحرك)، وعمود الإخراج (المتصل بالعجلات)، وعمود التدوير أو العمود المناول (الذي ينقل القدرة بين العمودين الآخرين).</a:t>
            </a:r>
          </a:p>
          <a:p>
            <a:pPr marL="0" indent="0" rtl="1">
              <a:buNone/>
            </a:pPr>
            <a:r>
              <a:rPr lang="ar" sz="1600" b="1" dirty="0"/>
              <a:t>الغلاف:</a:t>
            </a:r>
            <a:r>
              <a:rPr lang="ar" sz="1600" dirty="0"/>
              <a:t> يحتوي غلاف صندوق التروس على المكونات الداخلية ويحميها من الأوساخ والحطام والأضرار. ويحتوي أيضًا على مواد التشحيم لضمان تشغيل التروس بسلاسة.</a:t>
            </a:r>
            <a:br>
              <a:rPr lang="en-GB" sz="1600" dirty="0"/>
            </a:br>
            <a:r>
              <a:rPr lang="ar" sz="1600" b="1" dirty="0"/>
              <a:t>آليات الاختيار: </a:t>
            </a:r>
            <a:r>
              <a:rPr lang="ar" sz="1600" dirty="0"/>
              <a:t>تعمل آلية الاختيار على تمكين السائق من تحديد التروس عن طريق تحريك أذرع (شوكات) الاختيار لتعشيق التروس المختلفة أو فك تعشيقها.</a:t>
            </a:r>
            <a:br>
              <a:rPr lang="en-GB" sz="1600" dirty="0"/>
            </a:br>
            <a:r>
              <a:rPr lang="ar" sz="1600" b="1" dirty="0"/>
              <a:t>ترتيبات موانع التسرب: </a:t>
            </a:r>
            <a:r>
              <a:rPr lang="ar" sz="1600" dirty="0"/>
              <a:t>تُستخدم موانع التسرب لمنع تسرب الزيت والحفاظ على عدم دخول الملوثات إلى صندوق التروس. ويشمل ذلك موانع التسرب الثابتة (للأجزاء غير المتحركة) وموانع التسرب الديناميكية (للمكونات المتحركة مثل الأعمدة).</a:t>
            </a:r>
          </a:p>
        </p:txBody>
      </p:sp>
      <p:sp>
        <p:nvSpPr>
          <p:cNvPr id="6" name="Rectangle 5">
            <a:extLst>
              <a:ext uri="{FF2B5EF4-FFF2-40B4-BE49-F238E27FC236}">
                <a16:creationId xmlns:a16="http://schemas.microsoft.com/office/drawing/2014/main" id="{4F5EAB72-4A07-DC93-D51C-6A2556DFC235}"/>
              </a:ext>
            </a:extLst>
          </p:cNvPr>
          <p:cNvSpPr>
            <a:spLocks noChangeArrowheads="1"/>
          </p:cNvSpPr>
          <p:nvPr/>
        </p:nvSpPr>
        <p:spPr bwMode="auto">
          <a:xfrm>
            <a:off x="3660733" y="332656"/>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ب2 تشغيل صندوق التروس اليدوي ومكوناته</a:t>
            </a:r>
          </a:p>
        </p:txBody>
      </p:sp>
      <p:sp>
        <p:nvSpPr>
          <p:cNvPr id="2" name="Footer Placeholder 2">
            <a:extLst>
              <a:ext uri="{FF2B5EF4-FFF2-40B4-BE49-F238E27FC236}">
                <a16:creationId xmlns:a16="http://schemas.microsoft.com/office/drawing/2014/main" id="{44F207EC-BBBD-C347-0D83-FEC97709CA3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4068741913"/>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03848" y="1268760"/>
            <a:ext cx="5760641"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خصائص نسبة التروس وعدد التروس المتاحة</a:t>
            </a:r>
          </a:p>
          <a:p>
            <a:pPr marL="0" indent="0" rtl="1">
              <a:buNone/>
            </a:pPr>
            <a:br>
              <a:rPr lang="en-GB" sz="1600" dirty="0"/>
            </a:br>
            <a:r>
              <a:rPr lang="ar" sz="1600" b="1" dirty="0"/>
              <a:t>نسب التروس</a:t>
            </a:r>
            <a:r>
              <a:rPr lang="ar" sz="1600" dirty="0"/>
              <a:t>: تحدد مقدار عزم الدوران الذي ينتقل من المحرك إلى العجلات. وتوفر التروس المنخفضة (الترس الأول والثاني) مزيدًا من عزم الدوران بغرض التسريع، بينما توفر التروس الأعلى (الترس الرابع والخامس والسادس) عزمًا أقل ولكنها تسمح بسرعات أعلى.</a:t>
            </a:r>
          </a:p>
          <a:p>
            <a:pPr marL="0" indent="0" rtl="1">
              <a:buNone/>
            </a:pPr>
            <a:r>
              <a:rPr lang="ar" sz="1600" b="1" dirty="0"/>
              <a:t>مثال</a:t>
            </a:r>
            <a:r>
              <a:rPr lang="ar" sz="1600" dirty="0"/>
              <a:t>: نسبة الترس الأول البالغة 3:1 تعني أن المحرك يجب أن يدور 3 مرات لكل دورة واحدة للعجلات، ما يوفر مزيدًا من عزم الدوران لبدء التشغيل.</a:t>
            </a:r>
            <a:br>
              <a:rPr lang="en-GB" sz="1600" dirty="0"/>
            </a:br>
            <a:r>
              <a:rPr lang="ar" sz="1600" b="1" spc="-20" dirty="0"/>
              <a:t>عدد التروس المتاحة: </a:t>
            </a:r>
            <a:r>
              <a:rPr lang="ar" sz="1600" spc="-20" dirty="0"/>
              <a:t>عادةً ما تحتوي صناديق التروس اليدوية الحديثة على 5 أو 6 تروس أمامية إضافة إلى الترس العكسي. الأرقام الأكبر للتروس توفر مزيدًا من المرونة والكفاءة، خاصةً عند السرعات العالية. وتوفر أرقام التروس الأعلى مزيدًا من المرونة والكفاءة، وبخاصة عند السرعات العالية.</a:t>
            </a:r>
          </a:p>
          <a:p>
            <a:pPr marL="0" indent="0" rtl="1">
              <a:buNone/>
            </a:pPr>
            <a:endParaRPr lang="en-GB" sz="1600" dirty="0"/>
          </a:p>
          <a:p>
            <a:pPr marL="0" indent="0" rtl="1">
              <a:buNone/>
            </a:pPr>
            <a:r>
              <a:rPr lang="ar" sz="1600" b="1" dirty="0">
                <a:solidFill>
                  <a:schemeClr val="accent6"/>
                </a:solidFill>
              </a:rPr>
              <a:t>تصميم التروس: التروس المستقيمة واللولبية</a:t>
            </a:r>
          </a:p>
          <a:p>
            <a:pPr marL="0" indent="0" rtl="1">
              <a:buNone/>
            </a:pPr>
            <a:br>
              <a:rPr lang="en-GB" sz="1600" dirty="0"/>
            </a:br>
            <a:r>
              <a:rPr lang="ar" sz="1600" b="1" dirty="0"/>
              <a:t>التروس المستقيمة:</a:t>
            </a:r>
            <a:r>
              <a:rPr lang="ar" sz="1600" dirty="0"/>
              <a:t> تتميز بأسنان مستقيمة وتُستخدم في صناديق التروس القديمة أو البسيطة. وهي أسهل من حيث التصنيع ولكنها تولد مزيدًا من الضوضاء والاهتزاز.</a:t>
            </a:r>
            <a:br>
              <a:rPr lang="en-GB" sz="1600" dirty="0"/>
            </a:br>
            <a:r>
              <a:rPr lang="ar" sz="1600" b="1" dirty="0"/>
              <a:t>المزايا: </a:t>
            </a:r>
            <a:r>
              <a:rPr lang="ar" sz="1600" dirty="0"/>
              <a:t>تصميم بسيط وتكلفة تصنيع أقل.</a:t>
            </a:r>
            <a:br>
              <a:rPr lang="en-GB" sz="1600" dirty="0"/>
            </a:br>
            <a:r>
              <a:rPr lang="ar" sz="1600" b="1" dirty="0"/>
              <a:t>العيوب: </a:t>
            </a:r>
            <a:r>
              <a:rPr lang="ar" sz="1600" dirty="0"/>
              <a:t>أكثر ضجيجًا بسبب التداخل المفاجئ بين الأسنان.</a:t>
            </a:r>
            <a:br>
              <a:rPr lang="en-GB" sz="1600" dirty="0"/>
            </a:br>
            <a:r>
              <a:rPr lang="ar" sz="1600" b="1" dirty="0"/>
              <a:t>التروس اللولبية</a:t>
            </a:r>
            <a:r>
              <a:rPr lang="ar" sz="1600" dirty="0"/>
              <a:t>: تحتوي على أسنان مائلة تتداخل بشكلٍ تدريجي، ما يؤدي إلى تشغيل أكثر هدوءًا وسلاسة.</a:t>
            </a:r>
            <a:br>
              <a:rPr lang="en-GB" sz="1600" dirty="0"/>
            </a:br>
            <a:r>
              <a:rPr lang="ar" sz="1600" b="1" dirty="0"/>
              <a:t>المزايا: </a:t>
            </a:r>
            <a:r>
              <a:rPr lang="ar" sz="1600" dirty="0"/>
              <a:t>أكثر سلاسة وهدوءًا من التروس المستقيمة.</a:t>
            </a:r>
            <a:br>
              <a:rPr lang="en-GB" sz="1600" dirty="0"/>
            </a:br>
            <a:r>
              <a:rPr lang="ar" sz="1600" b="1" dirty="0"/>
              <a:t>العيوب</a:t>
            </a:r>
            <a:r>
              <a:rPr lang="ar" sz="1600" dirty="0"/>
              <a:t>: أكثر تعقيدًا من حيث التصنيع ويمكن أن تولد قوى محورية.</a:t>
            </a:r>
          </a:p>
        </p:txBody>
      </p:sp>
      <p:sp>
        <p:nvSpPr>
          <p:cNvPr id="5" name="TextBox 4"/>
          <p:cNvSpPr txBox="1"/>
          <p:nvPr/>
        </p:nvSpPr>
        <p:spPr>
          <a:xfrm>
            <a:off x="1482554" y="5039598"/>
            <a:ext cx="782587"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تروس لولبية</a:t>
            </a:r>
          </a:p>
        </p:txBody>
      </p:sp>
      <p:sp>
        <p:nvSpPr>
          <p:cNvPr id="2" name="Rectangle 1">
            <a:extLst>
              <a:ext uri="{FF2B5EF4-FFF2-40B4-BE49-F238E27FC236}">
                <a16:creationId xmlns:a16="http://schemas.microsoft.com/office/drawing/2014/main" id="{B6FB09B4-C5F3-2490-D640-33E595BB1C08}"/>
              </a:ext>
            </a:extLst>
          </p:cNvPr>
          <p:cNvSpPr>
            <a:spLocks noChangeArrowheads="1"/>
          </p:cNvSpPr>
          <p:nvPr/>
        </p:nvSpPr>
        <p:spPr bwMode="auto">
          <a:xfrm>
            <a:off x="3660733" y="332656"/>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ب2 تشغيل صندوق التروس اليدوي ومكوناته</a:t>
            </a:r>
          </a:p>
        </p:txBody>
      </p:sp>
      <p:sp>
        <p:nvSpPr>
          <p:cNvPr id="3" name="Footer Placeholder 2">
            <a:extLst>
              <a:ext uri="{FF2B5EF4-FFF2-40B4-BE49-F238E27FC236}">
                <a16:creationId xmlns:a16="http://schemas.microsoft.com/office/drawing/2014/main" id="{A7382769-9D29-5B0A-A4B3-940C02E5D38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lose up of a machine&#10;&#10;Description automatically generated">
            <a:extLst>
              <a:ext uri="{FF2B5EF4-FFF2-40B4-BE49-F238E27FC236}">
                <a16:creationId xmlns:a16="http://schemas.microsoft.com/office/drawing/2014/main" id="{84B84677-A26A-5E82-4FFE-3AD4604CDDB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5551" y="3022165"/>
            <a:ext cx="2912665" cy="1938413"/>
          </a:xfrm>
          <a:prstGeom prst="rect">
            <a:avLst/>
          </a:prstGeom>
        </p:spPr>
      </p:pic>
    </p:spTree>
    <p:extLst>
      <p:ext uri="{BB962C8B-B14F-4D97-AF65-F5344CB8AC3E}">
        <p14:creationId xmlns:p14="http://schemas.microsoft.com/office/powerpoint/2010/main" val="62416392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628800"/>
            <a:ext cx="8352928"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آليات قفل التروس وتشابكها</a:t>
            </a:r>
            <a:br>
              <a:rPr lang="en-GB" sz="1400" dirty="0"/>
            </a:br>
            <a:br>
              <a:rPr lang="en-GB" sz="1400" dirty="0"/>
            </a:br>
            <a:r>
              <a:rPr lang="ar" sz="1600" b="1" dirty="0"/>
              <a:t>آليات قفل التروس: </a:t>
            </a:r>
            <a:r>
              <a:rPr lang="ar" sz="1600" dirty="0"/>
              <a:t>تضمن هذه الآليات إمكانية تعشيق ترس واحد فقط في كل مرة. ويحقق القفل من خلال مزيج من شوكات الاختيار وأطواق التعشيق.</a:t>
            </a:r>
            <a:br>
              <a:rPr lang="en-GB" sz="1600" dirty="0"/>
            </a:br>
            <a:r>
              <a:rPr lang="ar" sz="1600" b="1" dirty="0"/>
              <a:t>آليات التشابك</a:t>
            </a:r>
            <a:r>
              <a:rPr lang="ar" sz="1600" dirty="0"/>
              <a:t>: تمنع اختيار ترسين في وقت واحد، ما قد يتسبب في حدوث عطل ميكانيكي. وتستخدم الأقفال المتشابكة دبابيس ونوابض القفل لمنع حركة وحدات اختيار التروس الأخرى في أثناء تعشيق الترس.</a:t>
            </a:r>
          </a:p>
          <a:p>
            <a:pPr marL="0" indent="0" rtl="1">
              <a:buNone/>
            </a:pPr>
            <a:endParaRPr lang="en-GB" sz="1400" dirty="0"/>
          </a:p>
          <a:p>
            <a:pPr marL="0" indent="0" rtl="1">
              <a:buNone/>
            </a:pPr>
            <a:r>
              <a:rPr lang="ar" sz="1600" b="1" dirty="0">
                <a:solidFill>
                  <a:schemeClr val="accent6"/>
                </a:solidFill>
              </a:rPr>
              <a:t>آليات مزامنة سرعة التروس والتعشيق</a:t>
            </a:r>
            <a:br>
              <a:rPr lang="en-GB" sz="1600" dirty="0"/>
            </a:br>
            <a:br>
              <a:rPr lang="en-GB" sz="1600" dirty="0"/>
            </a:br>
            <a:r>
              <a:rPr lang="ar" sz="1600" b="1" dirty="0"/>
              <a:t>الشبكة المنزلقة: </a:t>
            </a:r>
            <a:r>
              <a:rPr lang="ar" sz="1600" dirty="0"/>
              <a:t>في الأنظمة القديمة، تنزلق التروس على طول الأعمدة للوصول إلى التعشيق. وهذه الطريقة أقل كفاءة ويمكن أن تتسبب في حدوث احتكاك إذا لم تُنَفذ بعناية.</a:t>
            </a:r>
            <a:br>
              <a:rPr lang="en-GB" sz="1600" dirty="0"/>
            </a:br>
            <a:r>
              <a:rPr lang="ar" sz="1600" b="1" dirty="0"/>
              <a:t>التعشيق التزامني</a:t>
            </a:r>
            <a:r>
              <a:rPr lang="ar" sz="1600" dirty="0"/>
              <a:t> تستخدم معظم صناديق التروس الحديثة نظام التعشيق التزامني، الذي يعمل على مزامنة سرعات التروس قبل تعشيقها، ما يسمح بالتبديل بين السرعات بشكلٍ سلس وخالي من الضوضاء.</a:t>
            </a:r>
            <a:br>
              <a:rPr lang="en-GB" sz="1600" dirty="0"/>
            </a:br>
            <a:r>
              <a:rPr lang="ar" sz="1600" b="1" dirty="0"/>
              <a:t>الحلقات المتزامنة: </a:t>
            </a:r>
            <a:r>
              <a:rPr lang="ar" sz="1600" dirty="0"/>
              <a:t>حلقات احتكاكية صغيرة تتناسب مع سرعات الترس والعمود قبل التعشيق.</a:t>
            </a:r>
            <a:br>
              <a:rPr lang="en-GB" sz="1600" dirty="0"/>
            </a:br>
            <a:r>
              <a:rPr lang="ar" sz="1600" b="1" dirty="0"/>
              <a:t>التعشيق باستخدام الأطواق الكلابية:</a:t>
            </a:r>
            <a:r>
              <a:rPr lang="ar" sz="1600" dirty="0"/>
              <a:t> يستخدم هذا النظام، الموجود في السيارات عالية الأداء والسيارات الرياضية، "الأسنان الكلابية" على التروس بغرض التعشيق بسرعة دون الحاجة إلى المزامنة، وهو ما يسمح بتغيير التروس بشكلٍ أسرع.</a:t>
            </a:r>
            <a:br>
              <a:rPr lang="en-GB" sz="1600" dirty="0"/>
            </a:br>
            <a:r>
              <a:rPr lang="ar" sz="1600" b="1" dirty="0"/>
              <a:t>شوكات الاختيار:</a:t>
            </a:r>
            <a:r>
              <a:rPr lang="ar" sz="1600" dirty="0"/>
              <a:t> تعمل هذه المكونات على تحريك التروس أو أطواق التعشيق إلى موضعها عندما يختار السائق الترس.</a:t>
            </a:r>
          </a:p>
        </p:txBody>
      </p:sp>
      <p:sp>
        <p:nvSpPr>
          <p:cNvPr id="2" name="Rectangle 1">
            <a:extLst>
              <a:ext uri="{FF2B5EF4-FFF2-40B4-BE49-F238E27FC236}">
                <a16:creationId xmlns:a16="http://schemas.microsoft.com/office/drawing/2014/main" id="{046657AC-51AD-868F-85B8-375B7B2E6AAE}"/>
              </a:ext>
            </a:extLst>
          </p:cNvPr>
          <p:cNvSpPr>
            <a:spLocks noChangeArrowheads="1"/>
          </p:cNvSpPr>
          <p:nvPr/>
        </p:nvSpPr>
        <p:spPr bwMode="auto">
          <a:xfrm>
            <a:off x="3660733" y="332656"/>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ب2 تشغيل صندوق التروس اليدوي ومكوناته</a:t>
            </a:r>
          </a:p>
        </p:txBody>
      </p:sp>
      <p:sp>
        <p:nvSpPr>
          <p:cNvPr id="3" name="Footer Placeholder 2">
            <a:extLst>
              <a:ext uri="{FF2B5EF4-FFF2-40B4-BE49-F238E27FC236}">
                <a16:creationId xmlns:a16="http://schemas.microsoft.com/office/drawing/2014/main" id="{354959C7-30AB-2C06-1FEA-E04B405CC20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428399781"/>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97C17453-44CE-A074-2545-4DFF3C15073A}"/>
              </a:ext>
            </a:extLst>
          </p:cNvPr>
          <p:cNvSpPr>
            <a:spLocks noGrp="1" noChangeArrowheads="1"/>
          </p:cNvSpPr>
          <p:nvPr>
            <p:ph sz="half" idx="2"/>
          </p:nvPr>
        </p:nvSpPr>
        <p:spPr bwMode="auto">
          <a:xfrm>
            <a:off x="263094" y="1772816"/>
            <a:ext cx="8617813" cy="2376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طرق التشحيم: بمساعدة الرذاذ والمضخة</a:t>
            </a:r>
            <a:br>
              <a:rPr lang="en-GB" sz="1400" dirty="0"/>
            </a:br>
            <a:br>
              <a:rPr lang="en-GB" sz="1600" dirty="0"/>
            </a:br>
            <a:r>
              <a:rPr lang="ar" sz="1600" b="1" dirty="0"/>
              <a:t>التشحيم بالرذاذ: </a:t>
            </a:r>
            <a:r>
              <a:rPr lang="ar" sz="1600" dirty="0"/>
              <a:t> يُستخدم التشحيم بالرذاذ في صناديق التروس البسيطة، ويتضمن غمس التروس في الزيت ونشره حول صندوق التروس في أثناء دورانها. وهذه الطريقة فعالة للاستخدامات منخفضة السرعة.</a:t>
            </a:r>
            <a:br>
              <a:rPr lang="en-GB" sz="1600" dirty="0"/>
            </a:br>
            <a:r>
              <a:rPr lang="ar" sz="1600" b="1" dirty="0"/>
              <a:t>المزايا: </a:t>
            </a:r>
            <a:r>
              <a:rPr lang="ar" sz="1600" dirty="0"/>
              <a:t>بسيطة ومنخفضة الصيانة.</a:t>
            </a:r>
            <a:br>
              <a:rPr lang="en-GB" sz="1600" dirty="0"/>
            </a:br>
            <a:r>
              <a:rPr lang="ar" sz="1600" b="1" dirty="0"/>
              <a:t>العيوب: </a:t>
            </a:r>
            <a:r>
              <a:rPr lang="ar" sz="1600" dirty="0"/>
              <a:t>أقل فعالية عند السرعات العالية وعند الأحمال الثقيلة.</a:t>
            </a:r>
            <a:br>
              <a:rPr lang="en-GB" sz="1600" dirty="0"/>
            </a:br>
            <a:r>
              <a:rPr lang="ar" sz="1600" b="1" dirty="0"/>
              <a:t>التشحيم بمساعدة المضخة: </a:t>
            </a:r>
            <a:r>
              <a:rPr lang="ar" sz="1600" dirty="0"/>
              <a:t> في صناديق التروس الأكثر تقدمًا، تُستخدم مضخة الزيت لتدوير مادة التشحيم، وهو ما يضمن حصول جميع المكونات على التشحيم المناسب حتى عند السرعات العالية.</a:t>
            </a:r>
            <a:br>
              <a:rPr lang="en-GB" sz="1600" dirty="0"/>
            </a:br>
            <a:r>
              <a:rPr lang="ar" sz="1600" b="1" dirty="0"/>
              <a:t>المزايا: </a:t>
            </a:r>
            <a:r>
              <a:rPr lang="ar" sz="1600" dirty="0"/>
              <a:t>أفضل مع صناديق التروس عالية الأداء أو الثقيلة.</a:t>
            </a:r>
            <a:br>
              <a:rPr lang="en-GB" sz="1600" dirty="0"/>
            </a:br>
            <a:r>
              <a:rPr lang="ar" sz="1600" b="1" dirty="0"/>
              <a:t>العيوب: </a:t>
            </a:r>
            <a:r>
              <a:rPr lang="ar" sz="1600" dirty="0"/>
              <a:t>أكثر تعقيدًا وتتطلب صيانة دورية.</a:t>
            </a:r>
          </a:p>
          <a:p>
            <a:pPr marL="0" indent="0" rtl="1">
              <a:buNone/>
            </a:pPr>
            <a:endParaRPr lang="en-GB" sz="1300" dirty="0"/>
          </a:p>
        </p:txBody>
      </p:sp>
      <p:sp>
        <p:nvSpPr>
          <p:cNvPr id="6" name="Rectangle 5">
            <a:extLst>
              <a:ext uri="{FF2B5EF4-FFF2-40B4-BE49-F238E27FC236}">
                <a16:creationId xmlns:a16="http://schemas.microsoft.com/office/drawing/2014/main" id="{FB36A6B0-4A2B-A6FE-DA1B-0D904EE22984}"/>
              </a:ext>
            </a:extLst>
          </p:cNvPr>
          <p:cNvSpPr>
            <a:spLocks noChangeArrowheads="1"/>
          </p:cNvSpPr>
          <p:nvPr/>
        </p:nvSpPr>
        <p:spPr bwMode="auto">
          <a:xfrm>
            <a:off x="3660733" y="332656"/>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ب2 تشغيل صندوق التروس اليدوي ومكوناته</a:t>
            </a:r>
          </a:p>
        </p:txBody>
      </p:sp>
      <p:sp>
        <p:nvSpPr>
          <p:cNvPr id="2" name="Footer Placeholder 2">
            <a:extLst>
              <a:ext uri="{FF2B5EF4-FFF2-40B4-BE49-F238E27FC236}">
                <a16:creationId xmlns:a16="http://schemas.microsoft.com/office/drawing/2014/main" id="{09BD3DC8-0DEE-D3BF-018E-BA061CD2947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526976931"/>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268760"/>
            <a:ext cx="8712968" cy="25081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تشغيل صناديق التروس الآلية القياسية وتدفق القدرة إليها</a:t>
            </a:r>
          </a:p>
          <a:p>
            <a:pPr marL="0" indent="0" rtl="1">
              <a:buNone/>
            </a:pPr>
            <a:endParaRPr lang="en-GB" sz="1400" dirty="0"/>
          </a:p>
          <a:p>
            <a:pPr marL="0" indent="0" rtl="1">
              <a:buNone/>
            </a:pPr>
            <a:r>
              <a:rPr lang="ar" sz="1600" dirty="0"/>
              <a:t>يتناول هذا الجزء المكونات الرئيسة لأنظمة نقل الحركة الآلية وتشغيلها وكيفية نقل القدرة في هذه الأنظمة.</a:t>
            </a:r>
          </a:p>
          <a:p>
            <a:pPr marL="0" indent="0" rtl="1">
              <a:buNone/>
            </a:pPr>
            <a:endParaRPr lang="en-GB" sz="1600" dirty="0"/>
          </a:p>
          <a:p>
            <a:pPr marL="0" indent="0" rtl="1">
              <a:buNone/>
            </a:pPr>
            <a:r>
              <a:rPr lang="ar" sz="1600" b="1" dirty="0"/>
              <a:t>تشغيل صندوق التروس الآلي: </a:t>
            </a:r>
            <a:r>
              <a:rPr lang="ar" sz="1600" dirty="0"/>
              <a:t>تعمل صناديق التروس الآلية القياسية على التبديل بين تروس السرعة تلقائيًا وذلك بناءً على سرعة المركبة وموضع الخانق، دون الحاجة لتدخل السائق لتغيير التروس.</a:t>
            </a:r>
            <a:br>
              <a:rPr lang="en-GB" sz="1600" dirty="0"/>
            </a:br>
            <a:r>
              <a:rPr lang="ar" sz="1600" b="1" dirty="0"/>
              <a:t>تدفق القدرة: </a:t>
            </a:r>
            <a:r>
              <a:rPr lang="ar" sz="1600" dirty="0"/>
              <a:t>تتدفق القدرة من المحرك عبر قارنة سائلية (وليس القابض)، ويحدد ناقل الحركة نسبة التروس المناسبة حسب الظروف، ما يتيح نقل القدرة إلى عجلات الدفع بسلاسة.</a:t>
            </a:r>
            <a:br>
              <a:rPr lang="en-GB" sz="1600" dirty="0"/>
            </a:br>
            <a:r>
              <a:rPr lang="ar" sz="1600" b="1" dirty="0"/>
              <a:t>المزايا الرئيسة: </a:t>
            </a:r>
            <a:r>
              <a:rPr lang="ar" sz="1600" dirty="0"/>
              <a:t>في صندوق التروس الآلي، يحتاج السائق فقط إلى التحكم في الخانق والمكابح، بينما يتولى النظام عملية اختيار الترس.</a:t>
            </a:r>
            <a:br>
              <a:rPr lang="en-GB" sz="1200" dirty="0"/>
            </a:br>
            <a:endParaRPr lang="en-GB" sz="1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635896" y="303188"/>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ب3 مبادئ تشغيل صناديق التروس الآلية</a:t>
            </a:r>
          </a:p>
        </p:txBody>
      </p:sp>
      <p:sp>
        <p:nvSpPr>
          <p:cNvPr id="5" name="TextBox 4"/>
          <p:cNvSpPr txBox="1"/>
          <p:nvPr/>
        </p:nvSpPr>
        <p:spPr>
          <a:xfrm>
            <a:off x="3606661" y="6318807"/>
            <a:ext cx="1757212"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ناقل حركة متغير باستمرار </a:t>
            </a:r>
            <a:r>
              <a:rPr lang="en-US" sz="1300" b="1" dirty="0">
                <a:latin typeface="Sakkal Majalla" panose="02000000000000000000" pitchFamily="2" charset="-78"/>
                <a:cs typeface="Sakkal Majalla" panose="02000000000000000000" pitchFamily="2" charset="-78"/>
              </a:rPr>
              <a:t>(CVT)</a:t>
            </a:r>
          </a:p>
        </p:txBody>
      </p:sp>
      <p:sp>
        <p:nvSpPr>
          <p:cNvPr id="2" name="Footer Placeholder 2">
            <a:extLst>
              <a:ext uri="{FF2B5EF4-FFF2-40B4-BE49-F238E27FC236}">
                <a16:creationId xmlns:a16="http://schemas.microsoft.com/office/drawing/2014/main" id="{F32F84D8-7F50-60F1-B233-BBEE1408B42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close up of a machine&#10;&#10;Description automatically generated">
            <a:extLst>
              <a:ext uri="{FF2B5EF4-FFF2-40B4-BE49-F238E27FC236}">
                <a16:creationId xmlns:a16="http://schemas.microsoft.com/office/drawing/2014/main" id="{82EEE74F-893D-1622-4B52-5173C994A85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31015" y="4005064"/>
            <a:ext cx="3353977" cy="2220710"/>
          </a:xfrm>
          <a:prstGeom prst="rect">
            <a:avLst/>
          </a:prstGeom>
        </p:spPr>
      </p:pic>
    </p:spTree>
    <p:extLst>
      <p:ext uri="{BB962C8B-B14F-4D97-AF65-F5344CB8AC3E}">
        <p14:creationId xmlns:p14="http://schemas.microsoft.com/office/powerpoint/2010/main" val="3507044798"/>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9915F6D9-1A57-F454-7941-DE4A43665A9A}"/>
              </a:ext>
            </a:extLst>
          </p:cNvPr>
          <p:cNvSpPr>
            <a:spLocks noGrp="1" noChangeArrowheads="1"/>
          </p:cNvSpPr>
          <p:nvPr>
            <p:ph sz="half" idx="2"/>
          </p:nvPr>
        </p:nvSpPr>
        <p:spPr bwMode="auto">
          <a:xfrm>
            <a:off x="827583" y="1988840"/>
            <a:ext cx="8064897"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ناقل حركة متغير باستمرار (CVT)</a:t>
            </a:r>
            <a:br>
              <a:rPr lang="en-GB" sz="1400" dirty="0"/>
            </a:br>
            <a:br>
              <a:rPr lang="en-GB" sz="1400" dirty="0"/>
            </a:br>
            <a:r>
              <a:rPr lang="ar" sz="1600" b="1" dirty="0"/>
              <a:t>نظرة عامة على ناقل الحركة المتغير باستمرار: </a:t>
            </a:r>
            <a:r>
              <a:rPr lang="ar" sz="1600" dirty="0"/>
              <a:t>لا يستخدم ناقل الحركة المتغير باستمرار التروس التقليدية ولكنه يستخدم بدلًا من ذلك</a:t>
            </a:r>
            <a:br>
              <a:rPr lang="en-US" sz="1600" dirty="0"/>
            </a:br>
            <a:r>
              <a:rPr lang="ar" sz="1600" dirty="0"/>
              <a:t>حزامًا أو سلسلة تتحرك بين بكرتين متغيرتي القطر. وهذا يتيح عددًا غير محدود من نسب التروس، ما يوفر تسارعًا سلسًا وكفاءة أفضل في استهلاك الوقود.</a:t>
            </a:r>
            <a:br>
              <a:rPr lang="en-GB" sz="1600" dirty="0"/>
            </a:br>
            <a:r>
              <a:rPr lang="ar" sz="1600" b="1" dirty="0"/>
              <a:t>تدفق القدرة في ناقل الحركة المتغير باستمرار: </a:t>
            </a:r>
            <a:r>
              <a:rPr lang="ar" sz="1600" dirty="0"/>
              <a:t>يتغير تدفق القدرة في ناقل الحركة المتغير باستمرار بشكلٍ مستمر من خلال ضبط عرض البكرتين، وهو ما يغير نسبة السرعة بين المدخل والمخرج دون الحاجة إلى تغييرات تروس واضحة.</a:t>
            </a:r>
            <a:br>
              <a:rPr lang="en-GB" sz="1600" dirty="0"/>
            </a:br>
            <a:r>
              <a:rPr lang="ar" sz="1600" b="1" dirty="0"/>
              <a:t>المزايا: </a:t>
            </a:r>
            <a:r>
              <a:rPr lang="ar" sz="1600" dirty="0"/>
              <a:t>التسارع السلس، وتحسين في استهلاك الوقود، والقدرة على التكيف مع ظروف القيادة المختلفة.</a:t>
            </a:r>
          </a:p>
        </p:txBody>
      </p:sp>
      <p:sp>
        <p:nvSpPr>
          <p:cNvPr id="2" name="Footer Placeholder 2">
            <a:extLst>
              <a:ext uri="{FF2B5EF4-FFF2-40B4-BE49-F238E27FC236}">
                <a16:creationId xmlns:a16="http://schemas.microsoft.com/office/drawing/2014/main" id="{86FA7D84-06D1-3837-D398-0DBEDAF3131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590258226"/>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196752"/>
            <a:ext cx="8640960" cy="5661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مكونات ناقل الحركة الآلي: محولات عزم الدوران</a:t>
            </a:r>
            <a:br>
              <a:rPr lang="en-GB" sz="1600" dirty="0"/>
            </a:br>
            <a:r>
              <a:rPr lang="ar" sz="1600" b="1" dirty="0"/>
              <a:t>محول عزم الدوران: </a:t>
            </a:r>
            <a:r>
              <a:rPr lang="ar" sz="1600" dirty="0"/>
              <a:t>يحل محل القابض في ناقل الحركة الآلي. ويستخدم قارنة سائلية لنقل القدرة من المحرك إلى ناقل الحركة، وهو ما يتيح تدفقًا سلسًا للقدرة حتى عندما تكون المركبة في وضع السكون.</a:t>
            </a:r>
            <a:br>
              <a:rPr lang="en-GB" sz="1600" dirty="0"/>
            </a:br>
            <a:r>
              <a:rPr lang="ar" sz="1600" b="1" dirty="0"/>
              <a:t>آلية القفل: </a:t>
            </a:r>
            <a:r>
              <a:rPr lang="ar" sz="1600" dirty="0"/>
              <a:t>عند السرعات العالية، تنشط آلية القفل في في محول عزم الدوران، ما يوفر اتصالًا مباشرًا بين المحرك وناقل الحركة، وهو ما يؤدي إلى تحسين الكفاءة والحد من الانزلاق.</a:t>
            </a:r>
          </a:p>
          <a:p>
            <a:pPr marL="0" indent="0" rtl="1">
              <a:buNone/>
            </a:pPr>
            <a:endParaRPr lang="en-GB" sz="1600" dirty="0"/>
          </a:p>
          <a:p>
            <a:pPr marL="0" indent="0" rtl="1">
              <a:buNone/>
            </a:pPr>
            <a:r>
              <a:rPr lang="ar" sz="1600" b="1" dirty="0">
                <a:solidFill>
                  <a:schemeClr val="accent6"/>
                </a:solidFill>
              </a:rPr>
              <a:t>مجموعات التروس الدوارة (الكوكبية)</a:t>
            </a:r>
            <a:br>
              <a:rPr lang="en-GB" sz="1600" dirty="0"/>
            </a:br>
            <a:r>
              <a:rPr lang="ar" sz="1600" b="1" dirty="0"/>
              <a:t>مجموعات التروس الدوارة: </a:t>
            </a:r>
            <a:r>
              <a:rPr lang="ar" sz="1600" dirty="0"/>
              <a:t>تتكون من من ترس شمسي مركزي وتروس كوكبية، وترس حلقي خارجي. ويتيح هذا الإعداد نسب تروس متعددة باستخدام نظام مدمج.</a:t>
            </a:r>
            <a:br>
              <a:rPr lang="en-GB" sz="1600" dirty="0"/>
            </a:br>
            <a:r>
              <a:rPr lang="ar" sz="1600" b="1" dirty="0"/>
              <a:t>نظام التروس البسيط: </a:t>
            </a:r>
            <a:r>
              <a:rPr lang="ar" sz="1600" dirty="0"/>
              <a:t>يتألف من مجموعة واحدة من التروس الكوكبية، ما يوفر نسب تروس أساسية.</a:t>
            </a:r>
            <a:br>
              <a:rPr lang="en-GB" sz="1600" dirty="0"/>
            </a:br>
            <a:r>
              <a:rPr lang="ar" sz="1600" b="1" dirty="0"/>
              <a:t>نظام التروس المركب: </a:t>
            </a:r>
            <a:r>
              <a:rPr lang="ar" sz="1600" dirty="0"/>
              <a:t>يستخدم مجموعات متعددة من التروس الكوكبية لتوفير نطاق أوسع من نسب التروس، ما يسمح بانتقالات أكثر سلاسة بين التروس.</a:t>
            </a:r>
            <a:br>
              <a:rPr lang="en-GB" sz="1600" dirty="0"/>
            </a:br>
            <a:r>
              <a:rPr lang="ar" sz="1600" b="1" dirty="0"/>
              <a:t>الاستخدامات </a:t>
            </a:r>
            <a:r>
              <a:rPr lang="ar" sz="1600" dirty="0"/>
              <a:t>تعتبر أنظمة التروس الكوكبية أساسية في ناقل الحركة الآلي لأنها تسمح بتحقيق نسب تروس متعددة بمكونات أقل مقارنةً بناقل</a:t>
            </a:r>
            <a:br>
              <a:rPr lang="en-US" sz="1600" dirty="0"/>
            </a:br>
            <a:r>
              <a:rPr lang="ar" sz="1600" dirty="0"/>
              <a:t>الحركة اليدوي.</a:t>
            </a:r>
            <a:br>
              <a:rPr lang="en-GB" sz="1600" dirty="0"/>
            </a:br>
            <a:endParaRPr lang="en-GB" sz="1600" dirty="0"/>
          </a:p>
          <a:p>
            <a:pPr marL="0" indent="0" rtl="1">
              <a:buNone/>
            </a:pPr>
            <a:r>
              <a:rPr lang="ar" sz="1600" b="1" dirty="0">
                <a:solidFill>
                  <a:schemeClr val="accent6"/>
                </a:solidFill>
              </a:rPr>
              <a:t>أحزمة المكابح والقوابض متعددة الصفائح وأحادية الاتجاه</a:t>
            </a:r>
            <a:br>
              <a:rPr lang="en-GB" sz="1600" dirty="0"/>
            </a:br>
            <a:r>
              <a:rPr lang="ar" sz="1600" b="1" dirty="0"/>
              <a:t>أحزمة المكابح: </a:t>
            </a:r>
            <a:r>
              <a:rPr lang="ar" sz="1600" dirty="0"/>
              <a:t>هي مكونات احتكاكية تثبت أجزاء من مجموعة التروس الكوكبية في مكانها، ما يسمح بتغيير التروس. وعند تطبيق حزام المكابح، فإنه يُثبّت أحد مكونات التروس، ما يُحدد نسبة التروس المستخدمة.</a:t>
            </a:r>
            <a:br>
              <a:rPr lang="en-GB" sz="1600" dirty="0"/>
            </a:br>
            <a:r>
              <a:rPr lang="ar" sz="1600" b="1" dirty="0"/>
              <a:t> القوابض متعددة الصفائح </a:t>
            </a:r>
            <a:r>
              <a:rPr lang="ar" sz="1600" dirty="0"/>
              <a:t> تُستخدم في ناقل الحركة الآلي لتعشيق مجموعات التروس وفصلها. وتوفر هذه القوابض أسطح احتكاك أكثر من القوابض أحادية الصفيحة، ما يسمح بتحمل أفضل لعزم الدوران.</a:t>
            </a:r>
            <a:br>
              <a:rPr lang="en-GB" sz="1600" dirty="0"/>
            </a:br>
            <a:r>
              <a:rPr lang="ar" sz="1600" b="1" dirty="0"/>
              <a:t>القوابض أحادية الاتجاه: </a:t>
            </a:r>
            <a:r>
              <a:rPr lang="ar" sz="1600" dirty="0"/>
              <a:t>تسمح هذه القوابض بالدوران في اتجاه واحد وتُغلق في الاتجاه الآخر. وتُستخدم للتحكم في تدفق القدرة عبر نظام التروس في أثناء تغيير التروس.</a:t>
            </a:r>
          </a:p>
        </p:txBody>
      </p:sp>
      <p:sp>
        <p:nvSpPr>
          <p:cNvPr id="2" name="Rectangle 1">
            <a:extLst>
              <a:ext uri="{FF2B5EF4-FFF2-40B4-BE49-F238E27FC236}">
                <a16:creationId xmlns:a16="http://schemas.microsoft.com/office/drawing/2014/main" id="{C86C03E6-5A1D-0C34-515F-784E49B2F794}"/>
              </a:ext>
            </a:extLst>
          </p:cNvPr>
          <p:cNvSpPr>
            <a:spLocks noChangeArrowheads="1"/>
          </p:cNvSpPr>
          <p:nvPr/>
        </p:nvSpPr>
        <p:spPr bwMode="auto">
          <a:xfrm>
            <a:off x="3635896" y="303188"/>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ب3 مبادئ تشغيل صناديق التروس الآلية</a:t>
            </a:r>
          </a:p>
        </p:txBody>
      </p:sp>
      <p:sp>
        <p:nvSpPr>
          <p:cNvPr id="3" name="Footer Placeholder 2">
            <a:extLst>
              <a:ext uri="{FF2B5EF4-FFF2-40B4-BE49-F238E27FC236}">
                <a16:creationId xmlns:a16="http://schemas.microsoft.com/office/drawing/2014/main" id="{37356656-F720-5E1C-104F-9A35EE52870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748439447"/>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75856" y="1196752"/>
            <a:ext cx="5616624" cy="5661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مسارات تدفق الطاقة في صناديق التروس الآلية</a:t>
            </a:r>
            <a:br>
              <a:rPr lang="en-GB" sz="1600" dirty="0"/>
            </a:br>
            <a:r>
              <a:rPr lang="ar" sz="1600" b="1" dirty="0"/>
              <a:t>تدفق الطاقة في ناقل الحركة الآلي: </a:t>
            </a:r>
            <a:r>
              <a:rPr lang="ar" sz="1600" dirty="0"/>
              <a:t>من المحرك عبر محول عزم الدوران وإلى نظام التروس الكوكبية.</a:t>
            </a:r>
            <a:br>
              <a:rPr lang="en-GB" sz="1600" dirty="0"/>
            </a:br>
            <a:r>
              <a:rPr lang="ar" sz="1600" dirty="0"/>
              <a:t>بناءً على أي المكونات (ترس الشمس، أو التروس الكوكبية، أو ترس الحلقة) يُثبّت بواسطة أحزمة المكابح أو القوابض، تُحدد نسب تروس مختلفة، ما يُغيّر السرعة وعزم الدوران المُرسل إلى العجلات.</a:t>
            </a:r>
            <a:br>
              <a:rPr lang="en-GB" sz="1600" dirty="0"/>
            </a:br>
            <a:r>
              <a:rPr lang="ar" sz="1600" b="1" dirty="0"/>
              <a:t>مسارات تدفق الطاقة المتعددة: </a:t>
            </a:r>
            <a:r>
              <a:rPr lang="ar" sz="1600" dirty="0"/>
              <a:t>من خلال تثبيت أجزاء مختلفة من نظام التروس الكوكبية، يُمكن لصناديق التروس الآلية التبديل بسلاسة بين التروس دون مقاطعة تدفق الطاقة.</a:t>
            </a:r>
          </a:p>
          <a:p>
            <a:pPr marL="0" indent="0" rtl="1">
              <a:buNone/>
            </a:pPr>
            <a:endParaRPr lang="en-GB" sz="1600" dirty="0"/>
          </a:p>
          <a:p>
            <a:pPr marL="0" indent="0" rtl="1">
              <a:buNone/>
            </a:pPr>
            <a:r>
              <a:rPr lang="ar" sz="1600" b="1" dirty="0">
                <a:solidFill>
                  <a:schemeClr val="accent6"/>
                </a:solidFill>
              </a:rPr>
              <a:t>المكونات الهيدروليكية الرئيسة في ناقل الحركة الآلي</a:t>
            </a:r>
            <a:br>
              <a:rPr lang="en-GB" sz="1600" dirty="0"/>
            </a:br>
            <a:r>
              <a:rPr lang="ar" sz="1600" b="1" dirty="0"/>
              <a:t>المضخة الهيدروليكية: </a:t>
            </a:r>
            <a:r>
              <a:rPr lang="ar" sz="1600" dirty="0"/>
              <a:t>تشغّل النظام الهيدروليكي الذي يتحكم في تغيير التروس. وتوفر الضغط اللازم لتحريك السائل عبر النظام.</a:t>
            </a:r>
            <a:br>
              <a:rPr lang="en-GB" sz="1600" dirty="0"/>
            </a:br>
            <a:r>
              <a:rPr lang="ar" sz="1600" b="1" dirty="0"/>
              <a:t>المُنظّم: </a:t>
            </a:r>
            <a:r>
              <a:rPr lang="ar" sz="1600" dirty="0"/>
              <a:t>يقيس سرعة السيارة ويضبط الضغط الهيدروليكي لضمان اختيار الترس المناسب بناءً على ظروف القيادة.</a:t>
            </a:r>
            <a:br>
              <a:rPr lang="en-GB" sz="1600" dirty="0"/>
            </a:br>
            <a:r>
              <a:rPr lang="ar" sz="1600" b="1" dirty="0"/>
              <a:t>المشغلات: </a:t>
            </a:r>
            <a:r>
              <a:rPr lang="ar" sz="1600" dirty="0"/>
              <a:t>تحرك المشغلات الهيدروليكية المكونات الداخلية مثل القوابض وأحزمة المكابح، ما يُمكّن من تغيير التروس بسلاسة.</a:t>
            </a:r>
            <a:br>
              <a:rPr lang="en-GB" sz="1600" dirty="0"/>
            </a:br>
            <a:r>
              <a:rPr lang="ar" sz="1600" b="1" dirty="0"/>
              <a:t>وحدات المؤازرة: </a:t>
            </a:r>
            <a:r>
              <a:rPr lang="ar" sz="1600" dirty="0"/>
              <a:t>تُطبّق الضغط على أحزمة المكابح، ما يؤدي إلى قفل أجزاء نظام التروس أو فتحها.</a:t>
            </a:r>
            <a:br>
              <a:rPr lang="en-GB" sz="1600" dirty="0"/>
            </a:br>
            <a:r>
              <a:rPr lang="ar" sz="1600" b="1" dirty="0"/>
              <a:t>صمامات التنظيم والتحويل: </a:t>
            </a:r>
            <a:r>
              <a:rPr lang="ar" sz="1600" dirty="0"/>
              <a:t>تتحكم هذه الصمامات في تدفق السائل الهيدروليكي، وتوجهه إلى المكونات الصحيحة لتعشيق نسبة التروس المناسبة.</a:t>
            </a:r>
          </a:p>
        </p:txBody>
      </p:sp>
      <p:sp>
        <p:nvSpPr>
          <p:cNvPr id="5" name="TextBox 4"/>
          <p:cNvSpPr txBox="1"/>
          <p:nvPr/>
        </p:nvSpPr>
        <p:spPr>
          <a:xfrm>
            <a:off x="1068202" y="5601350"/>
            <a:ext cx="1117614"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المكونات الميكانيكية</a:t>
            </a:r>
          </a:p>
        </p:txBody>
      </p:sp>
      <p:sp>
        <p:nvSpPr>
          <p:cNvPr id="2" name="Rectangle 1">
            <a:extLst>
              <a:ext uri="{FF2B5EF4-FFF2-40B4-BE49-F238E27FC236}">
                <a16:creationId xmlns:a16="http://schemas.microsoft.com/office/drawing/2014/main" id="{4E1684F1-C231-02EE-EEE2-A427C364AD4B}"/>
              </a:ext>
            </a:extLst>
          </p:cNvPr>
          <p:cNvSpPr>
            <a:spLocks noChangeArrowheads="1"/>
          </p:cNvSpPr>
          <p:nvPr/>
        </p:nvSpPr>
        <p:spPr bwMode="auto">
          <a:xfrm>
            <a:off x="3635896" y="303188"/>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ب3 مبادئ تشغيل صناديق التروس الآلية</a:t>
            </a:r>
          </a:p>
        </p:txBody>
      </p:sp>
      <p:sp>
        <p:nvSpPr>
          <p:cNvPr id="3" name="Footer Placeholder 2">
            <a:extLst>
              <a:ext uri="{FF2B5EF4-FFF2-40B4-BE49-F238E27FC236}">
                <a16:creationId xmlns:a16="http://schemas.microsoft.com/office/drawing/2014/main" id="{A598038E-F719-BF07-D055-78015EF4F3F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ollage of different types of metal parts&#10;&#10;Description automatically generated">
            <a:extLst>
              <a:ext uri="{FF2B5EF4-FFF2-40B4-BE49-F238E27FC236}">
                <a16:creationId xmlns:a16="http://schemas.microsoft.com/office/drawing/2014/main" id="{8C456216-3E11-A8E6-BB98-E6706C6E328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5536" y="2672545"/>
            <a:ext cx="2753792" cy="2709661"/>
          </a:xfrm>
          <a:prstGeom prst="rect">
            <a:avLst/>
          </a:prstGeom>
        </p:spPr>
      </p:pic>
    </p:spTree>
    <p:extLst>
      <p:ext uri="{BB962C8B-B14F-4D97-AF65-F5344CB8AC3E}">
        <p14:creationId xmlns:p14="http://schemas.microsoft.com/office/powerpoint/2010/main" val="8899453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496944"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مكونات ناقل الحركة المتغير باستمرار (CVT)</a:t>
            </a:r>
          </a:p>
          <a:p>
            <a:pPr marL="0" indent="0" rtl="1">
              <a:buNone/>
            </a:pPr>
            <a:r>
              <a:rPr lang="ar" sz="1600" b="1" dirty="0"/>
              <a:t>سيور نقل الحركة: </a:t>
            </a:r>
            <a:r>
              <a:rPr lang="ar" sz="1600" dirty="0"/>
              <a:t>في ناقل الحركة المتغير باستمرار، يربط حزام قيادة متين البكرات المخروطية الأساسية والثانوية، ما ينقل الطاقة دون نسب </a:t>
            </a:r>
            <a:br>
              <a:rPr lang="en-US" sz="1600" dirty="0"/>
            </a:br>
            <a:r>
              <a:rPr lang="ar" sz="1600" dirty="0"/>
              <a:t>تروس ثابتة.</a:t>
            </a:r>
            <a:br>
              <a:rPr lang="en-GB" sz="1600" dirty="0"/>
            </a:br>
            <a:r>
              <a:rPr lang="ar" sz="1600" b="1" dirty="0"/>
              <a:t>البكرات المخروطية الأساسية والثانوية: </a:t>
            </a:r>
            <a:r>
              <a:rPr lang="ar" sz="1600" dirty="0"/>
              <a:t>يمكن لهذه البكرات تعديل أقطارها لتغيير نسبة التروس باستمرار؛ إذ بينما تتمدد إحدى البكرتين، تنكمش الأخرى، ما يخلق عددًا لا نهائيًّا من نسب التروس.</a:t>
            </a:r>
            <a:br>
              <a:rPr lang="en-GB" sz="1600" dirty="0"/>
            </a:br>
            <a:r>
              <a:rPr lang="ar" sz="1600" b="1" dirty="0"/>
              <a:t>مجموعات القابض الأمامي والخلفي: </a:t>
            </a:r>
            <a:r>
              <a:rPr lang="ar" sz="1600" dirty="0"/>
              <a:t>تسمح مجموعات القابض هذه للمركبة بالتحرك للأمام أو للخلف عن طريق تعشيق نظام التروس المناسب.</a:t>
            </a:r>
            <a:br>
              <a:rPr lang="en-GB" sz="1600" dirty="0"/>
            </a:br>
            <a:r>
              <a:rPr lang="ar" sz="1600" b="1" dirty="0"/>
              <a:t>أعمدة الإدخال/الإخراج: </a:t>
            </a:r>
            <a:r>
              <a:rPr lang="ar" sz="1600" dirty="0"/>
              <a:t>يتصل عمود الإدخال بالمحرك، ناقلًا الطاقة إلى نظام ناقل الحركة المتغير باستمرار، بينما ينقل عمود الإخراج الطاقة من النظام إلى العجلات.</a:t>
            </a:r>
            <a:br>
              <a:rPr lang="en-GB" sz="1600" dirty="0"/>
            </a:br>
            <a:r>
              <a:rPr lang="ar" sz="1600" b="1" dirty="0"/>
              <a:t>مجموعة التروس الكوكبية: </a:t>
            </a:r>
            <a:r>
              <a:rPr lang="ar" sz="1600" dirty="0"/>
              <a:t>على الرغم من أن أنظمة ناقل الحركة المتغير باستمرار لا تحتوي على نسب تروس ثابتة، إلا أن بعضها يتضمن مجموعة تروس كوكبية لمزيد من الوظائف، خاصةً في الأنظمة الهجينة أو الأكثر تقدمًا.</a:t>
            </a:r>
          </a:p>
          <a:p>
            <a:pPr marL="0" indent="0" rtl="1">
              <a:buNone/>
            </a:pPr>
            <a:endParaRPr lang="en-GB" sz="1400" dirty="0"/>
          </a:p>
          <a:p>
            <a:pPr marL="0" indent="0" rtl="1">
              <a:buNone/>
            </a:pPr>
            <a:r>
              <a:rPr lang="ar" sz="2000" b="1" dirty="0">
                <a:solidFill>
                  <a:schemeClr val="accent6"/>
                </a:solidFill>
              </a:rPr>
              <a:t>الأنظمة الإلكترونية للتحكم في ناقل الحركة الآلي</a:t>
            </a:r>
          </a:p>
          <a:p>
            <a:pPr marL="0" indent="0" rtl="1">
              <a:buNone/>
            </a:pPr>
            <a:r>
              <a:rPr lang="ar" sz="1600" b="1" dirty="0"/>
              <a:t>وحدة التحكم الإلكترونية (ECU): </a:t>
            </a:r>
            <a:r>
              <a:rPr lang="ar" sz="1600" dirty="0"/>
              <a:t>ترصد وحدة التحكم الإلكترونية معلمات مختلفة مثل سرعة المركبة، وموضع الخانق، وحمل المحرك للتحكم </a:t>
            </a:r>
            <a:br>
              <a:rPr lang="en-US" sz="1600" dirty="0"/>
            </a:br>
            <a:r>
              <a:rPr lang="ar" sz="1600" dirty="0"/>
              <a:t>في اختيار التروس تلقائيًا.</a:t>
            </a:r>
            <a:br>
              <a:rPr lang="en-GB" sz="1600" dirty="0"/>
            </a:br>
            <a:r>
              <a:rPr lang="ar" sz="1600" b="1" dirty="0"/>
              <a:t>المستشعرات: </a:t>
            </a:r>
            <a:r>
              <a:rPr lang="ar" sz="1600" dirty="0"/>
              <a:t>تعتمد وحدة التحكم الإلكترونية على المدخلات من أجهزة الاستشعار لتحديد الترس الأمثل للكفاءة أو الأداء أو الاقتصاد في </a:t>
            </a:r>
            <a:br>
              <a:rPr lang="en-US" sz="1600" dirty="0"/>
            </a:br>
            <a:r>
              <a:rPr lang="ar" sz="1600" dirty="0"/>
              <a:t>استهلاك الوقود.</a:t>
            </a:r>
            <a:br>
              <a:rPr lang="en-GB" sz="1600" dirty="0"/>
            </a:br>
            <a:r>
              <a:rPr lang="ar" sz="1600" b="1" dirty="0"/>
              <a:t>اختيار الوضع: </a:t>
            </a:r>
            <a:r>
              <a:rPr lang="ar" sz="1600" dirty="0"/>
              <a:t>يمكن للسائقين اختيار أوضاع مختلفة مثل الوضع الرياضي، أو الوضع الاقتصادي، أو الوضع اليدوي. ففي الوضع الرياضي، تُبقي وحدة التحكم الإلكترونية على التروس لمدة أطول لتوفير تسارع أفضل، وأما في الوضع الاقتصادي، تختار تروسًا أعلى من أجل كفاءة استهلاك الوقود.</a:t>
            </a:r>
            <a:br>
              <a:rPr lang="en-GB" sz="1600" dirty="0"/>
            </a:br>
            <a:r>
              <a:rPr lang="ar" sz="1600" b="1" dirty="0"/>
              <a:t>الوضع اليدوي: </a:t>
            </a:r>
            <a:r>
              <a:rPr lang="ar" sz="1600" dirty="0"/>
              <a:t>تسمح بعض ناقلات الحركة الآلية للسائق بتحديد التروس يدويًا باستخدام مبدلات التروس أو ذراع اختيار التروس دون استخدام قابض.</a:t>
            </a:r>
          </a:p>
          <a:p>
            <a:pPr marL="0" indent="0" rtl="1">
              <a:buNone/>
            </a:pPr>
            <a:endParaRPr lang="en-GB" sz="1200" dirty="0"/>
          </a:p>
        </p:txBody>
      </p:sp>
      <p:sp>
        <p:nvSpPr>
          <p:cNvPr id="2" name="Rectangle 1">
            <a:extLst>
              <a:ext uri="{FF2B5EF4-FFF2-40B4-BE49-F238E27FC236}">
                <a16:creationId xmlns:a16="http://schemas.microsoft.com/office/drawing/2014/main" id="{032F5D2B-D5D2-C8C4-B458-ED2BEEC29569}"/>
              </a:ext>
            </a:extLst>
          </p:cNvPr>
          <p:cNvSpPr>
            <a:spLocks noChangeArrowheads="1"/>
          </p:cNvSpPr>
          <p:nvPr/>
        </p:nvSpPr>
        <p:spPr bwMode="auto">
          <a:xfrm>
            <a:off x="3635896" y="303188"/>
            <a:ext cx="5447771" cy="38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ب3 مبادئ تشغيل صناديق التروس الآلية</a:t>
            </a:r>
          </a:p>
        </p:txBody>
      </p:sp>
      <p:sp>
        <p:nvSpPr>
          <p:cNvPr id="3" name="Footer Placeholder 2">
            <a:extLst>
              <a:ext uri="{FF2B5EF4-FFF2-40B4-BE49-F238E27FC236}">
                <a16:creationId xmlns:a16="http://schemas.microsoft.com/office/drawing/2014/main" id="{70F0CB4F-700A-C2B1-85BC-CC7D0914309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34065598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63CE46B-41B7-00F9-629D-B9991F9CCD76}"/>
              </a:ext>
            </a:extLst>
          </p:cNvPr>
          <p:cNvSpPr>
            <a:spLocks noGrp="1" noChangeArrowheads="1"/>
          </p:cNvSpPr>
          <p:nvPr>
            <p:ph sz="half" idx="2"/>
          </p:nvPr>
        </p:nvSpPr>
        <p:spPr bwMode="auto">
          <a:xfrm>
            <a:off x="467544" y="1700808"/>
            <a:ext cx="8280920" cy="16561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solidFill>
                  <a:schemeClr val="accent6"/>
                </a:solidFill>
              </a:rPr>
              <a:t>ملخص تشغيل صندوق التروس الآلية</a:t>
            </a:r>
            <a:br>
              <a:rPr lang="en-GB" sz="1400" dirty="0"/>
            </a:br>
            <a:r>
              <a:rPr lang="ar" sz="1400" b="1" dirty="0"/>
              <a:t> </a:t>
            </a:r>
            <a:r>
              <a:rPr lang="ar" sz="1600" b="1" dirty="0"/>
              <a:t>يوفر ناقل الحركة الآلية </a:t>
            </a:r>
            <a:r>
              <a:rPr lang="ar" sz="1600" dirty="0"/>
              <a:t> تغييرات سلسة في التروس باستخدام محولات عزم الدوران وأنظمة التروس الكوكبية.</a:t>
            </a:r>
            <a:br>
              <a:rPr lang="en-GB" sz="1600" dirty="0"/>
            </a:br>
            <a:r>
              <a:rPr lang="ar" sz="1600" b="1" dirty="0"/>
              <a:t> تُدير الأنظمة الهيدروليكية وعناصر التحكم الإلكترونية </a:t>
            </a:r>
            <a:r>
              <a:rPr lang="ar" sz="1600" dirty="0"/>
              <a:t> تدفق الطاقة واختيار التروس بناءً على ظروف المركبة، ما يضمن قيادة سلسة </a:t>
            </a:r>
            <a:br>
              <a:rPr lang="en-US" sz="1600" dirty="0"/>
            </a:br>
            <a:r>
              <a:rPr lang="ar" sz="1600" dirty="0"/>
              <a:t>وأداءً مثاليًا.</a:t>
            </a:r>
            <a:br>
              <a:rPr lang="en-GB" sz="1600" dirty="0"/>
            </a:br>
            <a:r>
              <a:rPr lang="ar" sz="1600" b="1" dirty="0"/>
              <a:t> تُقدم أنظمة ناقل الحركة المتغير باستمرار </a:t>
            </a:r>
            <a:r>
              <a:rPr lang="ar" sz="1600" dirty="0"/>
              <a:t> بديلًا من خلال توفير نطاق لا نهائي من نسب التروس، ما يعزز الكفاءة والقدرة على التكيف في </a:t>
            </a:r>
            <a:br>
              <a:rPr lang="en-US" sz="1600" dirty="0"/>
            </a:br>
            <a:r>
              <a:rPr lang="ar" sz="1600" dirty="0"/>
              <a:t>المركبات الحديثة.</a:t>
            </a:r>
          </a:p>
        </p:txBody>
      </p:sp>
      <p:sp>
        <p:nvSpPr>
          <p:cNvPr id="2" name="Footer Placeholder 2">
            <a:extLst>
              <a:ext uri="{FF2B5EF4-FFF2-40B4-BE49-F238E27FC236}">
                <a16:creationId xmlns:a16="http://schemas.microsoft.com/office/drawing/2014/main" id="{A4926E81-F8F5-6FC8-8F41-00D24D02CFC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247610766"/>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37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طريقة تشغيل نظام مجموعة الدفع وناقل الحركة النهائي في المركبات الخفيفة ووظيفة مكوناتهما الرئيسة</a:t>
            </a:r>
          </a:p>
        </p:txBody>
      </p:sp>
      <p:sp>
        <p:nvSpPr>
          <p:cNvPr id="2" name="Footer Placeholder 2">
            <a:extLst>
              <a:ext uri="{FF2B5EF4-FFF2-40B4-BE49-F238E27FC236}">
                <a16:creationId xmlns:a16="http://schemas.microsoft.com/office/drawing/2014/main" id="{51FAC756-7C0E-7E5E-FB9B-F286CD97EDE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2447797040"/>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1340768"/>
            <a:ext cx="5040560"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أنظمة الدفع: الدفع الثنائي والرباعي</a:t>
            </a:r>
            <a:br>
              <a:rPr lang="en-GB" sz="1600" dirty="0"/>
            </a:br>
            <a:endParaRPr lang="en-GB" sz="1600" dirty="0"/>
          </a:p>
          <a:p>
            <a:pPr marL="0" indent="0" rtl="1">
              <a:buNone/>
            </a:pPr>
            <a:r>
              <a:rPr lang="ar" sz="1600" dirty="0"/>
              <a:t>سيتناول هذا القسم أنواعًا مختلفة من أنظمة نقل الحركة، ومكوناتها، وكيفية عملها في تكوينات المركبات المختلفة.</a:t>
            </a:r>
          </a:p>
          <a:p>
            <a:pPr marL="0" indent="0" rtl="1">
              <a:buNone/>
            </a:pPr>
            <a:endParaRPr lang="en-GB" sz="1600" dirty="0"/>
          </a:p>
          <a:p>
            <a:pPr marL="0" indent="0" rtl="1">
              <a:buNone/>
            </a:pPr>
            <a:r>
              <a:rPr lang="ar" sz="1600" b="1" dirty="0"/>
              <a:t>نظام الدفع الثنائي </a:t>
            </a:r>
            <a:r>
              <a:rPr lang="en-US" sz="1600" b="1" dirty="0"/>
              <a:t>(2WD)</a:t>
            </a:r>
            <a:r>
              <a:rPr lang="ar" sz="1600" b="1" dirty="0"/>
              <a:t>: </a:t>
            </a:r>
            <a:r>
              <a:rPr lang="ar" sz="1600" dirty="0"/>
              <a:t>تُنقل الطاقة إما إلى العجلات الأمامية (الدفع الأمامي) وإما إلى العجلات الخلفية (الدفع الخلفي).</a:t>
            </a:r>
            <a:br>
              <a:rPr lang="en-GB" sz="1600" dirty="0"/>
            </a:br>
            <a:r>
              <a:rPr lang="ar" sz="1600" b="1" dirty="0"/>
              <a:t>نظام الدفع بالعجلات الأمامية: </a:t>
            </a:r>
            <a:r>
              <a:rPr lang="ar" sz="1600" dirty="0"/>
              <a:t>شائع في معظم سيارات الركاب، حيث يوفر ثباتًا أفضل في الظروف الرطبة.</a:t>
            </a:r>
            <a:br>
              <a:rPr lang="en-GB" sz="1600" dirty="0"/>
            </a:br>
            <a:r>
              <a:rPr lang="ar" sz="1600" b="1" dirty="0"/>
              <a:t>نظام الدفع بالعجلات الخلفية: </a:t>
            </a:r>
            <a:r>
              <a:rPr lang="ar" sz="1600" dirty="0"/>
              <a:t>يُستخدم في المركبات الرياضية والمركبات الأكبر حجمًا، ما يوفر تحكمًا أفضل وثباتًا في الأداء.</a:t>
            </a:r>
            <a:br>
              <a:rPr lang="en-GB" sz="1600" dirty="0"/>
            </a:br>
            <a:r>
              <a:rPr lang="ar" sz="1600" b="1" dirty="0"/>
              <a:t>نظام الدفع الرباعي </a:t>
            </a:r>
            <a:r>
              <a:rPr lang="en-US" sz="1600" b="1" dirty="0"/>
              <a:t>(4WD)</a:t>
            </a:r>
            <a:r>
              <a:rPr lang="ar" sz="1600" b="1" dirty="0"/>
              <a:t> </a:t>
            </a:r>
            <a:r>
              <a:rPr lang="ar" sz="1600" dirty="0"/>
              <a:t>تُوزع الطاقة على جميع العجلات الأربع لزيادة الثبات والقدرة على القيادة على الطرق الوعرة.</a:t>
            </a:r>
            <a:br>
              <a:rPr lang="en-GB" sz="1600" dirty="0"/>
            </a:br>
            <a:r>
              <a:rPr lang="ar" sz="1600" b="1" dirty="0"/>
              <a:t>صندوق النقل: </a:t>
            </a:r>
            <a:r>
              <a:rPr lang="ar" sz="1600" dirty="0"/>
              <a:t>يوزع هذا المكون الطاقة بين المحورين الأمامي والخلفي في أنظمة الدفع الرباعي.</a:t>
            </a:r>
            <a:br>
              <a:rPr lang="en-GB" sz="1600" dirty="0"/>
            </a:br>
            <a:r>
              <a:rPr lang="ar" sz="1600" b="1" dirty="0"/>
              <a:t>مجموعة التروس التفاضلية المركزية: </a:t>
            </a:r>
            <a:r>
              <a:rPr lang="ar" sz="1600" dirty="0"/>
              <a:t>تسمح للعجلات الأمامية والخلفية بالدوران بسرعات مختلفة، خاصةً في أثناء المنحنيات.</a:t>
            </a:r>
            <a:br>
              <a:rPr lang="en-GB" sz="1600" dirty="0"/>
            </a:br>
            <a:r>
              <a:rPr lang="ar" sz="1600" b="1" dirty="0"/>
              <a:t>أدوات التوصيل اللزجة والأقفال التفاضلية: </a:t>
            </a:r>
            <a:r>
              <a:rPr lang="ar" sz="1600" dirty="0"/>
              <a:t>تساعد على إدارة توزيع الطاقة بين العجلات والمحاور، ما يضمن تحكمًا أفضل على التضاريس غير المستوية. يمكن أن تكون أقفال التروس التفاضلية تلقائية أو يدوية، بحسب النظام.</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932040" y="260648"/>
            <a:ext cx="41399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358775" algn="l"/>
              </a:tabLst>
            </a:pPr>
            <a:r>
              <a:rPr lang="ar" sz="2200" b="1" dirty="0">
                <a:latin typeface="Sakkal Majalla" panose="02000000000000000000" pitchFamily="2" charset="-78"/>
                <a:cs typeface="Sakkal Majalla" panose="02000000000000000000" pitchFamily="2" charset="-78"/>
              </a:rPr>
              <a:t>ج1 تشغيل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	نظام مجموعة الدفع ومكوناته</a:t>
            </a:r>
          </a:p>
        </p:txBody>
      </p:sp>
      <p:sp>
        <p:nvSpPr>
          <p:cNvPr id="2" name="TextBox 1"/>
          <p:cNvSpPr txBox="1"/>
          <p:nvPr/>
        </p:nvSpPr>
        <p:spPr>
          <a:xfrm>
            <a:off x="1120640" y="4869160"/>
            <a:ext cx="1672254"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نظام الدفع </a:t>
            </a:r>
            <a:r>
              <a:rPr lang="ar" sz="1300" b="1">
                <a:latin typeface="Sakkal Majalla" panose="02000000000000000000" pitchFamily="2" charset="-78"/>
                <a:cs typeface="Sakkal Majalla" panose="02000000000000000000" pitchFamily="2" charset="-78"/>
              </a:rPr>
              <a:t>بالعجلات الخلفية</a:t>
            </a:r>
            <a:endParaRPr lang="ar" sz="1300" b="1"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D195B585-09BA-EEE6-86C7-5009978493D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person sitting in a convertible car&#10;&#10;Description automatically generated">
            <a:extLst>
              <a:ext uri="{FF2B5EF4-FFF2-40B4-BE49-F238E27FC236}">
                <a16:creationId xmlns:a16="http://schemas.microsoft.com/office/drawing/2014/main" id="{50F5E5EA-B31A-474C-C2BE-DDC64FED7C0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492896"/>
            <a:ext cx="3336324" cy="2221274"/>
          </a:xfrm>
          <a:prstGeom prst="rect">
            <a:avLst/>
          </a:prstGeom>
        </p:spPr>
      </p:pic>
    </p:spTree>
    <p:extLst>
      <p:ext uri="{BB962C8B-B14F-4D97-AF65-F5344CB8AC3E}">
        <p14:creationId xmlns:p14="http://schemas.microsoft.com/office/powerpoint/2010/main" val="1810219235"/>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052736"/>
            <a:ext cx="8892479"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ترتيبات المروحة وعمود الدفع</a:t>
            </a:r>
            <a:br>
              <a:rPr lang="en-GB" sz="1600" dirty="0"/>
            </a:br>
            <a:r>
              <a:rPr lang="ar" sz="1600" b="1" dirty="0"/>
              <a:t>عمود قيادة واحد: </a:t>
            </a:r>
            <a:r>
              <a:rPr lang="ar" sz="1600" dirty="0"/>
              <a:t>ينقل عمود واحد متصل الطاقة من المحرك أو ناقل الحركة إلى الترس التفاضلي في مركبات الدفع الخلفي.
 ويُعد أبسط ولكنه محدود في الطول والمرونة.</a:t>
            </a:r>
            <a:br>
              <a:rPr lang="en-GB" sz="1600" dirty="0"/>
            </a:br>
            <a:r>
              <a:rPr lang="ar" sz="1600" b="1" dirty="0"/>
              <a:t>عمود الدفع مُقسّم: </a:t>
            </a:r>
            <a:r>
              <a:rPr lang="ar" sz="1600" dirty="0"/>
              <a:t>في المركبات ذات قواعد العجلات الأطول، يُستخدم عمود مُقسّم (من قطعتين)، حيث يدعم محمل مركزي العمود، ما يسمح بالمرونة ويقلل الاهتزازات.</a:t>
            </a:r>
            <a:br>
              <a:rPr lang="en-GB" sz="1600" dirty="0"/>
            </a:br>
            <a:r>
              <a:rPr lang="ar" sz="1600" b="1" dirty="0"/>
              <a:t>المزايا: </a:t>
            </a:r>
            <a:r>
              <a:rPr lang="ar" sz="1600" dirty="0"/>
              <a:t>مرونة أكبر في التصميم، ويقلل الإجهاد الالتوائي في المركبات الطويلة.</a:t>
            </a:r>
          </a:p>
          <a:p>
            <a:pPr marL="0" indent="0" rtl="1">
              <a:buNone/>
            </a:pPr>
            <a:endParaRPr lang="en-GB" sz="900" dirty="0"/>
          </a:p>
          <a:p>
            <a:pPr marL="0" indent="0" rtl="1">
              <a:buNone/>
            </a:pPr>
            <a:r>
              <a:rPr lang="ar" sz="1600" b="1" dirty="0">
                <a:solidFill>
                  <a:schemeClr val="accent6"/>
                </a:solidFill>
              </a:rPr>
              <a:t>ترتيبات مجموعة الدفع: الدفع الأمامي والخلفي والدفع الرباعي</a:t>
            </a:r>
            <a:br>
              <a:rPr lang="en-GB" sz="1600" dirty="0"/>
            </a:br>
            <a:r>
              <a:rPr lang="ar" sz="1600" b="1" dirty="0"/>
              <a:t>نظام الدفع بالعجلات الأمامية (FWD): </a:t>
            </a:r>
            <a:r>
              <a:rPr lang="ar" sz="1600" dirty="0"/>
              <a:t>يُركّب المحرك وناقل الحركة بشكل عرضي، ما يؤدي إلى دفع العجلات الأمامية. ويُعد هذا الإعداد مُدمجًا ويوفر ثباتًا جيدًا لمعظم ظروف الطريق.</a:t>
            </a:r>
            <a:br>
              <a:rPr lang="en-GB" sz="1600" dirty="0"/>
            </a:br>
            <a:r>
              <a:rPr lang="ar" sz="1600" b="1" dirty="0"/>
              <a:t>نظام الدفع بالعجلات الخلفية (RWD): </a:t>
            </a:r>
            <a:r>
              <a:rPr lang="ar" sz="1600" dirty="0"/>
              <a:t>تُنقل قدرة المحرك إلى العجلات الخلفية، مع محاذاة صندوق التروس وعمود الإدارة طوليًا. ويوفر هذا التصميم توزيعًا أفضل للوزن وتحكمًا مُحسّنًا، خاصةً في المركبات عالية الأداء.</a:t>
            </a:r>
            <a:br>
              <a:rPr lang="en-GB" sz="1600" dirty="0"/>
            </a:br>
            <a:r>
              <a:rPr lang="ar" sz="1600" b="1" dirty="0"/>
              <a:t>نظام الدفع الرباعي </a:t>
            </a:r>
            <a:r>
              <a:rPr lang="en-US" sz="1600" b="1" dirty="0"/>
              <a:t>(4WD)</a:t>
            </a:r>
            <a:r>
              <a:rPr lang="ar" sz="1600" b="1" dirty="0"/>
              <a:t> </a:t>
            </a:r>
            <a:r>
              <a:rPr lang="ar" sz="1600" dirty="0"/>
              <a:t>تُنقل الطاقة إلى كلٍ من العجلات الأمامية والخلفية. ويُستخدم هذا النظام بشكل أساسي في المركبات المخصصة للطرق الوعرة لتحسين الثبات والتوازن في التضاريس الصعبة.</a:t>
            </a:r>
          </a:p>
          <a:p>
            <a:pPr marL="0" indent="0" rtl="1">
              <a:buNone/>
            </a:pPr>
            <a:endParaRPr lang="en-GB" sz="800" dirty="0"/>
          </a:p>
          <a:p>
            <a:pPr marL="0" indent="0" rtl="1">
              <a:buNone/>
            </a:pPr>
            <a:r>
              <a:rPr lang="ar" sz="1600" b="1" dirty="0">
                <a:solidFill>
                  <a:schemeClr val="accent6"/>
                </a:solidFill>
              </a:rPr>
              <a:t>وصلات عمود المروحة: النوع العام ونوع هوك</a:t>
            </a:r>
            <a:br>
              <a:rPr lang="en-GB" sz="1600" dirty="0"/>
            </a:br>
            <a:r>
              <a:rPr lang="ar" sz="1600" b="1" dirty="0"/>
              <a:t>الوصلات العامة (وصلات - U) </a:t>
            </a:r>
            <a:r>
              <a:rPr lang="ar" sz="1600" dirty="0"/>
              <a:t>تُستخدم لربط عمودين غير متوازيين، ما يسمح بالحركة الزاوية. وتُعد شائعة في مركبات الدفع الخلفي والدفع الرباعي لاستيعاب الحركة في نظام مجموعة الدفع.</a:t>
            </a:r>
            <a:br>
              <a:rPr lang="en-GB" sz="1600" dirty="0"/>
            </a:br>
            <a:r>
              <a:rPr lang="ar" sz="1600" b="1" dirty="0"/>
              <a:t>المزايا: </a:t>
            </a:r>
            <a:r>
              <a:rPr lang="ar" sz="1600" dirty="0"/>
              <a:t>تسمح بنقل الطاقة بسلاسة بزاوية.</a:t>
            </a:r>
            <a:br>
              <a:rPr lang="en-GB" sz="1600" dirty="0"/>
            </a:br>
            <a:r>
              <a:rPr lang="ar" sz="1600" b="1" dirty="0"/>
              <a:t>العيوب: </a:t>
            </a:r>
            <a:r>
              <a:rPr lang="ar" sz="1600" dirty="0"/>
              <a:t>يمكن أن تبلى بمرور الوقت وتسبب اهتزازات.</a:t>
            </a:r>
            <a:br>
              <a:rPr lang="en-GB" sz="1600" dirty="0"/>
            </a:br>
            <a:r>
              <a:rPr lang="ar" sz="1600" b="1" dirty="0"/>
              <a:t>وصلة من نوع هوك: </a:t>
            </a:r>
            <a:r>
              <a:rPr lang="ar" sz="1600" dirty="0"/>
              <a:t>شكل من أشكال الوصلة متعددة الاستخدامات التي توفر مرونة بين أعمدة الدفع. وتُستخدم بشكل شائع في أعمدة المروحة للتحكم في تغيرات المحاذاة.</a:t>
            </a:r>
            <a:br>
              <a:rPr lang="en-GB" sz="1600" dirty="0"/>
            </a:br>
            <a:r>
              <a:rPr lang="ar" sz="1600" b="1" dirty="0"/>
              <a:t> تساعد الوصلات المطاطية </a:t>
            </a:r>
            <a:r>
              <a:rPr lang="ar" sz="1600" dirty="0"/>
              <a:t> في امتصاص الاهتزازات في نظام نقل الحركة، وتُستخدم في التطبيقات التي تتطلب مرونة وتقليل الضوضاء.</a:t>
            </a:r>
          </a:p>
        </p:txBody>
      </p:sp>
      <p:sp>
        <p:nvSpPr>
          <p:cNvPr id="2" name="Rectangle 1">
            <a:extLst>
              <a:ext uri="{FF2B5EF4-FFF2-40B4-BE49-F238E27FC236}">
                <a16:creationId xmlns:a16="http://schemas.microsoft.com/office/drawing/2014/main" id="{CF043E26-24F2-B6CD-F82C-175F7401A5EE}"/>
              </a:ext>
            </a:extLst>
          </p:cNvPr>
          <p:cNvSpPr>
            <a:spLocks noChangeArrowheads="1"/>
          </p:cNvSpPr>
          <p:nvPr/>
        </p:nvSpPr>
        <p:spPr bwMode="auto">
          <a:xfrm>
            <a:off x="4932040" y="260648"/>
            <a:ext cx="41399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358775" algn="l"/>
              </a:tabLst>
            </a:pPr>
            <a:r>
              <a:rPr lang="ar" sz="2200" b="1" dirty="0">
                <a:latin typeface="Sakkal Majalla" panose="02000000000000000000" pitchFamily="2" charset="-78"/>
                <a:cs typeface="Sakkal Majalla" panose="02000000000000000000" pitchFamily="2" charset="-78"/>
              </a:rPr>
              <a:t>ج1 تشغيل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	نظام مجموعة الدفع ومكوناته</a:t>
            </a:r>
          </a:p>
        </p:txBody>
      </p:sp>
      <p:sp>
        <p:nvSpPr>
          <p:cNvPr id="3" name="Footer Placeholder 2">
            <a:extLst>
              <a:ext uri="{FF2B5EF4-FFF2-40B4-BE49-F238E27FC236}">
                <a16:creationId xmlns:a16="http://schemas.microsoft.com/office/drawing/2014/main" id="{FD9C0E30-C25A-29CD-E8BB-37A28E7E6BD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608508552"/>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2" y="1196752"/>
            <a:ext cx="4932040"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المفاصل المنزلقة ومحاذاة العمود</a:t>
            </a:r>
            <a:br>
              <a:rPr lang="en-GB" sz="1600" dirty="0"/>
            </a:br>
            <a:br>
              <a:rPr lang="en-GB" sz="1600" dirty="0"/>
            </a:br>
            <a:r>
              <a:rPr lang="ar" sz="1600" b="1" dirty="0"/>
              <a:t>الوصلات المنزلقة </a:t>
            </a:r>
            <a:r>
              <a:rPr lang="ar" sz="1600" dirty="0"/>
              <a:t>تسمح هذه الوصلات لعمود الدفع بالتمدد والانكماش طوليًا، ما يُعوض تغيرات المسافة بين ناقل الحركة والترس التفاضلي في أثناء حركة نظام التعليق.</a:t>
            </a:r>
            <a:br>
              <a:rPr lang="en-GB" sz="1600" dirty="0"/>
            </a:br>
            <a:r>
              <a:rPr lang="ar" sz="1600" b="1" dirty="0"/>
              <a:t>الاستخدامات </a:t>
            </a:r>
            <a:r>
              <a:rPr lang="ar" sz="1600" dirty="0"/>
              <a:t>تُعد الوصلات المنزلقة ضروريةً في المركبات ذات أنظمة التعليق الطويلة أو المرنة لمنع عمود المروحة من الانفصال.</a:t>
            </a:r>
            <a:br>
              <a:rPr lang="en-GB" sz="1600" dirty="0"/>
            </a:br>
            <a:r>
              <a:rPr lang="ar" sz="1600" b="1" dirty="0"/>
              <a:t>محاذاة العمود: </a:t>
            </a:r>
            <a:r>
              <a:rPr lang="ar" sz="1600" dirty="0"/>
              <a:t>يُعد المحاذاة المناسبة أمرًا بالغ الأهمية لنقل الطاقة بسلاسة ولتجنب التآكل المفرط. حيث يمكن أن تؤدي أعمدة الدفع التي تفتقد المحاذاة إلى الاهتزاز والضوضاء وفشل مكونات مجموعة الدفع.</a:t>
            </a:r>
          </a:p>
          <a:p>
            <a:pPr marL="0" indent="0" rtl="1">
              <a:buNone/>
            </a:pPr>
            <a:endParaRPr lang="en-GB" sz="1600" dirty="0"/>
          </a:p>
          <a:p>
            <a:pPr marL="0" indent="0" rtl="1">
              <a:buNone/>
            </a:pPr>
            <a:r>
              <a:rPr lang="ar" sz="1600" b="1" dirty="0">
                <a:solidFill>
                  <a:schemeClr val="accent6"/>
                </a:solidFill>
              </a:rPr>
              <a:t>قدرة عزم الدوران للأعمدة المجوفة</a:t>
            </a:r>
            <a:br>
              <a:rPr lang="en-GB" sz="1600" dirty="0"/>
            </a:br>
            <a:br>
              <a:rPr lang="en-GB" sz="1600" dirty="0"/>
            </a:br>
            <a:r>
              <a:rPr lang="ar" sz="1600" b="1" dirty="0"/>
              <a:t> تُستخدم الأعمدة المجوفة </a:t>
            </a:r>
            <a:r>
              <a:rPr lang="ar" sz="1600" dirty="0"/>
              <a:t> في أنظمة مجموعة الحركة لتقليل الوزن مع الحفاظ على القوة. حيث تتمتع بقدرة عزم دوران أعلى بالنسبة لوزنها، ما يجعلها مثالية لتطبيقات الأداء.</a:t>
            </a:r>
            <a:br>
              <a:rPr lang="en-GB" sz="1600" dirty="0"/>
            </a:br>
            <a:r>
              <a:rPr lang="ar" sz="1600" b="1" dirty="0"/>
              <a:t>المزايا: </a:t>
            </a:r>
            <a:r>
              <a:rPr lang="ar" sz="1600" dirty="0"/>
              <a:t>أخف وزنًا من الأعمدة الصلبة، ونسبة عزم الدوران إلى الوزن أفضل.</a:t>
            </a:r>
            <a:br>
              <a:rPr lang="en-GB" sz="1600" dirty="0"/>
            </a:br>
            <a:r>
              <a:rPr lang="ar" sz="1600" b="1" dirty="0"/>
              <a:t>الاستخدامات </a:t>
            </a:r>
            <a:r>
              <a:rPr lang="ar" sz="1600" dirty="0"/>
              <a:t>تُستخدم بشكل شائع في المركبات عالية الأداء أو ذات قاعدة العجلات الطويلة حيث يكون توفير الوزن والقوة أمرًا مهمًا.</a:t>
            </a:r>
          </a:p>
        </p:txBody>
      </p:sp>
      <p:sp>
        <p:nvSpPr>
          <p:cNvPr id="2" name="TextBox 1"/>
          <p:cNvSpPr txBox="1"/>
          <p:nvPr/>
        </p:nvSpPr>
        <p:spPr>
          <a:xfrm>
            <a:off x="1411879" y="4725144"/>
            <a:ext cx="1132041"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محرك بعمود وقارنة</a:t>
            </a:r>
          </a:p>
        </p:txBody>
      </p:sp>
      <p:sp>
        <p:nvSpPr>
          <p:cNvPr id="3" name="Rectangle 1">
            <a:extLst>
              <a:ext uri="{FF2B5EF4-FFF2-40B4-BE49-F238E27FC236}">
                <a16:creationId xmlns:a16="http://schemas.microsoft.com/office/drawing/2014/main" id="{ECAB4840-E25F-1C3B-64E2-45762A841572}"/>
              </a:ext>
            </a:extLst>
          </p:cNvPr>
          <p:cNvSpPr>
            <a:spLocks noChangeArrowheads="1"/>
          </p:cNvSpPr>
          <p:nvPr/>
        </p:nvSpPr>
        <p:spPr bwMode="auto">
          <a:xfrm>
            <a:off x="4932040" y="260648"/>
            <a:ext cx="41399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358775" algn="l"/>
              </a:tabLst>
            </a:pPr>
            <a:r>
              <a:rPr lang="ar" sz="2200" b="1" dirty="0">
                <a:latin typeface="Sakkal Majalla" panose="02000000000000000000" pitchFamily="2" charset="-78"/>
                <a:cs typeface="Sakkal Majalla" panose="02000000000000000000" pitchFamily="2" charset="-78"/>
              </a:rPr>
              <a:t>ج1 تشغيل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	أو نظام مجموعة الدفع ومكوناته</a:t>
            </a:r>
          </a:p>
        </p:txBody>
      </p:sp>
      <p:sp>
        <p:nvSpPr>
          <p:cNvPr id="4" name="Footer Placeholder 2">
            <a:extLst>
              <a:ext uri="{FF2B5EF4-FFF2-40B4-BE49-F238E27FC236}">
                <a16:creationId xmlns:a16="http://schemas.microsoft.com/office/drawing/2014/main" id="{92AE9113-423A-F20D-2664-6F38BDCE559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5" name="Picture 4">
            <a:extLst>
              <a:ext uri="{FF2B5EF4-FFF2-40B4-BE49-F238E27FC236}">
                <a16:creationId xmlns:a16="http://schemas.microsoft.com/office/drawing/2014/main" id="{EE6CB319-5F3A-547F-A73E-6341D917124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2132856"/>
            <a:ext cx="3751159" cy="2511953"/>
          </a:xfrm>
          <a:prstGeom prst="rect">
            <a:avLst/>
          </a:prstGeom>
        </p:spPr>
      </p:pic>
    </p:spTree>
    <p:extLst>
      <p:ext uri="{BB962C8B-B14F-4D97-AF65-F5344CB8AC3E}">
        <p14:creationId xmlns:p14="http://schemas.microsoft.com/office/powerpoint/2010/main" val="1063553662"/>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412776"/>
            <a:ext cx="8712968" cy="5301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وصلات السرعة الثابتة (CV)</a:t>
            </a:r>
            <a:br>
              <a:rPr lang="en-GB" sz="1600" dirty="0"/>
            </a:br>
            <a:r>
              <a:rPr lang="ar" sz="1600" b="1" dirty="0"/>
              <a:t>وصلات السرعة الثابتة (CV) </a:t>
            </a:r>
            <a:r>
              <a:rPr lang="ar" sz="1600" dirty="0"/>
              <a:t>وصلة ذات سرعة ثابتة:</a:t>
            </a:r>
            <a:br>
              <a:rPr lang="en-GB" sz="1600" dirty="0"/>
            </a:br>
            <a:r>
              <a:rPr lang="ar" sz="1600" b="1" dirty="0"/>
              <a:t>الاستخدامات </a:t>
            </a:r>
            <a:r>
              <a:rPr lang="ar" sz="1600" dirty="0"/>
              <a:t>تُوجد مفاصل السرعة الثابتة في مركبات الدفع الأمامي والدفع الرباعي، وهي ضرورية لنقل الطاقة عبر عجلات التوجيه في أثناء دورانها.</a:t>
            </a:r>
          </a:p>
          <a:p>
            <a:pPr marL="0" indent="0" rtl="1">
              <a:buNone/>
            </a:pPr>
            <a:br>
              <a:rPr lang="en-GB" sz="1600" dirty="0"/>
            </a:br>
            <a:r>
              <a:rPr lang="ar" sz="1600" b="1" dirty="0">
                <a:solidFill>
                  <a:schemeClr val="accent6"/>
                </a:solidFill>
              </a:rPr>
              <a:t>أنواع وصلات السرعة الثابتة:</a:t>
            </a:r>
          </a:p>
          <a:p>
            <a:pPr marL="0" indent="0" rtl="1">
              <a:buNone/>
            </a:pPr>
            <a:r>
              <a:rPr lang="ar" sz="1600" b="1" dirty="0"/>
              <a:t>وصلات السرعة الثابتة الداخلية: </a:t>
            </a:r>
            <a:r>
              <a:rPr lang="ar" sz="1600" dirty="0"/>
              <a:t>تسمح بتغييرات في الطول مع حركة نظام التعليق.</a:t>
            </a:r>
            <a:br>
              <a:rPr lang="en-GB" sz="1600" dirty="0"/>
            </a:br>
            <a:r>
              <a:rPr lang="ar" sz="1600" b="1" dirty="0"/>
              <a:t>وصلات السرعة الثابتة الخارجية: </a:t>
            </a:r>
            <a:r>
              <a:rPr lang="ar" sz="1600" dirty="0"/>
              <a:t>تسمح بنقل الطاقة بسلاسة بزوايا أكبر، كما هو الحال عند دوران العجلات الأمامية.</a:t>
            </a:r>
          </a:p>
          <a:p>
            <a:pPr marL="0" indent="0" rtl="1">
              <a:buNone/>
            </a:pPr>
            <a:endParaRPr lang="en-GB" sz="1600" dirty="0"/>
          </a:p>
          <a:p>
            <a:pPr marL="0" indent="0" rtl="1">
              <a:buNone/>
            </a:pPr>
            <a:r>
              <a:rPr lang="ar" sz="1600" b="1" dirty="0">
                <a:solidFill>
                  <a:schemeClr val="accent6"/>
                </a:solidFill>
              </a:rPr>
              <a:t>بنية وصلات السرعة الثابتة الداخلية والخارجية</a:t>
            </a:r>
            <a:br>
              <a:rPr lang="en-GB" sz="1600" dirty="0"/>
            </a:br>
            <a:r>
              <a:rPr lang="ar" sz="1600" b="1" dirty="0"/>
              <a:t>بنية الوصلة الداخلية: </a:t>
            </a:r>
            <a:r>
              <a:rPr lang="ar" sz="1600" dirty="0"/>
              <a:t>بنية الوصلة الداخلية:</a:t>
            </a:r>
            <a:br>
              <a:rPr lang="en-GB" sz="1600" dirty="0"/>
            </a:br>
            <a:r>
              <a:rPr lang="ar" sz="1600" b="1" dirty="0"/>
              <a:t>ظروف التشغيل: </a:t>
            </a:r>
            <a:r>
              <a:rPr lang="ar" sz="1600" dirty="0"/>
              <a:t>مُصممة لحركة زاوية أقل ولكن مرونة أكبر في تغيرات الطول.</a:t>
            </a:r>
            <a:br>
              <a:rPr lang="en-GB" sz="1600" dirty="0"/>
            </a:br>
            <a:r>
              <a:rPr lang="ar" sz="1600" b="1" dirty="0"/>
              <a:t>بنية الوصلة الخارجية: </a:t>
            </a:r>
            <a:r>
              <a:rPr lang="ar" sz="1600" dirty="0"/>
              <a:t>تسمح بتغيرات زاوية أكبر، وهو أمر ضروري للتوجيه في أثناء نقل الطاقة إلى العجلات الأمامية.</a:t>
            </a:r>
            <a:br>
              <a:rPr lang="en-GB" sz="1600" dirty="0"/>
            </a:br>
            <a:r>
              <a:rPr lang="ar" sz="1600" b="1" dirty="0"/>
              <a:t>ظروف التشغيل: </a:t>
            </a:r>
            <a:r>
              <a:rPr lang="ar" sz="1600" dirty="0"/>
              <a:t>يمكنها التعامل مع زوايا تصل إلى 45 درجة، ما يوفر تشغيلًا سلسًا في أثناء الانعطاف.</a:t>
            </a:r>
          </a:p>
        </p:txBody>
      </p:sp>
      <p:sp>
        <p:nvSpPr>
          <p:cNvPr id="2" name="Rectangle 1">
            <a:extLst>
              <a:ext uri="{FF2B5EF4-FFF2-40B4-BE49-F238E27FC236}">
                <a16:creationId xmlns:a16="http://schemas.microsoft.com/office/drawing/2014/main" id="{2C9E646A-771D-E093-8283-2D8A41BD6C69}"/>
              </a:ext>
            </a:extLst>
          </p:cNvPr>
          <p:cNvSpPr>
            <a:spLocks noChangeArrowheads="1"/>
          </p:cNvSpPr>
          <p:nvPr/>
        </p:nvSpPr>
        <p:spPr bwMode="auto">
          <a:xfrm>
            <a:off x="4932040" y="260648"/>
            <a:ext cx="41399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358775" algn="l"/>
              </a:tabLst>
            </a:pPr>
            <a:r>
              <a:rPr lang="ar" sz="2200" b="1" dirty="0">
                <a:latin typeface="Sakkal Majalla" panose="02000000000000000000" pitchFamily="2" charset="-78"/>
                <a:cs typeface="Sakkal Majalla" panose="02000000000000000000" pitchFamily="2" charset="-78"/>
              </a:rPr>
              <a:t>ج1 تشغيل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	نظام مجموعة الدفع ومكوناته</a:t>
            </a:r>
          </a:p>
        </p:txBody>
      </p:sp>
      <p:sp>
        <p:nvSpPr>
          <p:cNvPr id="3" name="Footer Placeholder 2">
            <a:extLst>
              <a:ext uri="{FF2B5EF4-FFF2-40B4-BE49-F238E27FC236}">
                <a16:creationId xmlns:a16="http://schemas.microsoft.com/office/drawing/2014/main" id="{D5CE92C0-0ADB-8E1F-421A-EDB66BD89A8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562698514"/>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196752"/>
            <a:ext cx="8640960" cy="50405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ظروف التشغيل وقيود وصلات السرعة الثابتة</a:t>
            </a:r>
            <a:br>
              <a:rPr lang="en-GB" sz="1600" dirty="0"/>
            </a:br>
            <a:r>
              <a:rPr lang="ar" sz="1600" b="1" dirty="0"/>
              <a:t>القيود الزاوية: </a:t>
            </a:r>
            <a:r>
              <a:rPr lang="ar" sz="1600" dirty="0"/>
              <a:t>صُممت وصلات السرعة الثابتة للتعامل مع زوايا كبيرة ولكن لها حد. فإذا تجاوزت الزاوية حد تصميم الوصلة، فقد يتسبب ذلك في </a:t>
            </a:r>
            <a:br>
              <a:rPr lang="en-US" sz="1600" dirty="0"/>
            </a:br>
            <a:r>
              <a:rPr lang="ar" sz="1600" dirty="0"/>
              <a:t>انحشار أو عطل.</a:t>
            </a:r>
            <a:br>
              <a:rPr lang="en-GB" sz="1600" dirty="0"/>
            </a:br>
            <a:r>
              <a:rPr lang="ar" sz="1600" b="1" dirty="0"/>
              <a:t>متطلبات الموازنة: </a:t>
            </a:r>
            <a:r>
              <a:rPr lang="ar" sz="1600" dirty="0"/>
              <a:t>يُعد التوازن السليم لعمود الدفع ووصلات السرعة الثابتة أمرًا ضروريًا لتجنب الاهتزاز، خاصةً عند السرعات العالية.</a:t>
            </a:r>
            <a:br>
              <a:rPr lang="en-GB" sz="1600" dirty="0"/>
            </a:br>
            <a:r>
              <a:rPr lang="ar" sz="1600" b="1" dirty="0"/>
              <a:t>المحاذاة وقدرة عزم الدوران: </a:t>
            </a:r>
            <a:r>
              <a:rPr lang="ar" sz="1600" dirty="0"/>
              <a:t>يمكن أن يؤدي انعدام المحاذاة إلى تآكل سابق لأوانه لوصلات السرعة الثابتة ويقلل قدرة عزم الدوران.</a:t>
            </a:r>
            <a:br>
              <a:rPr lang="en-GB" sz="1600" dirty="0"/>
            </a:br>
            <a:br>
              <a:rPr lang="en-GB" sz="1600" dirty="0"/>
            </a:br>
            <a:r>
              <a:rPr lang="ar" sz="1600" b="1" dirty="0">
                <a:solidFill>
                  <a:schemeClr val="accent6"/>
                </a:solidFill>
              </a:rPr>
              <a:t>خصائص نظام التعليق وناقل الحركة</a:t>
            </a:r>
            <a:br>
              <a:rPr lang="en-GB" sz="1600" dirty="0"/>
            </a:br>
            <a:r>
              <a:rPr lang="ar" sz="1600" b="1" dirty="0"/>
              <a:t>تأثير نظام التعليق في مجموعة الدفع: </a:t>
            </a:r>
            <a:r>
              <a:rPr lang="ar" sz="1600" dirty="0"/>
              <a:t>يمكن أن تُغير حركة نظام التعليق المسافة بين ناقل الحركة والعجلات، ما يتطلب وصلات منزلقة للتعويض عن هذه التغييرات.</a:t>
            </a:r>
            <a:br>
              <a:rPr lang="en-GB" sz="1600" dirty="0"/>
            </a:br>
            <a:r>
              <a:rPr lang="ar" sz="1600" b="1" dirty="0"/>
              <a:t>محامل عمود المروحة المركزية: </a:t>
            </a:r>
            <a:r>
              <a:rPr lang="ar" sz="1600" dirty="0"/>
              <a:t>في المركبات ذات أعمدة الدفع المُقسّمة، تُستخدم المحامل المركزية لدعم العمود والحفاظ على المحاذاة في أثناء حركة </a:t>
            </a:r>
            <a:br>
              <a:rPr lang="en-US" sz="1600" dirty="0"/>
            </a:br>
            <a:r>
              <a:rPr lang="ar" sz="1600" dirty="0"/>
              <a:t>نظام التعليق.</a:t>
            </a:r>
            <a:br>
              <a:rPr lang="en-GB" sz="1600" dirty="0"/>
            </a:br>
            <a:r>
              <a:rPr lang="ar" sz="1600" b="1" dirty="0"/>
              <a:t>خصائص ناقل الحركة: </a:t>
            </a:r>
            <a:r>
              <a:rPr lang="ar" sz="1600" dirty="0"/>
              <a:t>يؤثر تصميم ناقل الحركة وموقعه على ترتيب مجموعة الدفع والحاجة إلى وصلات ودعامات مرنة.</a:t>
            </a:r>
            <a:br>
              <a:rPr lang="en-GB" sz="1600" dirty="0"/>
            </a:br>
            <a:br>
              <a:rPr lang="en-GB" sz="1600" dirty="0"/>
            </a:br>
            <a:r>
              <a:rPr lang="ar" sz="1600" b="1" dirty="0">
                <a:solidFill>
                  <a:schemeClr val="accent6"/>
                </a:solidFill>
              </a:rPr>
              <a:t>ملخص أنظمة مجموعة الدفع ومكوناتها</a:t>
            </a:r>
            <a:br>
              <a:rPr lang="en-GB" sz="1600" dirty="0"/>
            </a:br>
            <a:r>
              <a:rPr lang="ar" sz="1600" b="1" dirty="0"/>
              <a:t> يُعد نظام مجموعة الدفع </a:t>
            </a:r>
            <a:r>
              <a:rPr lang="ar" sz="1600" dirty="0"/>
              <a:t> مسؤولًا عن نقل الطاقة من المحرك إلى العجلات. جيث تُوفر التكوينات المختلفة، مثل الدفع الثنائي والدفع الرباعي، مزايا فريدة لظروف القيادة المختلفة.</a:t>
            </a:r>
            <a:br>
              <a:rPr lang="en-GB" sz="1600" dirty="0"/>
            </a:br>
            <a:r>
              <a:rPr lang="ar" sz="1600" b="1" dirty="0"/>
              <a:t>تضمن مكونات مثل أعمدة المروحة، ووصلات السرعة الثابتة، والوصلات المنزلقة </a:t>
            </a:r>
            <a:r>
              <a:rPr lang="ar" sz="1600" dirty="0"/>
              <a:t> نقل الطاقة بسلاسة، حتى مع حركة نظام تعليق المركبة </a:t>
            </a:r>
            <a:br>
              <a:rPr lang="en-US" sz="1600" dirty="0"/>
            </a:br>
            <a:r>
              <a:rPr lang="ar" sz="1600" dirty="0"/>
              <a:t>ونظام الدفع.</a:t>
            </a:r>
            <a:br>
              <a:rPr lang="en-GB" sz="1600" dirty="0"/>
            </a:br>
            <a:r>
              <a:rPr lang="ar" sz="1600" b="1" dirty="0"/>
              <a:t> تُعد المحاذاة السليمة، وقدرة عزم الدوران، ومرونة المفاصل </a:t>
            </a:r>
            <a:r>
              <a:rPr lang="ar" sz="1600" dirty="0"/>
              <a:t> أمرًا بالغ الأهمية لضمان متانة نظام مجموعة الدفع وكفاءته.</a:t>
            </a:r>
          </a:p>
        </p:txBody>
      </p:sp>
      <p:sp>
        <p:nvSpPr>
          <p:cNvPr id="2" name="Rectangle 1">
            <a:extLst>
              <a:ext uri="{FF2B5EF4-FFF2-40B4-BE49-F238E27FC236}">
                <a16:creationId xmlns:a16="http://schemas.microsoft.com/office/drawing/2014/main" id="{31426604-2D99-88B8-A9D9-B9E41CD1FB85}"/>
              </a:ext>
            </a:extLst>
          </p:cNvPr>
          <p:cNvSpPr>
            <a:spLocks noChangeArrowheads="1"/>
          </p:cNvSpPr>
          <p:nvPr/>
        </p:nvSpPr>
        <p:spPr bwMode="auto">
          <a:xfrm>
            <a:off x="4932040" y="260648"/>
            <a:ext cx="41399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358775" algn="l"/>
              </a:tabLst>
            </a:pPr>
            <a:r>
              <a:rPr lang="ar" sz="2200" b="1" dirty="0">
                <a:latin typeface="Sakkal Majalla" panose="02000000000000000000" pitchFamily="2" charset="-78"/>
                <a:cs typeface="Sakkal Majalla" panose="02000000000000000000" pitchFamily="2" charset="-78"/>
              </a:rPr>
              <a:t>ج1 تشغيل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	نظام مجموعة الدفع ومكوناته</a:t>
            </a:r>
          </a:p>
        </p:txBody>
      </p:sp>
      <p:sp>
        <p:nvSpPr>
          <p:cNvPr id="3" name="Footer Placeholder 2">
            <a:extLst>
              <a:ext uri="{FF2B5EF4-FFF2-40B4-BE49-F238E27FC236}">
                <a16:creationId xmlns:a16="http://schemas.microsoft.com/office/drawing/2014/main" id="{07EAF308-FE8E-8CB9-5142-6FAEE10236D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412959884"/>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35896" y="1196752"/>
            <a:ext cx="5328593" cy="5661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أنواع المحاور وترتيبات الدعم</a:t>
            </a:r>
          </a:p>
          <a:p>
            <a:pPr marL="0" indent="0" rtl="1">
              <a:buNone/>
            </a:pPr>
            <a:r>
              <a:rPr lang="ar" sz="1600" b="1" dirty="0"/>
              <a:t>المحور: </a:t>
            </a:r>
            <a:r>
              <a:rPr lang="ar" sz="1600" dirty="0"/>
              <a:t>يجمع بين ناقل الحركة وناقلات الحركة النهائية في وحدة واحدة. ويُستخدم بشكل شائع في مركبات الدفع الأمامي والمركبات ذات المحرك المتوسط.</a:t>
            </a:r>
            <a:br>
              <a:rPr lang="en-GB" sz="1600" dirty="0"/>
            </a:br>
            <a:r>
              <a:rPr lang="ar" sz="1600" b="1" dirty="0"/>
              <a:t>المزايا</a:t>
            </a:r>
            <a:r>
              <a:rPr lang="ar" sz="1600" dirty="0"/>
              <a:t>: تصميم مُدمج وتقليل الوزن من خلال دمج ناقل الحركة وناقلات الحركة النهائية.</a:t>
            </a:r>
          </a:p>
          <a:p>
            <a:pPr marL="0" indent="0" rtl="1">
              <a:buNone/>
            </a:pPr>
            <a:endParaRPr lang="en-GB" sz="1600" b="1" dirty="0"/>
          </a:p>
          <a:p>
            <a:pPr marL="0" indent="0" rtl="1">
              <a:buNone/>
            </a:pPr>
            <a:r>
              <a:rPr lang="ar" sz="1600" b="1" dirty="0"/>
              <a:t> المحور الدوار </a:t>
            </a:r>
            <a:r>
              <a:rPr lang="ar" sz="1600" dirty="0"/>
              <a:t> ينقل الطاقة من الترس التفاضلي إلى العجلات ويُستخدم عادةً في مركبات الدفع الخلفي. حيث تُدفع كلتا العجلتين، ويدور المحور مع العجلات.</a:t>
            </a:r>
            <a:br>
              <a:rPr lang="en-GB" sz="1600" dirty="0"/>
            </a:br>
            <a:r>
              <a:rPr lang="ar" sz="1600" b="1" dirty="0"/>
              <a:t>الاستخدامات </a:t>
            </a:r>
            <a:r>
              <a:rPr lang="ar" sz="1600" dirty="0"/>
              <a:t>شائع في الشاحنات والمركبات المخصصة للطرق الوعرة ومركبات الدفع الخلفي القديمة.</a:t>
            </a:r>
          </a:p>
          <a:p>
            <a:pPr marL="0" indent="0" rtl="1">
              <a:buNone/>
            </a:pPr>
            <a:br>
              <a:rPr lang="en-GB" sz="1600" dirty="0"/>
            </a:br>
            <a:r>
              <a:rPr lang="ar" sz="1600" b="1" dirty="0"/>
              <a:t> المحور الخامد </a:t>
            </a:r>
            <a:r>
              <a:rPr lang="ar" sz="1600" dirty="0"/>
              <a:t> هو محور غير مدفوع تقتصر وظيفته على دعم وزن السيارة، فهو لا يدور مع العجلات ولا ينقل الطاقة.</a:t>
            </a:r>
            <a:br>
              <a:rPr lang="en-GB" sz="1600" dirty="0"/>
            </a:br>
            <a:r>
              <a:rPr lang="ar" sz="1600" b="1" dirty="0"/>
              <a:t>الاستخدامات</a:t>
            </a:r>
            <a:r>
              <a:rPr lang="ar" sz="1600" dirty="0"/>
              <a:t>: يوجد غالبًا في المقطورات أو المحور الخلفي لمركبات الدفع الأمامي.</a:t>
            </a:r>
          </a:p>
          <a:p>
            <a:pPr marL="0" indent="0" rtl="1">
              <a:buNone/>
            </a:pPr>
            <a:br>
              <a:rPr lang="en-GB" sz="1600" dirty="0"/>
            </a:br>
            <a:r>
              <a:rPr lang="ar" sz="1600" b="1" dirty="0"/>
              <a:t>نظام التعليق المستقل: </a:t>
            </a:r>
            <a:r>
              <a:rPr lang="ar" sz="1600" dirty="0"/>
              <a:t>تسمح المحاور المستقلة لكل عجلة بالتحرك بشكل مستقل عن الأخرى، ما يُحسّن من التحكم وجودة القيادة.</a:t>
            </a:r>
            <a:br>
              <a:rPr lang="en-GB" sz="1600" dirty="0"/>
            </a:br>
            <a:r>
              <a:rPr lang="ar" sz="1600" dirty="0"/>
              <a:t>الاستخدامات شائع في المركبات الحديثة ذات أنظمة التعليق المتقدمة لتحسين الراحة والأداء.</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458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تشغيل ناقلات الحركة النهائية ومكوناتها</a:t>
            </a:r>
          </a:p>
        </p:txBody>
      </p:sp>
      <p:sp>
        <p:nvSpPr>
          <p:cNvPr id="4" name="TextBox 3"/>
          <p:cNvSpPr txBox="1"/>
          <p:nvPr/>
        </p:nvSpPr>
        <p:spPr>
          <a:xfrm>
            <a:off x="1493633" y="4797152"/>
            <a:ext cx="1119217"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منظر سفلي للمركبة</a:t>
            </a:r>
          </a:p>
        </p:txBody>
      </p:sp>
      <p:sp>
        <p:nvSpPr>
          <p:cNvPr id="2" name="Footer Placeholder 2">
            <a:extLst>
              <a:ext uri="{FF2B5EF4-FFF2-40B4-BE49-F238E27FC236}">
                <a16:creationId xmlns:a16="http://schemas.microsoft.com/office/drawing/2014/main" id="{E4993646-2A54-DA63-ED4D-29AE17E5EA9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person working under a car&#10;&#10;Description automatically generated">
            <a:extLst>
              <a:ext uri="{FF2B5EF4-FFF2-40B4-BE49-F238E27FC236}">
                <a16:creationId xmlns:a16="http://schemas.microsoft.com/office/drawing/2014/main" id="{310B075D-70DD-F214-2D27-C5AE167447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0422" y="2492896"/>
            <a:ext cx="3168626" cy="2115360"/>
          </a:xfrm>
          <a:prstGeom prst="rect">
            <a:avLst/>
          </a:prstGeom>
        </p:spPr>
      </p:pic>
    </p:spTree>
    <p:extLst>
      <p:ext uri="{BB962C8B-B14F-4D97-AF65-F5344CB8AC3E}">
        <p14:creationId xmlns:p14="http://schemas.microsoft.com/office/powerpoint/2010/main" val="2355283391"/>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43508" y="1124744"/>
            <a:ext cx="8856984"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بنية ناقلات الحركة النهائية</a:t>
            </a:r>
            <a:br>
              <a:rPr lang="en-GB" sz="1400" dirty="0"/>
            </a:br>
            <a:r>
              <a:rPr lang="ar" sz="1500" b="1" dirty="0"/>
              <a:t>تتكون ناقلات الحركة النهائية </a:t>
            </a:r>
            <a:r>
              <a:rPr lang="ar" sz="1500" dirty="0"/>
              <a:t> من تروس تنقل الطاقة من عمود المروحة إلى العجلات، ما يقلل سرعة الدفع ويزيد عزم الدوران.</a:t>
            </a:r>
            <a:br>
              <a:rPr lang="en-GB" sz="1500" dirty="0"/>
            </a:br>
            <a:r>
              <a:rPr lang="ar" sz="1500" b="1" dirty="0"/>
              <a:t>المكونات: </a:t>
            </a:r>
            <a:r>
              <a:rPr lang="ar" sz="1500" dirty="0"/>
              <a:t>يتضمن نظام ناقلات الحركة النهائية عادةً الترس التاجي، والترس الصغير، والترس التفاضلي، وأعمدة المحور.</a:t>
            </a:r>
            <a:br>
              <a:rPr lang="en-GB" sz="1500" dirty="0"/>
            </a:br>
            <a:r>
              <a:rPr lang="ar" sz="1500" b="1" dirty="0"/>
              <a:t>الغرض: </a:t>
            </a:r>
            <a:r>
              <a:rPr lang="ar" sz="1500" dirty="0"/>
              <a:t>يوفر نظام ناقلات الحركة النهائية تخفيض التروس الضروري لمطابقة خرج ناقل الحركة عالي السرعة مع سرعة العجلات المنخفضة في أثناء زيادة عزم الدوران.</a:t>
            </a:r>
          </a:p>
          <a:p>
            <a:pPr marL="0" indent="0" rtl="1">
              <a:buNone/>
            </a:pPr>
            <a:endParaRPr lang="en-GB" sz="1400" dirty="0"/>
          </a:p>
          <a:p>
            <a:pPr marL="0" indent="0" rtl="1">
              <a:buNone/>
            </a:pPr>
            <a:r>
              <a:rPr lang="ar" sz="1600" b="1" dirty="0">
                <a:solidFill>
                  <a:schemeClr val="accent6"/>
                </a:solidFill>
              </a:rPr>
              <a:t>الترس التاجي والترس الصغير.</a:t>
            </a:r>
            <a:br>
              <a:rPr lang="en-GB" sz="1400" dirty="0"/>
            </a:br>
            <a:r>
              <a:rPr lang="ar" sz="1500" b="1" dirty="0"/>
              <a:t>الترس التاجي: </a:t>
            </a:r>
            <a:r>
              <a:rPr lang="ar" sz="1500" dirty="0"/>
              <a:t>ترس كبير متصل بالمحور ويدور مع العجلات. ويُدفع بواسطة ترس الصغير وهو مسؤول عن نقل الطاقة من الترس التفاضلي إلى العجلات.</a:t>
            </a:r>
            <a:br>
              <a:rPr lang="en-GB" sz="1500" dirty="0"/>
            </a:br>
            <a:r>
              <a:rPr lang="ar" sz="1500" b="1" dirty="0"/>
              <a:t>الترس الصغير: </a:t>
            </a:r>
            <a:r>
              <a:rPr lang="ar" sz="1500" dirty="0"/>
              <a:t>ترس صغير متصل بعمود المروحة ويتشابك مع الترس التاجي. وينقل الحركة الدورانية من عمود الدفع إلى الترس التاجي، ما يضاعف عزم الدوران.</a:t>
            </a:r>
            <a:br>
              <a:rPr lang="en-GB" sz="1500" dirty="0"/>
            </a:br>
            <a:r>
              <a:rPr lang="ar" sz="1500" b="1" dirty="0"/>
              <a:t>الأهمية: </a:t>
            </a:r>
            <a:r>
              <a:rPr lang="ar" sz="1500" dirty="0"/>
              <a:t>تُحدد النسبة بين الترس الصغير والترس التاجي نسبة التروس الإجمالية لنظام ناقلات الحركة النهائية، ما يؤثر على السرعة وعزم الدوران.</a:t>
            </a:r>
          </a:p>
          <a:p>
            <a:pPr marL="0" indent="0" rtl="1">
              <a:buNone/>
            </a:pPr>
            <a:endParaRPr lang="en-GB" sz="1400" dirty="0"/>
          </a:p>
          <a:p>
            <a:pPr marL="0" indent="0" rtl="1">
              <a:buNone/>
            </a:pPr>
            <a:r>
              <a:rPr lang="ar" sz="1600" b="1" dirty="0">
                <a:solidFill>
                  <a:schemeClr val="accent6"/>
                </a:solidFill>
              </a:rPr>
              <a:t>أنواع التروس في نظام ناقلات الحركة النهائية المخروطية، والحلزونية، والهيبودية</a:t>
            </a:r>
            <a:br>
              <a:rPr lang="en-GB" sz="1400" b="1" dirty="0">
                <a:solidFill>
                  <a:schemeClr val="accent6"/>
                </a:solidFill>
              </a:rPr>
            </a:br>
            <a:r>
              <a:rPr lang="ar" sz="1500" b="1" dirty="0"/>
              <a:t>التروس المخروطية:</a:t>
            </a:r>
            <a:r>
              <a:rPr lang="ar" sz="1500" dirty="0"/>
              <a:t> لها أسنان مقطوعة على سطح مخروطي الشكل، ما يسمح بنقل الطاقة بزاوية. وتُستخدم في ناقلات الحركة النهائية لتغيير اتجاه تدفق الطاقة من عمود الدفع إلى المحور.</a:t>
            </a:r>
            <a:br>
              <a:rPr lang="en-GB" sz="1500" dirty="0"/>
            </a:br>
            <a:r>
              <a:rPr lang="ar" sz="1500" b="1" dirty="0"/>
              <a:t>الاستخدامات </a:t>
            </a:r>
            <a:r>
              <a:rPr lang="ar" sz="1500" dirty="0"/>
              <a:t>شائعة في مركبات الدفع الخلفي البسيطة.</a:t>
            </a:r>
            <a:br>
              <a:rPr lang="en-GB" sz="1500" dirty="0"/>
            </a:br>
            <a:r>
              <a:rPr lang="ar" sz="1500" b="1" dirty="0"/>
              <a:t>التروس المخروطية الحلزونية: </a:t>
            </a:r>
            <a:r>
              <a:rPr lang="ar" sz="1500" dirty="0"/>
              <a:t>تشبه التروسُ المخروطية الحلزونية التروسَ المخروطية ولكن بأسنان منحنية، وتوفر  تعشيقا أكثر سلاسة وتشغيلًا أكثر هدوءًا، </a:t>
            </a:r>
            <a:br>
              <a:rPr lang="en-US" sz="1500" dirty="0"/>
            </a:br>
            <a:r>
              <a:rPr lang="ar" sz="1500" dirty="0"/>
              <a:t>ما يجعلها أكثر كفاءة.</a:t>
            </a:r>
            <a:br>
              <a:rPr lang="en-GB" sz="1500" dirty="0"/>
            </a:br>
            <a:r>
              <a:rPr lang="ar" sz="1500" b="1" dirty="0"/>
              <a:t>الاستخدامات</a:t>
            </a:r>
            <a:r>
              <a:rPr lang="ar" sz="1500" dirty="0"/>
              <a:t>: توجد في المركبات عالية الأداء والأنواع الفاخرة.</a:t>
            </a:r>
            <a:br>
              <a:rPr lang="en-GB" sz="1500" dirty="0"/>
            </a:br>
            <a:r>
              <a:rPr lang="ar" sz="1500" b="1" dirty="0"/>
              <a:t> التروس الهيبودية </a:t>
            </a:r>
            <a:r>
              <a:rPr lang="ar" sz="1500" dirty="0"/>
              <a:t> تشبه التروس المخروطية الحلزونية ولكن يوجد إزاحة بين محاور التروس، حيث تسمح هذه الإزاحة بتشغيل أكثر سلاسة وقدرة عزم دوران أعلى.</a:t>
            </a:r>
            <a:br>
              <a:rPr lang="en-GB" sz="1500" dirty="0"/>
            </a:br>
            <a:r>
              <a:rPr lang="ar" sz="1500" b="1" dirty="0"/>
              <a:t>المزايا: </a:t>
            </a:r>
            <a:r>
              <a:rPr lang="ar" sz="1500" dirty="0"/>
              <a:t>تقليل ضوضاء التروس، وزيادة سعة الحمل، وتحسين مضاعفة عزم الدوران.</a:t>
            </a:r>
            <a:br>
              <a:rPr lang="en-GB" sz="1500" dirty="0"/>
            </a:br>
            <a:r>
              <a:rPr lang="ar" sz="1500" b="1" dirty="0"/>
              <a:t>الاستخدامات </a:t>
            </a:r>
            <a:r>
              <a:rPr lang="ar" sz="1500" dirty="0"/>
              <a:t>تُستخدم على نطاق واسع في مركبات الدفع الخلفي الحديثة.</a:t>
            </a:r>
          </a:p>
          <a:p>
            <a:pPr marL="0" indent="0" rtl="1">
              <a:buNone/>
            </a:pPr>
            <a:endParaRPr lang="en-GB" sz="1400" dirty="0"/>
          </a:p>
        </p:txBody>
      </p:sp>
      <p:sp>
        <p:nvSpPr>
          <p:cNvPr id="2" name="Rectangle 1">
            <a:extLst>
              <a:ext uri="{FF2B5EF4-FFF2-40B4-BE49-F238E27FC236}">
                <a16:creationId xmlns:a16="http://schemas.microsoft.com/office/drawing/2014/main" id="{C7AD2D97-0E39-AA9C-B77C-76B216FD0449}"/>
              </a:ext>
            </a:extLst>
          </p:cNvPr>
          <p:cNvSpPr>
            <a:spLocks noChangeArrowheads="1"/>
          </p:cNvSpPr>
          <p:nvPr/>
        </p:nvSpPr>
        <p:spPr bwMode="auto">
          <a:xfrm>
            <a:off x="3476161" y="332656"/>
            <a:ext cx="5621086" cy="458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تشغيل ناقلات الحركة النهائية ومكوناتها</a:t>
            </a:r>
          </a:p>
        </p:txBody>
      </p:sp>
      <p:sp>
        <p:nvSpPr>
          <p:cNvPr id="3" name="Footer Placeholder 2">
            <a:extLst>
              <a:ext uri="{FF2B5EF4-FFF2-40B4-BE49-F238E27FC236}">
                <a16:creationId xmlns:a16="http://schemas.microsoft.com/office/drawing/2014/main" id="{88B61094-E76D-0F46-50D9-2A3CB0AB261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983685896"/>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73624" y="1628800"/>
            <a:ext cx="5621086"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6"/>
                </a:solidFill>
              </a:rPr>
              <a:t>نسبة التروس، وتخفيض السرعة، ومضاعفة عزم الدوران</a:t>
            </a:r>
            <a:br>
              <a:rPr lang="en-GB" sz="1400" dirty="0"/>
            </a:br>
            <a:br>
              <a:rPr lang="en-GB" sz="1400" dirty="0"/>
            </a:br>
            <a:r>
              <a:rPr lang="ar" sz="1400" b="1" dirty="0"/>
              <a:t>نسبة التروس: </a:t>
            </a:r>
            <a:r>
              <a:rPr lang="ar" sz="1400" dirty="0"/>
              <a:t>تُحدد نسبة التروس في ناقلات الحركة النهائية من خلال عدد أسنان الترس التاجي بالنسبة للترس الصغير، حيث توفر نسبة التروس الأعلى عزم دوران أكبر ولكنها تُقلل السرعة.</a:t>
            </a:r>
          </a:p>
          <a:p>
            <a:pPr marL="0" indent="0" rtl="1">
              <a:buNone/>
            </a:pPr>
            <a:br>
              <a:rPr lang="en-GB" sz="1400" dirty="0"/>
            </a:br>
            <a:r>
              <a:rPr lang="ar" sz="1400" b="1" dirty="0"/>
              <a:t>مثال: </a:t>
            </a:r>
            <a:r>
              <a:rPr lang="ar" sz="1400" dirty="0"/>
              <a:t>تعني نسبة التروس 4:1 أن الترس الصغير يجب أن يدور أربع مرات لكل دورة واحدة للترس التاجي.</a:t>
            </a:r>
            <a:br>
              <a:rPr lang="en-GB" sz="1400" dirty="0"/>
            </a:br>
            <a:r>
              <a:rPr lang="ar" sz="1400" b="1" dirty="0"/>
              <a:t>تخفيض السرعة:</a:t>
            </a:r>
            <a:r>
              <a:rPr lang="ar" sz="1400" dirty="0"/>
              <a:t> نُقلل ناقلات الحركة النهائية من خرج ناقل الحركة عالي السرعة لمطابقة سرعة العجلة، ما يضمن توصيل الطاقة بكفاءة إلى العجلات.</a:t>
            </a:r>
            <a:br>
              <a:rPr lang="en-GB" sz="1400" dirty="0"/>
            </a:br>
            <a:r>
              <a:rPr lang="ar" sz="1400" b="1" dirty="0"/>
              <a:t>مضاعفة عزم الدوران:</a:t>
            </a:r>
            <a:r>
              <a:rPr lang="ar" sz="1400" dirty="0"/>
              <a:t> من خلال تقليل السرعة، تزيد ناقلات الحركة النهائية من مقدار عزم الدوران المُرسل إلى العجلات، ما يُحسّن من قدرة السيارة على التسارع وتسلق التلال.</a:t>
            </a:r>
          </a:p>
          <a:p>
            <a:pPr marL="0" indent="0" rtl="1">
              <a:buNone/>
            </a:pPr>
            <a:endParaRPr lang="en-GB" sz="1400" dirty="0"/>
          </a:p>
          <a:p>
            <a:pPr marL="0" indent="0" rtl="1">
              <a:buNone/>
            </a:pPr>
            <a:r>
              <a:rPr lang="ar" sz="1400" b="1" dirty="0">
                <a:solidFill>
                  <a:schemeClr val="accent6"/>
                </a:solidFill>
              </a:rPr>
              <a:t>قوة الدفع ورد فعل عزم الدوران في نظام ناقلات الحركة النهائية</a:t>
            </a:r>
            <a:br>
              <a:rPr lang="en-GB" sz="1400" dirty="0"/>
            </a:br>
            <a:br>
              <a:rPr lang="en-GB" sz="1400" dirty="0"/>
            </a:br>
            <a:r>
              <a:rPr lang="ar" sz="1400" b="1" dirty="0"/>
              <a:t>قوة الدفع: </a:t>
            </a:r>
            <a:r>
              <a:rPr lang="ar" sz="1400" dirty="0"/>
              <a:t> القوة التي تُحرّك السيارة للأمام. ويجري توليدها بواسطة عزم الدوران المُطبّق على العجلات من خلال نظام ناقلات الحركة النهائية.</a:t>
            </a:r>
            <a:br>
              <a:rPr lang="en-GB" sz="1400" dirty="0"/>
            </a:br>
            <a:r>
              <a:rPr lang="ar" sz="1400" b="1" dirty="0"/>
              <a:t>التأثير في التحكم: </a:t>
            </a:r>
            <a:r>
              <a:rPr lang="ar" sz="1400" dirty="0"/>
              <a:t>يمكن أن يؤثر مقدار قوة الدفع في ثبات المركبة والتحكم بها، خاصةً في المركبات عالية الأداء أو مركبات الطرق الوعرة.</a:t>
            </a:r>
            <a:br>
              <a:rPr lang="en-GB" sz="1400" dirty="0"/>
            </a:br>
            <a:r>
              <a:rPr lang="ar" sz="1400" b="1" dirty="0"/>
              <a:t>رد فعل عزم الدوران: </a:t>
            </a:r>
            <a:r>
              <a:rPr lang="ar" sz="1400" dirty="0"/>
              <a:t> القوة التي تعمل في الاتجاه المعاكس لعزم الدوران المُطبّق في نظام ناقلات الحركة النهائية. ولإدارة رد فعل عزم الدوران أهمية في منع التآكل المفرط والحفاظ على ثبات المركبة.</a:t>
            </a:r>
          </a:p>
        </p:txBody>
      </p:sp>
      <p:sp>
        <p:nvSpPr>
          <p:cNvPr id="5" name="TextBox 4"/>
          <p:cNvSpPr txBox="1"/>
          <p:nvPr/>
        </p:nvSpPr>
        <p:spPr>
          <a:xfrm>
            <a:off x="905912" y="4869160"/>
            <a:ext cx="1752403"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التحكم في مركبات الطرق الوعرة </a:t>
            </a:r>
          </a:p>
        </p:txBody>
      </p:sp>
      <p:sp>
        <p:nvSpPr>
          <p:cNvPr id="2" name="Rectangle 1">
            <a:extLst>
              <a:ext uri="{FF2B5EF4-FFF2-40B4-BE49-F238E27FC236}">
                <a16:creationId xmlns:a16="http://schemas.microsoft.com/office/drawing/2014/main" id="{E3EE23F9-358A-4891-ADEE-FB05D5443B5E}"/>
              </a:ext>
            </a:extLst>
          </p:cNvPr>
          <p:cNvSpPr>
            <a:spLocks noChangeArrowheads="1"/>
          </p:cNvSpPr>
          <p:nvPr/>
        </p:nvSpPr>
        <p:spPr bwMode="auto">
          <a:xfrm>
            <a:off x="3476161" y="332656"/>
            <a:ext cx="5621086" cy="458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تشغيل ناقلات الحركة النهائية ومكوناتها</a:t>
            </a:r>
          </a:p>
        </p:txBody>
      </p:sp>
      <p:sp>
        <p:nvSpPr>
          <p:cNvPr id="3" name="Footer Placeholder 2">
            <a:extLst>
              <a:ext uri="{FF2B5EF4-FFF2-40B4-BE49-F238E27FC236}">
                <a16:creationId xmlns:a16="http://schemas.microsoft.com/office/drawing/2014/main" id="{ACE86948-935C-F978-82EF-38883F5AC71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ar driving through mud&#10;&#10;Description automatically generated">
            <a:extLst>
              <a:ext uri="{FF2B5EF4-FFF2-40B4-BE49-F238E27FC236}">
                <a16:creationId xmlns:a16="http://schemas.microsoft.com/office/drawing/2014/main" id="{208A8430-C9B1-B8F7-7D85-60270B33999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5922" y="2852936"/>
            <a:ext cx="2815902" cy="1872208"/>
          </a:xfrm>
          <a:prstGeom prst="rect">
            <a:avLst/>
          </a:prstGeom>
        </p:spPr>
      </p:pic>
    </p:spTree>
    <p:extLst>
      <p:ext uri="{BB962C8B-B14F-4D97-AF65-F5344CB8AC3E}">
        <p14:creationId xmlns:p14="http://schemas.microsoft.com/office/powerpoint/2010/main" val="4054952331"/>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89344" y="1340768"/>
            <a:ext cx="5747152"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ترتيبات ناقلات الحركة النهائية لمحاور نقل الحركة</a:t>
            </a:r>
            <a:br>
              <a:rPr lang="en-GB" sz="1600" dirty="0"/>
            </a:br>
            <a:r>
              <a:rPr lang="ar" sz="1600" b="1" dirty="0"/>
              <a:t>نظام ناقلات الحركة النهائية في المحور: </a:t>
            </a:r>
            <a:r>
              <a:rPr lang="ar" sz="1600" dirty="0"/>
              <a:t>في المحور، يُدمج نظام ناقلات الحركة النهائية مع ناقل الحركة، ما يسمح بنقل طاقة مُدمج وفعال في مركبات الدفع الأمامي والمركبات ذات المحرك المتوسط.</a:t>
            </a:r>
            <a:br>
              <a:rPr lang="en-GB" sz="1600" dirty="0"/>
            </a:br>
            <a:r>
              <a:rPr lang="ar" sz="1600" b="1" dirty="0"/>
              <a:t>الاستخدامات </a:t>
            </a:r>
            <a:r>
              <a:rPr lang="ar" sz="1600" dirty="0"/>
              <a:t>يُستخدم المحور بشكل شائع في مركبات الدفع الأمامي، حيث تُعد كفاءة </a:t>
            </a:r>
            <a:br>
              <a:rPr lang="en-US" sz="1600" dirty="0"/>
            </a:br>
            <a:r>
              <a:rPr lang="ar" sz="1600" dirty="0"/>
              <a:t>المساحة أولوية.</a:t>
            </a:r>
            <a:br>
              <a:rPr lang="en-GB" sz="1600" dirty="0"/>
            </a:br>
            <a:r>
              <a:rPr lang="ar" sz="1600" b="1" dirty="0"/>
              <a:t>المزايا: </a:t>
            </a:r>
            <a:r>
              <a:rPr lang="ar" sz="1600" dirty="0"/>
              <a:t>يجمع بين ناقل الحركة وناقلات الحركة النهائية في وحدة واحدة، ما يُقلل الوزن ويُبسّط </a:t>
            </a:r>
            <a:br>
              <a:rPr lang="en-US" sz="1600" dirty="0"/>
            </a:br>
            <a:r>
              <a:rPr lang="ar" sz="1600" dirty="0"/>
              <a:t>نظام الدفع.</a:t>
            </a:r>
          </a:p>
          <a:p>
            <a:pPr marL="0" indent="0" rtl="1">
              <a:buNone/>
            </a:pPr>
            <a:endParaRPr lang="en-GB" sz="1600" dirty="0"/>
          </a:p>
          <a:p>
            <a:pPr marL="0" indent="0" rtl="1">
              <a:buNone/>
            </a:pPr>
            <a:r>
              <a:rPr lang="ar" sz="1600" b="1" dirty="0">
                <a:solidFill>
                  <a:schemeClr val="accent6"/>
                </a:solidFill>
              </a:rPr>
              <a:t>نواع محامل المحور الدوار</a:t>
            </a:r>
            <a:br>
              <a:rPr lang="en-GB" sz="1600" dirty="0"/>
            </a:br>
            <a:r>
              <a:rPr lang="ar" sz="1600" b="1" dirty="0"/>
              <a:t>المحمل شبه العائم: </a:t>
            </a:r>
            <a:r>
              <a:rPr lang="ar" sz="1600" dirty="0"/>
              <a:t>في هذا الترتيب، يدعم عمود المحور وزن المركبة وينقل عزم دوران القيادة. فهو أبسط ولكنه أقل متانة تحت الأحمال الثقيلة.</a:t>
            </a:r>
            <a:br>
              <a:rPr lang="en-GB" sz="1600" dirty="0"/>
            </a:br>
            <a:r>
              <a:rPr lang="ar" sz="1600" b="1" dirty="0"/>
              <a:t>الاستخدامات </a:t>
            </a:r>
            <a:r>
              <a:rPr lang="ar" sz="1600" dirty="0"/>
              <a:t>يُستخدم في الشاحنات الخفيفة وسيارات الركاب.</a:t>
            </a:r>
            <a:br>
              <a:rPr lang="en-GB" sz="1600" dirty="0"/>
            </a:br>
            <a:r>
              <a:rPr lang="ar" sz="1600" b="1" dirty="0"/>
              <a:t>المحمل ثلاثة أرباع عائم: </a:t>
            </a:r>
            <a:r>
              <a:rPr lang="ar" sz="1600" dirty="0"/>
              <a:t>يدعم عمود المحور معظم وزن المركبة، بينما يُوفر غطاء المحمل دعمًا إضافيًا. فهو يوفر متانة أفضل من النوع شبه العائم.</a:t>
            </a:r>
            <a:br>
              <a:rPr lang="en-GB" sz="1600" dirty="0"/>
            </a:br>
            <a:r>
              <a:rPr lang="ar" sz="1600" b="1" dirty="0"/>
              <a:t>الاستخدامات </a:t>
            </a:r>
            <a:r>
              <a:rPr lang="ar" sz="1600" dirty="0"/>
              <a:t>يوجد في الشاحنات المتوسطة والثقيلة وسيارات الركاب الأكبر حجمًا.</a:t>
            </a:r>
            <a:br>
              <a:rPr lang="en-GB" sz="1600" dirty="0"/>
            </a:br>
            <a:r>
              <a:rPr lang="ar" sz="1600" b="1" dirty="0"/>
              <a:t>المحمل العائم بالكامل: </a:t>
            </a:r>
            <a:r>
              <a:rPr lang="ar" sz="1600" dirty="0"/>
              <a:t>في هذا الترتيب، ينقل عمود المحور عزم الدوران فقط، وتدعم المحامل الوزن الكامل للمركبة. فهو النوع الأكثر متانة، وقادر على التعامل مع الأحمال الثقيلة وظروف الطرق الوعرة.</a:t>
            </a:r>
            <a:br>
              <a:rPr lang="en-GB" sz="1600" dirty="0"/>
            </a:br>
            <a:r>
              <a:rPr lang="ar" sz="1600" b="1" dirty="0"/>
              <a:t>الاستخدامات </a:t>
            </a:r>
            <a:r>
              <a:rPr lang="ar" sz="1600" dirty="0"/>
              <a:t>يُستخدم في الشاحنات الثقيلة ومركبات الطرق الوعرة.</a:t>
            </a:r>
          </a:p>
        </p:txBody>
      </p:sp>
      <p:sp>
        <p:nvSpPr>
          <p:cNvPr id="5" name="TextBox 4"/>
          <p:cNvSpPr txBox="1"/>
          <p:nvPr/>
        </p:nvSpPr>
        <p:spPr>
          <a:xfrm>
            <a:off x="1183015" y="4917169"/>
            <a:ext cx="934871"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عمود مع محمل</a:t>
            </a:r>
          </a:p>
        </p:txBody>
      </p:sp>
      <p:sp>
        <p:nvSpPr>
          <p:cNvPr id="2" name="Rectangle 1">
            <a:extLst>
              <a:ext uri="{FF2B5EF4-FFF2-40B4-BE49-F238E27FC236}">
                <a16:creationId xmlns:a16="http://schemas.microsoft.com/office/drawing/2014/main" id="{287D55EC-F3A7-6B5B-4D3D-44CEC991BC3A}"/>
              </a:ext>
            </a:extLst>
          </p:cNvPr>
          <p:cNvSpPr>
            <a:spLocks noChangeArrowheads="1"/>
          </p:cNvSpPr>
          <p:nvPr/>
        </p:nvSpPr>
        <p:spPr bwMode="auto">
          <a:xfrm>
            <a:off x="3476161" y="332656"/>
            <a:ext cx="5621086" cy="458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تشغيل ناقلات الحركة النهائية ومكوناتها</a:t>
            </a:r>
          </a:p>
        </p:txBody>
      </p:sp>
      <p:sp>
        <p:nvSpPr>
          <p:cNvPr id="3" name="Footer Placeholder 2">
            <a:extLst>
              <a:ext uri="{FF2B5EF4-FFF2-40B4-BE49-F238E27FC236}">
                <a16:creationId xmlns:a16="http://schemas.microsoft.com/office/drawing/2014/main" id="{D49FB645-F0CD-9E93-28B0-FB271E2A473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close up of a metal and metal bearing&#10;&#10;Description automatically generated">
            <a:extLst>
              <a:ext uri="{FF2B5EF4-FFF2-40B4-BE49-F238E27FC236}">
                <a16:creationId xmlns:a16="http://schemas.microsoft.com/office/drawing/2014/main" id="{6B5A975B-5E9B-241F-B501-62AF3086B5D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1812" y="2995909"/>
            <a:ext cx="2755684" cy="1800200"/>
          </a:xfrm>
          <a:prstGeom prst="rect">
            <a:avLst/>
          </a:prstGeom>
        </p:spPr>
      </p:pic>
    </p:spTree>
    <p:extLst>
      <p:ext uri="{BB962C8B-B14F-4D97-AF65-F5344CB8AC3E}">
        <p14:creationId xmlns:p14="http://schemas.microsoft.com/office/powerpoint/2010/main" val="908139288"/>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340768"/>
            <a:ext cx="8784976" cy="50405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ترتيبات صرة العجلات القائدة الأمامية</a:t>
            </a:r>
            <a:br>
              <a:rPr lang="en-GB" sz="1600" dirty="0"/>
            </a:br>
            <a:r>
              <a:rPr lang="ar" sz="1600" b="1" dirty="0"/>
              <a:t>المحاور الأمامية القائدة: </a:t>
            </a:r>
            <a:r>
              <a:rPr lang="ar" sz="1600" dirty="0"/>
              <a:t>في مركبات الدفع الأمامي، يجري تحريك المحاور الأمامية بواسطة المحور، ما يسمح للعجلات بتلقي الطاقة في أثناء التوجيه. </a:t>
            </a:r>
            <a:br>
              <a:rPr lang="en-US" sz="1600" dirty="0"/>
            </a:br>
            <a:r>
              <a:rPr lang="ar" sz="1600" dirty="0"/>
              <a:t>ويتطلب هذا استخدام وصلات السرعة الثابتة لضمان نقل الطاقة بسلاسة عبر العجلات الأمامية الدوارة.</a:t>
            </a:r>
            <a:br>
              <a:rPr lang="en-GB" sz="1600" dirty="0"/>
            </a:br>
            <a:r>
              <a:rPr lang="ar" sz="1600" b="1" dirty="0"/>
              <a:t>المكونات: </a:t>
            </a:r>
            <a:r>
              <a:rPr lang="ar" sz="1600" dirty="0"/>
              <a:t>تتضمن وصلات السرعة الثابتة، ومجموعات المحاور، والمحامل.</a:t>
            </a:r>
            <a:br>
              <a:rPr lang="en-GB" sz="1600" dirty="0"/>
            </a:br>
            <a:r>
              <a:rPr lang="ar" sz="1600" b="1" dirty="0"/>
              <a:t>الأهمية: </a:t>
            </a:r>
            <a:r>
              <a:rPr lang="ar" sz="1600" dirty="0"/>
              <a:t>تضمن المحاور الأمامية القائدة حفاظ السيارة على ثباتها مع السماح بمرونة التوجيه.</a:t>
            </a:r>
            <a:br>
              <a:rPr lang="en-GB" sz="1600" dirty="0"/>
            </a:br>
            <a:br>
              <a:rPr lang="en-GB" sz="1600" dirty="0"/>
            </a:br>
            <a:r>
              <a:rPr lang="ar" sz="1600" b="1" dirty="0">
                <a:solidFill>
                  <a:schemeClr val="accent6"/>
                </a:solidFill>
              </a:rPr>
              <a:t>ترتيبات صرة العجلات الموجهة.</a:t>
            </a:r>
            <a:br>
              <a:rPr lang="en-GB" sz="1600" dirty="0"/>
            </a:br>
            <a:r>
              <a:rPr lang="ar" sz="1600" b="1" dirty="0"/>
              <a:t>المحاور الأمامية غير القائدة: </a:t>
            </a:r>
            <a:r>
              <a:rPr lang="ar" sz="1600" dirty="0"/>
              <a:t>في مركبات الدفع الخلفي، لا تيجري شغيل المحاور الأمامية وهي مسؤولة فقط عن التوجيه. فهذه المحاور أبسط ولا تتطلب وصلات السرعة الثابتة.</a:t>
            </a:r>
            <a:br>
              <a:rPr lang="en-GB" sz="1600" dirty="0"/>
            </a:br>
            <a:r>
              <a:rPr lang="ar" sz="1600" b="1" dirty="0"/>
              <a:t>المكونات: </a:t>
            </a:r>
            <a:r>
              <a:rPr lang="ar" sz="1600" dirty="0"/>
              <a:t>محامل ومكونات التوجيه دون الحاجة إلى مكونات نقل الطاقة مثل وصلات السرعة الثابتة</a:t>
            </a:r>
            <a:br>
              <a:rPr lang="en-GB" sz="1600" dirty="0"/>
            </a:br>
            <a:r>
              <a:rPr lang="ar" sz="1600" b="1" dirty="0"/>
              <a:t>الاستخدامات </a:t>
            </a:r>
            <a:r>
              <a:rPr lang="ar" sz="1600" dirty="0"/>
              <a:t>شائعة في مركبات الدفع الخلفي حيث توفر العجلات الخلفية الطاقة وتقوم العجلات الأمامية بالتوجيه فقط.</a:t>
            </a:r>
            <a:br>
              <a:rPr lang="en-GB" sz="1600" dirty="0"/>
            </a:br>
            <a:br>
              <a:rPr lang="en-GB" sz="1600" dirty="0"/>
            </a:br>
            <a:r>
              <a:rPr lang="ar" sz="1600" b="1" dirty="0">
                <a:solidFill>
                  <a:schemeClr val="accent6"/>
                </a:solidFill>
              </a:rPr>
              <a:t>ملخص مكونات نظام ناقلات الحركة النهائية وتشغيله</a:t>
            </a:r>
            <a:br>
              <a:rPr lang="en-GB" sz="1600" dirty="0"/>
            </a:br>
            <a:r>
              <a:rPr lang="ar" sz="1600" b="1" dirty="0"/>
              <a:t> تقلل ناقلات الحركة النهائية</a:t>
            </a:r>
            <a:r>
              <a:rPr lang="ar" sz="1600" dirty="0"/>
              <a:t> السرعة وتزيد عزم الدوران لضمان توصيل الطاقة بكفاءة إلى العجلات.</a:t>
            </a:r>
            <a:br>
              <a:rPr lang="en-GB" sz="1600" dirty="0"/>
            </a:br>
            <a:r>
              <a:rPr lang="ar" sz="1600" b="1" dirty="0"/>
              <a:t> توفر أنواع المحاور المختلفة </a:t>
            </a:r>
            <a:r>
              <a:rPr lang="ar" sz="1600" dirty="0"/>
              <a:t>، مثل المحاور الدوارة والحامدة والمستقلة، مزايا مختلفة حسب تصميم المركبة والغرض منها.</a:t>
            </a:r>
            <a:br>
              <a:rPr lang="en-GB" sz="1600" dirty="0"/>
            </a:br>
            <a:r>
              <a:rPr lang="ar" sz="1600" b="1" dirty="0"/>
              <a:t> تُستخدم أنواع التروس </a:t>
            </a:r>
            <a:r>
              <a:rPr lang="ar" sz="1600" dirty="0"/>
              <a:t> مثل التروس المخروطية، والتروس المخروطية الحلزونية، والتروس الهيبودية  في ناقلات الحركة النهائية لنقل القدرة بكفاءة وسلاسة.</a:t>
            </a:r>
            <a:br>
              <a:rPr lang="en-GB" sz="1600" dirty="0"/>
            </a:br>
            <a:r>
              <a:rPr lang="ar" sz="1600" b="1" dirty="0"/>
              <a:t>يُعد الفهم السليم </a:t>
            </a:r>
            <a:r>
              <a:rPr lang="ar" sz="1600" dirty="0"/>
              <a:t> لترتيبات ناقلات الحركة النهائية، بما في ذلك المحاور وأنواع المحاور الدوارة، أمرًا بالغ الأهمية لأداء المركبة ومتانتها.</a:t>
            </a:r>
          </a:p>
        </p:txBody>
      </p:sp>
      <p:sp>
        <p:nvSpPr>
          <p:cNvPr id="2" name="Rectangle 1">
            <a:extLst>
              <a:ext uri="{FF2B5EF4-FFF2-40B4-BE49-F238E27FC236}">
                <a16:creationId xmlns:a16="http://schemas.microsoft.com/office/drawing/2014/main" id="{8B8BD533-C726-D1FC-B2F3-FC41FA54D032}"/>
              </a:ext>
            </a:extLst>
          </p:cNvPr>
          <p:cNvSpPr>
            <a:spLocks noChangeArrowheads="1"/>
          </p:cNvSpPr>
          <p:nvPr/>
        </p:nvSpPr>
        <p:spPr bwMode="auto">
          <a:xfrm>
            <a:off x="3476161" y="332656"/>
            <a:ext cx="5621086" cy="458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تشغيل ناقلات الحركة النهائية ومكوناتها</a:t>
            </a:r>
          </a:p>
        </p:txBody>
      </p:sp>
      <p:sp>
        <p:nvSpPr>
          <p:cNvPr id="3" name="Footer Placeholder 2">
            <a:extLst>
              <a:ext uri="{FF2B5EF4-FFF2-40B4-BE49-F238E27FC236}">
                <a16:creationId xmlns:a16="http://schemas.microsoft.com/office/drawing/2014/main" id="{5F5ACA03-ACF1-AD14-C6C5-8D1AD37DE53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4251853687"/>
      </p:ext>
    </p:extLst>
  </p:cSld>
  <p:clrMapOvr>
    <a:masterClrMapping/>
  </p:clrMapOvr>
  <p:transition>
    <p:sndAc>
      <p:stSnd>
        <p:snd r:embed="rId3"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1268760"/>
            <a:ext cx="5112568"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مجموعة التروس التفاضلية: التروس الشمسية والتروس الكوكبية</a:t>
            </a:r>
          </a:p>
          <a:p>
            <a:pPr marL="0" indent="0" rtl="1">
              <a:buNone/>
            </a:pPr>
            <a:endParaRPr lang="en-GB" sz="1600" dirty="0"/>
          </a:p>
          <a:p>
            <a:pPr marL="0" indent="0" rtl="1">
              <a:buNone/>
            </a:pPr>
            <a:r>
              <a:rPr lang="ar" sz="1600" dirty="0"/>
              <a:t>يغطي هذا القسم كيفية عمل مجموعة التروس التفاضلية، ودورها في المركبات، وأهمية التشحيم السليم.</a:t>
            </a:r>
          </a:p>
          <a:p>
            <a:pPr marL="0" indent="0" rtl="1">
              <a:buNone/>
            </a:pPr>
            <a:endParaRPr lang="en-GB" sz="1600" dirty="0"/>
          </a:p>
          <a:p>
            <a:pPr marL="0" indent="0" rtl="1">
              <a:buNone/>
            </a:pPr>
            <a:r>
              <a:rPr lang="ar" sz="1600" b="1" dirty="0"/>
              <a:t>التروس الشمسية والتروس الكوكبية: </a:t>
            </a:r>
            <a:r>
              <a:rPr lang="ar" sz="1600" dirty="0"/>
              <a:t>يستخدم الترس التفاضلي مجموعة من التروس الشمسية والكوكبية للسماح للعجلات بالدوران بسرعات مختلفة مع استمرار تلقي عزم الدوران. وهذا أمر بالغ الأهمية للانعطاف السلس، حيث تقطع العجلات الداخلية والخارجية مسافات مختلفة.</a:t>
            </a:r>
            <a:br>
              <a:rPr lang="en-GB" sz="1600" dirty="0"/>
            </a:br>
            <a:r>
              <a:rPr lang="ar" sz="1600" b="1" dirty="0"/>
              <a:t>الاستخدامات </a:t>
            </a:r>
            <a:r>
              <a:rPr lang="ar" sz="1600" dirty="0"/>
              <a:t>توجد في معظم المركبات لضمان الثبات والتحكم عند الدوران.</a:t>
            </a:r>
            <a:br>
              <a:rPr lang="en-GB" sz="1600" dirty="0"/>
            </a:br>
            <a:br>
              <a:rPr lang="en-GB" sz="1600" dirty="0"/>
            </a:br>
            <a:r>
              <a:rPr lang="ar" sz="1600" b="1" dirty="0"/>
              <a:t>الترس التفاضلي محدود الانزلاق: </a:t>
            </a:r>
            <a:r>
              <a:rPr lang="ar" sz="1600" dirty="0"/>
              <a:t>يُساعد على تحسين الثبات عن طريق الحد من مقدار الانزلاق بين العجلات. فعندما تبدأ إحدى العجلات في فقدان الثبات، ينقل الترس التفاضلي محدود الانزلاق المزيد من عزم الدوران إلى العجلة ذات الثبات الأفضل.</a:t>
            </a:r>
            <a:br>
              <a:rPr lang="en-GB" sz="1600" dirty="0"/>
            </a:br>
            <a:r>
              <a:rPr lang="ar" sz="1600" b="1" dirty="0"/>
              <a:t>التأثير في عزم الدوران/السرعة: </a:t>
            </a:r>
            <a:r>
              <a:rPr lang="ar" sz="1600" dirty="0"/>
              <a:t>يُساعد الترس التفاضلي محدود الانزلاق على توزيع عزم الدوران بشكل أكثر توازنًا عبر العجلات، ما يوفر تحكمًا أفضل في أثناء الانعطاف وفي ظروف الثبات المنخفض (مثل الطرق الوعرة أو الأسطح الرطبة).</a:t>
            </a:r>
            <a:br>
              <a:rPr lang="en-GB" sz="1600" dirty="0"/>
            </a:br>
            <a:r>
              <a:rPr lang="ar" sz="1600" b="1" dirty="0"/>
              <a:t>الاستخدامات </a:t>
            </a:r>
            <a:r>
              <a:rPr lang="ar" sz="1600" dirty="0"/>
              <a:t>شائع في المركبات عالية الأداء وتطبيقات الطرق الوعرة لتعزيز الثبات والتحكم.</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51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مبادئ تشغيل مجموعة التروس التفاضلية</a:t>
            </a:r>
          </a:p>
        </p:txBody>
      </p:sp>
      <p:sp>
        <p:nvSpPr>
          <p:cNvPr id="2" name="Rectangle 1"/>
          <p:cNvSpPr/>
          <p:nvPr/>
        </p:nvSpPr>
        <p:spPr>
          <a:xfrm>
            <a:off x="1020666" y="5053773"/>
            <a:ext cx="1441420" cy="292388"/>
          </a:xfrm>
          <a:prstGeom prst="rect">
            <a:avLst/>
          </a:prstGeom>
        </p:spPr>
        <p:txBody>
          <a:bodyPr wrap="none" rtlCol="1">
            <a:spAutoFit/>
          </a:bodyPr>
          <a:lstStyle/>
          <a:p>
            <a:pPr rtl="1"/>
            <a:r>
              <a:rPr lang="ar" sz="1300" b="1" dirty="0">
                <a:latin typeface="Sakkal Majalla" panose="02000000000000000000" pitchFamily="2" charset="-78"/>
                <a:cs typeface="Sakkal Majalla" panose="02000000000000000000" pitchFamily="2" charset="-78"/>
              </a:rPr>
              <a:t>مجموعة التروس الكوكبية</a:t>
            </a:r>
          </a:p>
        </p:txBody>
      </p:sp>
      <p:sp>
        <p:nvSpPr>
          <p:cNvPr id="3" name="Footer Placeholder 2">
            <a:extLst>
              <a:ext uri="{FF2B5EF4-FFF2-40B4-BE49-F238E27FC236}">
                <a16:creationId xmlns:a16="http://schemas.microsoft.com/office/drawing/2014/main" id="{7B550622-6A20-3669-AABA-2CAF24F84E8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a:extLst>
              <a:ext uri="{FF2B5EF4-FFF2-40B4-BE49-F238E27FC236}">
                <a16:creationId xmlns:a16="http://schemas.microsoft.com/office/drawing/2014/main" id="{D425198A-2C64-E264-319F-E2567F0DD2B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571601"/>
            <a:ext cx="2366626" cy="2379635"/>
          </a:xfrm>
          <a:prstGeom prst="rect">
            <a:avLst/>
          </a:prstGeom>
        </p:spPr>
      </p:pic>
    </p:spTree>
    <p:extLst>
      <p:ext uri="{BB962C8B-B14F-4D97-AF65-F5344CB8AC3E}">
        <p14:creationId xmlns:p14="http://schemas.microsoft.com/office/powerpoint/2010/main" val="3664951893"/>
      </p:ext>
    </p:extLst>
  </p:cSld>
  <p:clrMapOvr>
    <a:masterClrMapping/>
  </p:clrMapOvr>
  <p:transition>
    <p:sndAc>
      <p:stSnd>
        <p:snd r:embed="rId3"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412776"/>
            <a:ext cx="8964488"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6"/>
                </a:solidFill>
              </a:rPr>
              <a:t>طرق تشحيم مجموعة التروس التفاضلية</a:t>
            </a:r>
            <a:br>
              <a:rPr lang="en-GB" sz="1400" dirty="0"/>
            </a:br>
            <a:r>
              <a:rPr lang="ar" sz="1400" b="1" dirty="0"/>
              <a:t>التشحيم في ناقلات الحركة النهائية والمحاور الخلفية:</a:t>
            </a:r>
            <a:r>
              <a:rPr lang="ar" sz="1400" dirty="0"/>
              <a:t> يُعد التشحيم السليم ضروريًا لتقليل الاحتكاك والتآكل في التروس التفاضلية. وتشمل طرق التشحيم:</a:t>
            </a:r>
            <a:br>
              <a:rPr lang="en-GB" sz="1400" dirty="0"/>
            </a:br>
            <a:r>
              <a:rPr lang="ar" sz="1400" b="1" dirty="0"/>
              <a:t>التشحيم بالرذاذ</a:t>
            </a:r>
            <a:r>
              <a:rPr lang="ar" sz="1400" dirty="0"/>
              <a:t>: ترش حركة التروس الزيت حول غطاء الترس التفاضلي، مُغطية جميع الأجزاء المتحركة.</a:t>
            </a:r>
            <a:br>
              <a:rPr lang="en-GB" sz="1400" dirty="0"/>
            </a:br>
            <a:r>
              <a:rPr lang="ar" sz="1400" b="1" dirty="0"/>
              <a:t>الأنظمة المضغوطة: </a:t>
            </a:r>
            <a:r>
              <a:rPr lang="ar" sz="1400" dirty="0"/>
              <a:t>تستخدم بعض المركبات عالية الأداء مضخات لضمان حصول جميع المكونات على تشحيم كافٍ.</a:t>
            </a:r>
            <a:br>
              <a:rPr lang="en-GB" sz="1400" dirty="0"/>
            </a:br>
            <a:r>
              <a:rPr lang="ar" sz="1400" b="1" dirty="0"/>
              <a:t>الأهمية: </a:t>
            </a:r>
            <a:r>
              <a:rPr lang="ar" sz="1400" dirty="0"/>
              <a:t>يُقلل الحرارة والاحتكاك، ما يطيل عمر مكونات الترس التفاضلي.</a:t>
            </a:r>
            <a:br>
              <a:rPr lang="en-GB" sz="1400" dirty="0"/>
            </a:br>
            <a:br>
              <a:rPr lang="en-GB" sz="1400" dirty="0"/>
            </a:br>
            <a:r>
              <a:rPr lang="ar" sz="1400" b="1" dirty="0">
                <a:solidFill>
                  <a:schemeClr val="accent6"/>
                </a:solidFill>
              </a:rPr>
              <a:t>متطلبات الزيت وأنواع مجموعة التروس التفاضلية</a:t>
            </a:r>
            <a:br>
              <a:rPr lang="en-GB" sz="1400" dirty="0"/>
            </a:br>
            <a:r>
              <a:rPr lang="ar" sz="1400" b="1" dirty="0"/>
              <a:t>الزيوت المعدنية: </a:t>
            </a:r>
            <a:r>
              <a:rPr lang="ar" sz="1400" dirty="0"/>
              <a:t>توفر الزيوت التقليدية المستخدمة في المركبات القديمة، تشحيمًا أساسيًا ولكنها تتفكك بسرعة أكبر في درجات الحرارة العالية.</a:t>
            </a:r>
            <a:br>
              <a:rPr lang="en-GB" sz="1400" dirty="0"/>
            </a:br>
            <a:r>
              <a:rPr lang="ar" sz="1400" b="1" dirty="0"/>
              <a:t>الزيوت الاصطناعية:</a:t>
            </a:r>
            <a:r>
              <a:rPr lang="ar" sz="1400" dirty="0"/>
              <a:t> توفر الزيوت الاصطناعية حماية فائقة ضد الحرارة والتآكل، خاصةً في تطبيقات الأداء العالي أو الأحمال الثقيلة، فهي مُصممة لأداء أفضل.</a:t>
            </a:r>
            <a:br>
              <a:rPr lang="en-GB" sz="1400" dirty="0"/>
            </a:br>
            <a:r>
              <a:rPr lang="ar" sz="1400" b="1" dirty="0"/>
              <a:t>الاستخدامات </a:t>
            </a:r>
            <a:r>
              <a:rPr lang="ar" sz="1400" dirty="0"/>
              <a:t>تُستخدم بشكل شائع في المركبات الحديثة، خاصة في التروس التفاضلية عالية الأداء وأنظمة الانزلاق المحدود.</a:t>
            </a:r>
            <a:br>
              <a:rPr lang="en-GB" sz="1400" dirty="0"/>
            </a:br>
            <a:br>
              <a:rPr lang="en-GB" sz="1400" dirty="0"/>
            </a:br>
            <a:r>
              <a:rPr lang="ar" sz="1400" b="1" dirty="0">
                <a:solidFill>
                  <a:schemeClr val="accent6"/>
                </a:solidFill>
              </a:rPr>
              <a:t>ترتيبات موانع تسريب الزيت وإجراءات منع التسريب</a:t>
            </a:r>
          </a:p>
          <a:p>
            <a:pPr marL="0" indent="0" rtl="1">
              <a:buNone/>
            </a:pPr>
            <a:r>
              <a:rPr lang="ar" sz="1400" b="1" dirty="0"/>
              <a:t>موانع التسريب الثابتة: </a:t>
            </a:r>
            <a:r>
              <a:rPr lang="ar" sz="1400" dirty="0"/>
              <a:t>تُستخدم في المكونات غير المتحركة، مثل غطاء الترس التفاضلي، لمنع تسرب الزيت.</a:t>
            </a:r>
            <a:br>
              <a:rPr lang="en-GB" sz="1400" dirty="0"/>
            </a:br>
            <a:r>
              <a:rPr lang="ar" sz="1400" b="1" dirty="0"/>
              <a:t>موانع التسريب الديناميكية: </a:t>
            </a:r>
            <a:r>
              <a:rPr lang="ar" sz="1400" dirty="0"/>
              <a:t>تُستخدم في الأجزاء المتحركة، مثل مكان خروج المحور من غطاء الترس التفاضلي، للحفاظ على احتواء الزيت مع السماح بالحركة.</a:t>
            </a:r>
            <a:br>
              <a:rPr lang="en-GB" sz="1400" dirty="0"/>
            </a:br>
            <a:r>
              <a:rPr lang="ar" sz="1400" b="1" dirty="0"/>
              <a:t>الأهمية: </a:t>
            </a:r>
            <a:r>
              <a:rPr lang="ar" sz="1400" dirty="0"/>
              <a:t>يُعد منع التسريب السليم أمرًا بالغ الأهمية لمنع تسرب الزيت، ما قد يؤدي إلى عطل الترس التفاضلي بسبب عدم كفاية التشحيم.</a:t>
            </a:r>
            <a:br>
              <a:rPr lang="en-GB" sz="1400" dirty="0"/>
            </a:br>
            <a:br>
              <a:rPr lang="en-GB" sz="1400" dirty="0"/>
            </a:br>
            <a:r>
              <a:rPr lang="ar" sz="1400" b="1" dirty="0">
                <a:solidFill>
                  <a:schemeClr val="accent6"/>
                </a:solidFill>
              </a:rPr>
              <a:t>ملخص تشغيل الترس التفاضلي وصيانته</a:t>
            </a:r>
          </a:p>
          <a:p>
            <a:pPr marL="0" indent="0" rtl="1">
              <a:buNone/>
            </a:pPr>
            <a:r>
              <a:rPr lang="ar" sz="1400" b="1" dirty="0"/>
              <a:t>تسمح التروس التفاضلية </a:t>
            </a:r>
            <a:r>
              <a:rPr lang="ar" sz="1400" dirty="0"/>
              <a:t>للعجلات بالدوران بسرعات مختلفة مع توزيع عزم الدوران بشكل فعال.</a:t>
            </a:r>
            <a:br>
              <a:rPr lang="en-GB" sz="1400" dirty="0"/>
            </a:br>
            <a:r>
              <a:rPr lang="ar" sz="1400" b="1" dirty="0"/>
              <a:t> تُحسّن مجموعة التروس التفاضلية محدودة الانزلاق </a:t>
            </a:r>
            <a:r>
              <a:rPr lang="ar" sz="1400" dirty="0"/>
              <a:t>  الثبات عن طريق التحكم في مقدار الانزلاق بين العجلات، ما يوفر تحكمًا أفضل في ظروف الثبات المنخفض.</a:t>
            </a:r>
            <a:br>
              <a:rPr lang="en-GB" sz="1400" dirty="0"/>
            </a:br>
            <a:r>
              <a:rPr lang="ar" sz="1400" b="1" dirty="0"/>
              <a:t>يُعد التشحيم السليم </a:t>
            </a:r>
            <a:r>
              <a:rPr lang="ar" sz="1400" dirty="0"/>
              <a:t> ومانع تسريب الزيت أمران بالغان الأهمية للحفاظ على أداء الترس التفاضلي وإطالة عمر المكونات.</a:t>
            </a:r>
          </a:p>
        </p:txBody>
      </p:sp>
      <p:sp>
        <p:nvSpPr>
          <p:cNvPr id="2" name="Rectangle 1">
            <a:extLst>
              <a:ext uri="{FF2B5EF4-FFF2-40B4-BE49-F238E27FC236}">
                <a16:creationId xmlns:a16="http://schemas.microsoft.com/office/drawing/2014/main" id="{CAE8F7A5-1FC4-68D3-E0E0-EFDE955B3355}"/>
              </a:ext>
            </a:extLst>
          </p:cNvPr>
          <p:cNvSpPr>
            <a:spLocks noChangeArrowheads="1"/>
          </p:cNvSpPr>
          <p:nvPr/>
        </p:nvSpPr>
        <p:spPr bwMode="auto">
          <a:xfrm>
            <a:off x="3476161" y="332656"/>
            <a:ext cx="5621086" cy="51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مبادئ تشغيل مجموعة التروس التفاضلية</a:t>
            </a:r>
          </a:p>
        </p:txBody>
      </p:sp>
      <p:sp>
        <p:nvSpPr>
          <p:cNvPr id="3" name="Footer Placeholder 2">
            <a:extLst>
              <a:ext uri="{FF2B5EF4-FFF2-40B4-BE49-F238E27FC236}">
                <a16:creationId xmlns:a16="http://schemas.microsoft.com/office/drawing/2014/main" id="{817A8466-9495-7D68-334A-02D1E16DB75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3266019513"/>
      </p:ext>
    </p:extLst>
  </p:cSld>
  <p:clrMapOvr>
    <a:masterClrMapping/>
  </p:clrMapOvr>
  <p:transition>
    <p:sndAc>
      <p:stSnd>
        <p:snd r:embed="rId3" name="click.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439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اكتساب القدرة على إصلاح نظام نقل الحركة في المركبات الخفيفة وصيانته</a:t>
            </a:r>
          </a:p>
        </p:txBody>
      </p:sp>
      <p:sp>
        <p:nvSpPr>
          <p:cNvPr id="2" name="Footer Placeholder 2">
            <a:extLst>
              <a:ext uri="{FF2B5EF4-FFF2-40B4-BE49-F238E27FC236}">
                <a16:creationId xmlns:a16="http://schemas.microsoft.com/office/drawing/2014/main" id="{061DFF49-91F7-6CDA-855E-A09221304F1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1318055345"/>
      </p:ext>
    </p:extLst>
  </p:cSld>
  <p:clrMapOvr>
    <a:masterClrMapping/>
  </p:clrMapOvr>
  <p:transition>
    <p:sndAc>
      <p:stSnd>
        <p:snd r:embed="rId3"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1340768"/>
            <a:ext cx="5112568"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6"/>
                </a:solidFill>
              </a:rPr>
              <a:t>أعطال نظام نقل الحركة: القابض</a:t>
            </a:r>
          </a:p>
          <a:p>
            <a:pPr marL="0" indent="0" rtl="1">
              <a:buNone/>
            </a:pPr>
            <a:r>
              <a:rPr lang="ar" sz="1400" dirty="0"/>
              <a:t>يتناول هذا القسم أعطال نظام نقل الحركة والإجراءات اللازمة لصيانته وإصلاحه.</a:t>
            </a:r>
          </a:p>
          <a:p>
            <a:pPr marL="0" indent="0" rtl="1">
              <a:buNone/>
            </a:pPr>
            <a:endParaRPr lang="en-GB" sz="1400" dirty="0"/>
          </a:p>
          <a:p>
            <a:pPr marL="0" indent="0" rtl="1">
              <a:buNone/>
            </a:pPr>
            <a:r>
              <a:rPr lang="ar" sz="1400" b="1" dirty="0"/>
              <a:t>أعطال القابض: </a:t>
            </a:r>
            <a:r>
              <a:rPr lang="ar" sz="1400" dirty="0"/>
              <a:t>الانزلاق: يحدث عندما يفشل القابض في التعشيق الكامل، ما يؤدي إلى فقدان القدرة في العجلات.</a:t>
            </a:r>
            <a:br>
              <a:rPr lang="en-GB" sz="1400" dirty="0"/>
            </a:br>
            <a:r>
              <a:rPr lang="ar" sz="1400" b="1" dirty="0"/>
              <a:t>السحب: </a:t>
            </a:r>
            <a:r>
              <a:rPr lang="ar" sz="1400" dirty="0"/>
              <a:t>لا ينفصل القابض تمامًا، ما يجعل تغيير التروس صعبًا.</a:t>
            </a:r>
            <a:br>
              <a:rPr lang="en-GB" sz="1400" dirty="0"/>
            </a:br>
            <a:r>
              <a:rPr lang="ar" sz="1400" b="1" dirty="0"/>
              <a:t>الاهتزاز: </a:t>
            </a:r>
            <a:r>
              <a:rPr lang="ar" sz="1400" dirty="0"/>
              <a:t>اهتزاز أو رعشة محسوسة عند تعشيق القابض، غالبًا ما يكون سببها التلوث أو عدم المحاذاة.</a:t>
            </a:r>
          </a:p>
          <a:p>
            <a:pPr marL="0" indent="0" rtl="1">
              <a:buNone/>
            </a:pPr>
            <a:r>
              <a:rPr lang="ar" sz="1400" b="1" dirty="0"/>
              <a:t>فقدان الدفع</a:t>
            </a:r>
            <a:r>
              <a:rPr lang="ar" sz="1400" dirty="0"/>
              <a:t>: فشل كامل في نقل القدرة، غالبًا بسبب التآكل أو التلف.</a:t>
            </a:r>
          </a:p>
          <a:p>
            <a:pPr marL="0" indent="0" rtl="1">
              <a:buNone/>
            </a:pPr>
            <a:r>
              <a:rPr lang="ar" sz="1400" b="1" dirty="0"/>
              <a:t>الضوضاء المفرطة: </a:t>
            </a:r>
            <a:r>
              <a:rPr lang="ar" sz="1400" dirty="0"/>
              <a:t>ضوضاء غير عادية ناتجة عن عدم المحاذاة أو التآكل أو أعطال آلية التشغيل.</a:t>
            </a:r>
          </a:p>
          <a:p>
            <a:pPr marL="0" indent="0" rtl="1">
              <a:buNone/>
            </a:pPr>
            <a:r>
              <a:rPr lang="ar" sz="1400" b="1" dirty="0"/>
              <a:t>التآكل وعدم المحاذاة: </a:t>
            </a:r>
            <a:r>
              <a:rPr lang="ar" sz="1400" dirty="0"/>
              <a:t>مشكلات شائعة تؤدي إلى ضعف أداء القابض وقد تتطلب تعديلًا أو استبدالًا.</a:t>
            </a:r>
          </a:p>
          <a:p>
            <a:pPr marL="0" indent="0" rtl="1">
              <a:buNone/>
            </a:pPr>
            <a:endParaRPr lang="en-GB" sz="1400" b="1" dirty="0"/>
          </a:p>
          <a:p>
            <a:pPr marL="0" indent="0" rtl="1">
              <a:buNone/>
            </a:pPr>
            <a:r>
              <a:rPr lang="ar" sz="1400" b="1" dirty="0">
                <a:solidFill>
                  <a:schemeClr val="accent6"/>
                </a:solidFill>
              </a:rPr>
              <a:t>أعطال نظام نقل الحركة: صندوق التروس</a:t>
            </a:r>
            <a:br>
              <a:rPr lang="en-GB" sz="1400" dirty="0"/>
            </a:br>
            <a:br>
              <a:rPr lang="en-GB" sz="1400" b="1" dirty="0"/>
            </a:br>
            <a:r>
              <a:rPr lang="ar" sz="1400" b="1" dirty="0"/>
              <a:t>أعطال علبة التروس: مشكلات </a:t>
            </a:r>
            <a:r>
              <a:rPr lang="ar" sz="1400" dirty="0"/>
              <a:t> اختيار التروس: صعوبة في تعشيق التروس أو تغييرها بسبب تآكل وحدات التزامن أو الوصلات أو التلف الداخلي.</a:t>
            </a:r>
            <a:br>
              <a:rPr lang="en-GB" sz="1400" dirty="0"/>
            </a:br>
            <a:r>
              <a:rPr lang="ar" sz="1400" b="1" dirty="0"/>
              <a:t>تسربات الزيت: </a:t>
            </a:r>
            <a:r>
              <a:rPr lang="ar" sz="1400" dirty="0"/>
              <a:t>يؤدي تسرب سائل ناقل الحركة من موانع التسرب أو الحشوات إلى ضعف التشحيم وتلف علبة التروس.</a:t>
            </a:r>
            <a:br>
              <a:rPr lang="en-GB" sz="1400" dirty="0"/>
            </a:br>
            <a:r>
              <a:rPr lang="ar" sz="1400" b="1" dirty="0"/>
              <a:t>الروابط والتجهيزات: </a:t>
            </a:r>
            <a:r>
              <a:rPr lang="ar" sz="1400" dirty="0"/>
              <a:t>يمكن أن تؤدي الأعطال في روابط التروس أو تجهيزاتها إلى ضعف تعشيق التروس أو اختيارها.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788024" y="332656"/>
            <a:ext cx="4309223"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أعطال نظام نقل الحركة</a:t>
            </a:r>
          </a:p>
        </p:txBody>
      </p:sp>
      <p:sp>
        <p:nvSpPr>
          <p:cNvPr id="2" name="TextBox 1"/>
          <p:cNvSpPr txBox="1"/>
          <p:nvPr/>
        </p:nvSpPr>
        <p:spPr>
          <a:xfrm>
            <a:off x="1308240" y="4869160"/>
            <a:ext cx="1487908"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مقطع عرضي لعلبة التروس</a:t>
            </a:r>
          </a:p>
        </p:txBody>
      </p:sp>
      <p:sp>
        <p:nvSpPr>
          <p:cNvPr id="3" name="Footer Placeholder 2">
            <a:extLst>
              <a:ext uri="{FF2B5EF4-FFF2-40B4-BE49-F238E27FC236}">
                <a16:creationId xmlns:a16="http://schemas.microsoft.com/office/drawing/2014/main" id="{1CFCA233-76DC-120E-22A2-71A5F3B8CFF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4" name="Picture 3" descr="A blue and silver machine with gears&#10;&#10;Description automatically generated">
            <a:extLst>
              <a:ext uri="{FF2B5EF4-FFF2-40B4-BE49-F238E27FC236}">
                <a16:creationId xmlns:a16="http://schemas.microsoft.com/office/drawing/2014/main" id="{46EDB93E-7943-FBEB-6F68-A0171978089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852936"/>
            <a:ext cx="2772052" cy="1848035"/>
          </a:xfrm>
          <a:prstGeom prst="rect">
            <a:avLst/>
          </a:prstGeom>
        </p:spPr>
      </p:pic>
    </p:spTree>
    <p:extLst>
      <p:ext uri="{BB962C8B-B14F-4D97-AF65-F5344CB8AC3E}">
        <p14:creationId xmlns:p14="http://schemas.microsoft.com/office/powerpoint/2010/main" val="3203647921"/>
      </p:ext>
    </p:extLst>
  </p:cSld>
  <p:clrMapOvr>
    <a:masterClrMapping/>
  </p:clrMapOvr>
  <p:transition>
    <p:sndAc>
      <p:stSnd>
        <p:snd r:embed="rId3"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268760"/>
            <a:ext cx="8280920"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أعطال سائل ناقل الحركة</a:t>
            </a:r>
            <a:br>
              <a:rPr lang="en-GB" sz="1600" dirty="0"/>
            </a:br>
            <a:r>
              <a:rPr lang="ar" sz="1600" b="1" dirty="0"/>
              <a:t>مستويات السائل: </a:t>
            </a:r>
            <a:r>
              <a:rPr lang="ar" sz="1600" dirty="0"/>
              <a:t>يمكن أن تؤدي المستويات المنخفضة لسائل ناقل الحركة إلى ارتفاع درجة الحرارة وضعف في تغيير التروس واحتمالية تلف </a:t>
            </a:r>
            <a:br>
              <a:rPr lang="en-US" sz="1600" dirty="0"/>
            </a:br>
            <a:r>
              <a:rPr lang="ar" sz="1600" dirty="0"/>
              <a:t>ناقل الحركة.</a:t>
            </a:r>
            <a:br>
              <a:rPr lang="en-GB" sz="1600" dirty="0"/>
            </a:br>
            <a:r>
              <a:rPr lang="ar" sz="1600" b="1" dirty="0"/>
              <a:t>التسربات: </a:t>
            </a:r>
            <a:r>
              <a:rPr lang="ar" sz="1600" dirty="0"/>
              <a:t>يجب معالجة تسربات سائل ناقل الحركة الناتجة عن تآكل الحشوات أو موانع التسرب للحفاظ على مستويات السوائل المناسبة </a:t>
            </a:r>
            <a:br>
              <a:rPr lang="en-US" sz="1600" dirty="0"/>
            </a:br>
            <a:r>
              <a:rPr lang="ar" sz="1600" dirty="0"/>
              <a:t>ومنع التلف.</a:t>
            </a:r>
            <a:br>
              <a:rPr lang="en-GB" sz="1600" dirty="0"/>
            </a:br>
            <a:r>
              <a:rPr lang="ar" sz="1600" b="1" dirty="0"/>
              <a:t>الحشوات وموانع التسرب: </a:t>
            </a:r>
            <a:r>
              <a:rPr lang="ar" sz="1600" dirty="0"/>
              <a:t>يمكن أن يؤدي تآكل أو تلف الحشوات وموانع التسرب إلى تسرب السوائل، ما يُسبب انخفاض التشحيم والتبريد </a:t>
            </a:r>
            <a:br>
              <a:rPr lang="en-US" sz="1600" dirty="0"/>
            </a:br>
            <a:r>
              <a:rPr lang="ar" sz="1600" dirty="0"/>
              <a:t>داخل نظام نقل الحركة.</a:t>
            </a:r>
          </a:p>
          <a:p>
            <a:pPr marL="0" indent="0" rtl="1">
              <a:buNone/>
            </a:pPr>
            <a:endParaRPr lang="en-GB" sz="1100" dirty="0"/>
          </a:p>
          <a:p>
            <a:pPr marL="0" indent="0" rtl="1">
              <a:buNone/>
            </a:pPr>
            <a:r>
              <a:rPr lang="ar" sz="1600" b="1" dirty="0">
                <a:solidFill>
                  <a:schemeClr val="accent6"/>
                </a:solidFill>
              </a:rPr>
              <a:t>أعطال نظام مجموعة الدفع وناقلات الحركة النهائية</a:t>
            </a:r>
            <a:br>
              <a:rPr lang="en-GB" sz="1600" dirty="0"/>
            </a:br>
            <a:r>
              <a:rPr lang="ar" sz="1600" b="1" dirty="0"/>
              <a:t>أعمدة الدعم/الدفع: </a:t>
            </a:r>
            <a:r>
              <a:rPr lang="ar" sz="1600" dirty="0"/>
              <a:t>يمكن أن تُسبب الأعمدة البالية أو التالفة اهتزازًا وفقدانًا في نقل القدرة.</a:t>
            </a:r>
            <a:br>
              <a:rPr lang="en-GB" sz="1600" dirty="0"/>
            </a:br>
            <a:r>
              <a:rPr lang="ar" sz="1600" b="1" dirty="0"/>
              <a:t>الوصلات العامة ووصلات السرعة الثابتة: </a:t>
            </a:r>
            <a:r>
              <a:rPr lang="ar" sz="1600" dirty="0"/>
              <a:t>تُسبب الوصلات البالية أو التالفة ضوضاء وفقدانًا لنقل القدرة بسلاسة، خاصةً في مركبات الدفع الأمامي والدفع الرباعي.</a:t>
            </a:r>
            <a:br>
              <a:rPr lang="en-GB" sz="1600" dirty="0"/>
            </a:br>
            <a:r>
              <a:rPr lang="ar" sz="1600" b="1" dirty="0"/>
              <a:t>المحامل، والجراميق، وموانع التسرب: </a:t>
            </a:r>
            <a:r>
              <a:rPr lang="ar" sz="1600" dirty="0"/>
              <a:t>يمكن أن تؤدي الأعطال في هذه المكونات إلى الاهتزاز أو الضوضاء أو تسرب السوائل، ما يؤثر في تشغيل نظام مجموعة الدفع.</a:t>
            </a:r>
          </a:p>
          <a:p>
            <a:pPr marL="0" indent="0" rtl="1">
              <a:buNone/>
            </a:pPr>
            <a:endParaRPr lang="en-GB" sz="1100" dirty="0"/>
          </a:p>
          <a:p>
            <a:pPr marL="0" indent="0" rtl="1">
              <a:buNone/>
            </a:pPr>
            <a:r>
              <a:rPr lang="ar" sz="1600" b="1" dirty="0">
                <a:solidFill>
                  <a:schemeClr val="accent6"/>
                </a:solidFill>
              </a:rPr>
              <a:t>الاختبار التشخيصي وأنظمة التشخيص على متن المركبة</a:t>
            </a:r>
            <a:br>
              <a:rPr lang="en-GB" sz="1600" dirty="0"/>
            </a:br>
            <a:r>
              <a:rPr lang="ar" sz="1600" b="1" dirty="0"/>
              <a:t>الاختبار التشخيصي: </a:t>
            </a:r>
            <a:r>
              <a:rPr lang="ar" sz="1600" dirty="0"/>
              <a:t>استخدم أدوات التشخيص لتحديد الأعطال، مثل أنظمة التشخيص على متن المركبة التي تُراقب أعطال نظام نقل الحركة وتبلّغ عنها.</a:t>
            </a:r>
            <a:br>
              <a:rPr lang="en-GB" sz="1600" dirty="0"/>
            </a:br>
            <a:r>
              <a:rPr lang="ar" sz="1600" b="1" dirty="0"/>
              <a:t>معدات التشخيص على متن المركبة</a:t>
            </a:r>
            <a:r>
              <a:rPr lang="ar" sz="1600" dirty="0"/>
              <a:t>: تُساعد على تشخيص مشكلات ناقل الحركة ونظام مجموعة الدفع والقابض في المركبة من خلال قراءة رموز الخطأ وبيانات جهاز الاستشعار.</a:t>
            </a:r>
            <a:br>
              <a:rPr lang="en-GB" sz="1600" dirty="0"/>
            </a:br>
            <a:r>
              <a:rPr lang="ar" sz="1600" b="1" dirty="0"/>
              <a:t>طرق الإبلاغ عن الأعطال: </a:t>
            </a:r>
            <a:r>
              <a:rPr lang="ar" sz="1600" dirty="0"/>
              <a:t>يضمن التوثيق السليم من خلال سجلات الفحص والتقارير الشفوية للمشرفين دقة تشخيص الأعطال وإصلاحها.</a:t>
            </a:r>
          </a:p>
          <a:p>
            <a:pPr marL="0" indent="0" rtl="1">
              <a:buNone/>
            </a:pPr>
            <a:endParaRPr lang="en-GB" sz="1600" dirty="0"/>
          </a:p>
          <a:p>
            <a:pPr marL="0" indent="0" rtl="1">
              <a:buNone/>
            </a:pPr>
            <a:endParaRPr lang="en-GB" sz="1600" dirty="0"/>
          </a:p>
        </p:txBody>
      </p:sp>
      <p:sp>
        <p:nvSpPr>
          <p:cNvPr id="2" name="Rectangle 1">
            <a:extLst>
              <a:ext uri="{FF2B5EF4-FFF2-40B4-BE49-F238E27FC236}">
                <a16:creationId xmlns:a16="http://schemas.microsoft.com/office/drawing/2014/main" id="{B6D26A07-4ED9-9DC7-8CEE-4A6C7E9EE51A}"/>
              </a:ext>
            </a:extLst>
          </p:cNvPr>
          <p:cNvSpPr>
            <a:spLocks noChangeArrowheads="1"/>
          </p:cNvSpPr>
          <p:nvPr/>
        </p:nvSpPr>
        <p:spPr bwMode="auto">
          <a:xfrm>
            <a:off x="4788024" y="332656"/>
            <a:ext cx="4309223"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أعطال نظام نقل الحركة</a:t>
            </a:r>
          </a:p>
        </p:txBody>
      </p:sp>
      <p:sp>
        <p:nvSpPr>
          <p:cNvPr id="3" name="Footer Placeholder 2">
            <a:extLst>
              <a:ext uri="{FF2B5EF4-FFF2-40B4-BE49-F238E27FC236}">
                <a16:creationId xmlns:a16="http://schemas.microsoft.com/office/drawing/2014/main" id="{20EA1AD4-132F-3735-42EE-BC0C2F08226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2438506272"/>
      </p:ext>
    </p:extLst>
  </p:cSld>
  <p:clrMapOvr>
    <a:masterClrMapping/>
  </p:clrMapOvr>
  <p:transition>
    <p:sndAc>
      <p:stSnd>
        <p:snd r:embed="rId3" name="click.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9" y="1340768"/>
            <a:ext cx="5040559"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6"/>
                </a:solidFill>
              </a:rPr>
              <a:t>عمليات الصيانة: العمل وفقًا لإجراءات الشركة المُصنعة</a:t>
            </a:r>
            <a:br>
              <a:rPr lang="en-GB" sz="1400" dirty="0"/>
            </a:br>
            <a:br>
              <a:rPr lang="en-GB" sz="1400" dirty="0"/>
            </a:br>
            <a:r>
              <a:rPr lang="ar" sz="1400" b="1" dirty="0"/>
              <a:t>إجراءات الشركة المصنعة: </a:t>
            </a:r>
            <a:r>
              <a:rPr lang="ar" sz="1400" dirty="0"/>
              <a:t>اتّبع إجراءات الصيانة والإصلاح الموصى بها من قِبل الشركة المصنّعة كما هو موضح في الكتيبات وبطاقات العمل.</a:t>
            </a:r>
            <a:br>
              <a:rPr lang="en-GB" sz="1400" dirty="0"/>
            </a:br>
            <a:r>
              <a:rPr lang="ar" sz="1400" b="1" dirty="0"/>
              <a:t>توصيات السلامة: </a:t>
            </a:r>
            <a:r>
              <a:rPr lang="ar" sz="1400" dirty="0"/>
              <a:t>التزم دائمًا بإرشادات السلامة، بما في ذلك ارتداء معدات الحماية الشخصية المناسبة واستخدام المعدات بشكل صحيح.</a:t>
            </a:r>
            <a:br>
              <a:rPr lang="en-GB" sz="1400" dirty="0"/>
            </a:br>
            <a:r>
              <a:rPr lang="ar" sz="1400" b="1" dirty="0"/>
              <a:t>مناولة المواد: </a:t>
            </a:r>
            <a:r>
              <a:rPr lang="ar" sz="1400" dirty="0"/>
              <a:t>التعامل السليم مع المواد الكيميائية والزيوت والمواد الأخرى لتجنب التلوث وحماية المكونات.</a:t>
            </a:r>
            <a:br>
              <a:rPr lang="en-GB" sz="1400" dirty="0"/>
            </a:br>
            <a:br>
              <a:rPr lang="en-GB" sz="1400" dirty="0"/>
            </a:br>
            <a:r>
              <a:rPr lang="ar" sz="1400" b="1" dirty="0">
                <a:solidFill>
                  <a:schemeClr val="accent6"/>
                </a:solidFill>
              </a:rPr>
              <a:t>القوانين واللوائح</a:t>
            </a:r>
            <a:br>
              <a:rPr lang="en-GB" sz="1400" dirty="0"/>
            </a:br>
            <a:br>
              <a:rPr lang="en-GB" sz="1400" dirty="0"/>
            </a:br>
            <a:r>
              <a:rPr lang="ar" sz="1400" b="1" dirty="0"/>
              <a:t>القوانين الوطنية والدولية: </a:t>
            </a:r>
            <a:r>
              <a:rPr lang="ar" sz="1400" dirty="0"/>
              <a:t>اتّبع اللوائح المتعلقة بمراقبة التخلص من المواد الخطرة، مثل الزيوت والمواد الكيميائية المستخدمة في أنظمة النقل.</a:t>
            </a:r>
            <a:br>
              <a:rPr lang="en-GB" sz="1400" dirty="0"/>
            </a:br>
            <a:r>
              <a:rPr lang="ar" sz="1400" b="1" dirty="0"/>
              <a:t>التخلص من النفايات: </a:t>
            </a:r>
            <a:r>
              <a:rPr lang="ar" sz="1400" dirty="0"/>
              <a:t>تأكد من التخلص السليم من النفايات وفقًا للوائح البيئية.</a:t>
            </a:r>
            <a:br>
              <a:rPr lang="en-GB" sz="1400" dirty="0"/>
            </a:br>
            <a:endParaRPr lang="en-GB" sz="1400" dirty="0"/>
          </a:p>
          <a:p>
            <a:pPr marL="0" indent="0" rtl="1">
              <a:buNone/>
            </a:pPr>
            <a:r>
              <a:rPr lang="ar" sz="1400" b="1" dirty="0">
                <a:solidFill>
                  <a:schemeClr val="accent6"/>
                </a:solidFill>
              </a:rPr>
              <a:t>حماية المركبة والنظام</a:t>
            </a:r>
            <a:br>
              <a:rPr lang="en-GB" sz="1400" dirty="0"/>
            </a:br>
            <a:br>
              <a:rPr lang="en-GB" sz="1400" dirty="0"/>
            </a:br>
            <a:r>
              <a:rPr lang="ar" sz="1400" b="1" dirty="0"/>
              <a:t>حماية المركبة: </a:t>
            </a:r>
            <a:r>
              <a:rPr lang="ar" sz="1400" dirty="0"/>
              <a:t>احرص على حماية أنظمة المركبة في أثناء الصيانة، مثل وضع أقفال الترس التفاضلي للدفع الرباعي عند رفع المركبة ودعمها.</a:t>
            </a:r>
            <a:br>
              <a:rPr lang="en-GB" sz="1400" dirty="0"/>
            </a:br>
            <a:r>
              <a:rPr lang="ar" sz="1400" b="1" dirty="0"/>
              <a:t>حماية النظام: </a:t>
            </a:r>
            <a:r>
              <a:rPr lang="ar" sz="1400" dirty="0"/>
              <a:t>تأكد من حماية المكونات من الغبار والزيت والملوثات الأخرى في أثناء إجراءات الصيانة.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36096" y="332656"/>
            <a:ext cx="3661151"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د2 عمليات الصيانة</a:t>
            </a:r>
          </a:p>
        </p:txBody>
      </p:sp>
      <p:sp>
        <p:nvSpPr>
          <p:cNvPr id="4" name="TextBox 3"/>
          <p:cNvSpPr txBox="1"/>
          <p:nvPr/>
        </p:nvSpPr>
        <p:spPr>
          <a:xfrm>
            <a:off x="1098133" y="4688742"/>
            <a:ext cx="1846980"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صيانة المركبة وإصلاحها (الصيانة) </a:t>
            </a:r>
          </a:p>
        </p:txBody>
      </p:sp>
      <p:sp>
        <p:nvSpPr>
          <p:cNvPr id="2" name="Footer Placeholder 2">
            <a:extLst>
              <a:ext uri="{FF2B5EF4-FFF2-40B4-BE49-F238E27FC236}">
                <a16:creationId xmlns:a16="http://schemas.microsoft.com/office/drawing/2014/main" id="{36583943-B6CC-4B5E-EC14-2B51ED990D1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pic>
        <p:nvPicPr>
          <p:cNvPr id="3" name="Picture 2" descr="A person and person looking at the engine of a car&#10;&#10;Description automatically generated">
            <a:extLst>
              <a:ext uri="{FF2B5EF4-FFF2-40B4-BE49-F238E27FC236}">
                <a16:creationId xmlns:a16="http://schemas.microsoft.com/office/drawing/2014/main" id="{D4603684-3DB3-FF47-9B19-DC61A32DAE9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564904"/>
            <a:ext cx="2933689" cy="1955275"/>
          </a:xfrm>
          <a:prstGeom prst="rect">
            <a:avLst/>
          </a:prstGeom>
        </p:spPr>
      </p:pic>
    </p:spTree>
    <p:extLst>
      <p:ext uri="{BB962C8B-B14F-4D97-AF65-F5344CB8AC3E}">
        <p14:creationId xmlns:p14="http://schemas.microsoft.com/office/powerpoint/2010/main" val="1268378922"/>
      </p:ext>
    </p:extLst>
  </p:cSld>
  <p:clrMapOvr>
    <a:masterClrMapping/>
  </p:clrMapOvr>
  <p:transition>
    <p:sndAc>
      <p:stSnd>
        <p:snd r:embed="rId3" name="click.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12776"/>
            <a:ext cx="8496944" cy="5301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6"/>
                </a:solidFill>
              </a:rPr>
              <a:t>عمليات الصيانة</a:t>
            </a:r>
            <a:br>
              <a:rPr lang="en-GB" sz="1600" dirty="0"/>
            </a:br>
            <a:r>
              <a:rPr lang="ar" sz="1600" b="1" dirty="0"/>
              <a:t>الصيانة الروتينية وإصلاح الأعطال:</a:t>
            </a:r>
            <a:br>
              <a:rPr lang="en-GB" sz="1600" dirty="0"/>
            </a:br>
            <a:r>
              <a:rPr lang="ar" sz="1600" dirty="0"/>
              <a:t>تشمل مهام الصيانة الشائعة تعديل القابض ومحاذاته، وفحص سوائل علبة التروس الآلية، وتغيير الزيت، وإصلاح روابط التروس.</a:t>
            </a:r>
            <a:br>
              <a:rPr lang="en-GB" sz="1600" dirty="0"/>
            </a:br>
            <a:r>
              <a:rPr lang="ar" sz="1600" b="1" dirty="0"/>
              <a:t>استبدال جرموق عمود الدفع: </a:t>
            </a:r>
            <a:r>
              <a:rPr lang="ar" sz="1600" dirty="0"/>
              <a:t>افحص الجراميق البالية أو التالفة واستبدلها لمنع دخول الأوساخ والحطام إلى الوصلات.</a:t>
            </a:r>
            <a:br>
              <a:rPr lang="en-GB" sz="1600" dirty="0"/>
            </a:br>
            <a:r>
              <a:rPr lang="ar" sz="1600" b="1" dirty="0"/>
              <a:t>الاستخدام الصحيح لمعدات الحماية الشخصية: </a:t>
            </a:r>
            <a:r>
              <a:rPr lang="ar" sz="1600" dirty="0"/>
              <a:t>تأكد من ارتداء معدات الحماية الشخصية المناسبة في أثناء جميع إجراءات الصيانة من </a:t>
            </a:r>
            <a:br>
              <a:rPr lang="en-US" sz="1600" dirty="0"/>
            </a:br>
            <a:r>
              <a:rPr lang="ar" sz="1600" dirty="0"/>
              <a:t>أجل السلامة.</a:t>
            </a:r>
            <a:br>
              <a:rPr lang="en-GB" sz="1600" dirty="0"/>
            </a:br>
            <a:br>
              <a:rPr lang="en-GB" sz="1600" b="1" dirty="0"/>
            </a:br>
            <a:r>
              <a:rPr lang="ar" sz="1600" b="1" dirty="0">
                <a:solidFill>
                  <a:schemeClr val="accent6"/>
                </a:solidFill>
              </a:rPr>
              <a:t>إجراءات الصيانة البديلة للظروف القاسية:</a:t>
            </a:r>
            <a:br>
              <a:rPr lang="en-GB" sz="1600" dirty="0"/>
            </a:br>
            <a:r>
              <a:rPr lang="ar" sz="1600" b="1" dirty="0"/>
              <a:t>الظروف القاسية:</a:t>
            </a:r>
            <a:br>
              <a:rPr lang="en-GB" sz="1600" b="1" dirty="0"/>
            </a:br>
            <a:r>
              <a:rPr lang="ar" sz="1600" dirty="0"/>
              <a:t>تتطلب المركبات التي تعمل في بيئات قاسية، مثل الظروف الجافة أو المتربة أو ذات درجات الحرارة العالية، إجراءات صيانة محددة لحماية المكونات.</a:t>
            </a:r>
            <a:br>
              <a:rPr lang="en-GB" sz="1600" dirty="0"/>
            </a:br>
            <a:r>
              <a:rPr lang="ar" sz="1600" b="1" dirty="0"/>
              <a:t>مركبات السباق/الرالي: </a:t>
            </a:r>
            <a:r>
              <a:rPr lang="ar" sz="1600" dirty="0"/>
              <a:t>تحتاج المركبات المستخدمة في رياضة السيارات أو البيئات القاسية إلى صيانة واستبدال أجزاء أكثر تكرارًا نظرًا لزيادة </a:t>
            </a:r>
            <a:br>
              <a:rPr lang="en-US" sz="1600" dirty="0"/>
            </a:br>
            <a:r>
              <a:rPr lang="ar" sz="1600" dirty="0"/>
              <a:t>التآكل والتمزق.</a:t>
            </a:r>
            <a:br>
              <a:rPr lang="en-GB" sz="1600" dirty="0"/>
            </a:br>
            <a:br>
              <a:rPr lang="en-GB" sz="1600" dirty="0">
                <a:solidFill>
                  <a:schemeClr val="accent6"/>
                </a:solidFill>
              </a:rPr>
            </a:br>
            <a:r>
              <a:rPr lang="ar" sz="1600" b="1" dirty="0">
                <a:solidFill>
                  <a:schemeClr val="accent6"/>
                </a:solidFill>
              </a:rPr>
              <a:t>ملخص صيانة نظام نقل الحركة</a:t>
            </a:r>
            <a:br>
              <a:rPr lang="en-GB" sz="1600" dirty="0"/>
            </a:br>
            <a:r>
              <a:rPr lang="ar" sz="1600" b="1" dirty="0"/>
              <a:t>يؤدي تحديد وتشخيص</a:t>
            </a:r>
            <a:r>
              <a:rPr lang="ar" sz="1600" dirty="0"/>
              <a:t> أعطال نظام نقل الحركة في وقت مبكر إلى منع حدوث أضرار جسيمة ويطيل عمر المركبة.</a:t>
            </a:r>
            <a:br>
              <a:rPr lang="en-GB" sz="1600" dirty="0"/>
            </a:br>
            <a:r>
              <a:rPr lang="ar" sz="1600" b="1" dirty="0"/>
              <a:t>يضمن اتباع إجراءات الشركة المصنعة </a:t>
            </a:r>
            <a:r>
              <a:rPr lang="ar" sz="1600" dirty="0"/>
              <a:t> وإرشادات السلامة واللوائح القانونية إجراء صيانة وإصلاح مناسبين.</a:t>
            </a:r>
            <a:br>
              <a:rPr lang="en-GB" sz="1600" dirty="0"/>
            </a:br>
            <a:r>
              <a:rPr lang="ar" sz="1600" b="1" dirty="0"/>
              <a:t>تضمن الصيانة الدورية</a:t>
            </a:r>
            <a:r>
              <a:rPr lang="ar" sz="1600" dirty="0"/>
              <a:t> والاهتمام بالظروف القاسية الأداء الأمثل والسلامة لنظام نقل الحركة في المركبة.</a:t>
            </a:r>
          </a:p>
        </p:txBody>
      </p:sp>
      <p:sp>
        <p:nvSpPr>
          <p:cNvPr id="2" name="Rectangle 1">
            <a:extLst>
              <a:ext uri="{FF2B5EF4-FFF2-40B4-BE49-F238E27FC236}">
                <a16:creationId xmlns:a16="http://schemas.microsoft.com/office/drawing/2014/main" id="{EF26A926-A646-C3FA-2D40-1ACB19CE6D17}"/>
              </a:ext>
            </a:extLst>
          </p:cNvPr>
          <p:cNvSpPr>
            <a:spLocks noChangeArrowheads="1"/>
          </p:cNvSpPr>
          <p:nvPr/>
        </p:nvSpPr>
        <p:spPr bwMode="auto">
          <a:xfrm>
            <a:off x="5436096" y="332656"/>
            <a:ext cx="3661151"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د2 عمليات الصيانة</a:t>
            </a:r>
          </a:p>
        </p:txBody>
      </p:sp>
      <p:sp>
        <p:nvSpPr>
          <p:cNvPr id="3" name="Footer Placeholder 2">
            <a:extLst>
              <a:ext uri="{FF2B5EF4-FFF2-40B4-BE49-F238E27FC236}">
                <a16:creationId xmlns:a16="http://schemas.microsoft.com/office/drawing/2014/main" id="{D94C89B5-596B-CC54-2872-FF271CC18FD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extLst>
      <p:ext uri="{BB962C8B-B14F-4D97-AF65-F5344CB8AC3E}">
        <p14:creationId xmlns:p14="http://schemas.microsoft.com/office/powerpoint/2010/main" val="2484952125"/>
      </p:ext>
    </p:extLst>
  </p:cSld>
  <p:clrMapOvr>
    <a:masterClrMapping/>
  </p:clrMapOvr>
  <p:transition>
    <p:sndAc>
      <p:stSnd>
        <p:snd r:embed="rId3" name="click.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rtl="1"/>
            <a:r>
              <a:rPr lang="ar" sz="260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 آر إف: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ريجوف (الشريحة 22)، تشيه يوان (الشريحة 39)؛</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بيرسون إديوكيشن ليمتد: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ستوديو 8 (الشريحة 11)؛</a:t>
            </a:r>
            <a:r>
              <a:rPr lang="en" sz="2000" b="1" dirty="0">
                <a:effectLst/>
                <a:latin typeface="Sakkal Majalla" panose="02000000000000000000" pitchFamily="2" charset="-78"/>
                <a:ea typeface="Calibri" panose="020F0502020204030204" pitchFamily="34" charset="0"/>
                <a:cs typeface="Sakkal Majalla" panose="02000000000000000000" pitchFamily="2" charset="-78"/>
              </a:rPr>
              <a:t> شوترستوك: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دريمنيكون (الشريحة 7)، أوليغ دوروشين (الشريحة 12)، كيونجكيونج (الشريحة 14)، ستاندريت (الشريحة 17)، شارفسين (الشريحة 20)، كارتينكين 77 (الشريحة 25)، نيلادن (الشريحة 28)، راسستوك (الشريحة 32)، بنور تك (الشريحة 34)، سودهير ساكثان (الشريحة 37)، كالابي ياو (الشريحة 40)، جامانا (الشريحة 42)، مارينا ديمكينا (الشريحة 45)، إندستري فيويز (الشريحة 47).</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None/>
            </a:pPr>
            <a:endParaRPr lang="en-GB"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184D0A04-CE32-DE1E-BA8B-61A4C5FA7EB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A103000399247</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9CE319B0-6426-4A97-8CA8-C85AB786651B}"/>
</file>

<file path=customXml/itemProps3.xml><?xml version="1.0" encoding="utf-8"?>
<ds:datastoreItem xmlns:ds="http://schemas.openxmlformats.org/officeDocument/2006/customXml" ds:itemID="{4B700610-39F3-4A35-AAF4-C1E1359C0930}">
  <ds:schemaRefs>
    <ds:schemaRef ds:uri="http://schemas.microsoft.com/office/2006/documentManagement/types"/>
    <ds:schemaRef ds:uri="http://schemas.openxmlformats.org/package/2006/metadata/core-properties"/>
    <ds:schemaRef ds:uri="http://purl.org/dc/dcmitype/"/>
    <ds:schemaRef ds:uri="6125ffc9-2c56-435e-8267-1393444907b2"/>
    <ds:schemaRef ds:uri="http://purl.org/dc/elements/1.1/"/>
    <ds:schemaRef ds:uri="http://purl.org/dc/terms/"/>
    <ds:schemaRef ds:uri="http://schemas.microsoft.com/office/infopath/2007/PartnerControls"/>
    <ds:schemaRef ds:uri="7c1bd8dc-4e40-424f-a15f-9ffcd522197f"/>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11389</TotalTime>
  <Words>9067</Words>
  <Application>Microsoft Office PowerPoint</Application>
  <PresentationFormat>On-screen Show (4:3)</PresentationFormat>
  <Paragraphs>342</Paragraphs>
  <Slides>50</Slides>
  <Notes>42</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50</vt:i4>
      </vt:variant>
    </vt:vector>
  </HeadingPairs>
  <TitlesOfParts>
    <vt:vector size="65"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67 تشغيل أنظمة نقل الحركة  في المركبات الخفيفة وصيانتها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253</cp:revision>
  <dcterms:created xsi:type="dcterms:W3CDTF">2020-07-15T07:14:47Z</dcterms:created>
  <dcterms:modified xsi:type="dcterms:W3CDTF">2025-01-23T13:58:56Z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