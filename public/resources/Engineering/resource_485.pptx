
<file path=[Content_Types].xml><?xml version="1.0" encoding="utf-8"?>
<Types xmlns="http://schemas.openxmlformats.org/package/2006/content-types">
  <Default Extension="bin" ContentType="audio/unknown"/>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104"/>
  </p:notesMasterIdLst>
  <p:sldIdLst>
    <p:sldId id="256" r:id="rId14"/>
    <p:sldId id="495" r:id="rId15"/>
    <p:sldId id="496" r:id="rId16"/>
    <p:sldId id="258" r:id="rId17"/>
    <p:sldId id="272" r:id="rId18"/>
    <p:sldId id="381" r:id="rId19"/>
    <p:sldId id="419" r:id="rId20"/>
    <p:sldId id="420" r:id="rId21"/>
    <p:sldId id="421" r:id="rId22"/>
    <p:sldId id="422" r:id="rId23"/>
    <p:sldId id="423" r:id="rId24"/>
    <p:sldId id="424" r:id="rId25"/>
    <p:sldId id="385" r:id="rId26"/>
    <p:sldId id="425" r:id="rId27"/>
    <p:sldId id="497" r:id="rId28"/>
    <p:sldId id="427" r:id="rId29"/>
    <p:sldId id="430" r:id="rId30"/>
    <p:sldId id="431" r:id="rId31"/>
    <p:sldId id="498" r:id="rId32"/>
    <p:sldId id="387" r:id="rId33"/>
    <p:sldId id="433" r:id="rId34"/>
    <p:sldId id="434" r:id="rId35"/>
    <p:sldId id="435" r:id="rId36"/>
    <p:sldId id="436" r:id="rId37"/>
    <p:sldId id="437" r:id="rId38"/>
    <p:sldId id="438" r:id="rId39"/>
    <p:sldId id="439" r:id="rId40"/>
    <p:sldId id="440" r:id="rId41"/>
    <p:sldId id="441" r:id="rId42"/>
    <p:sldId id="445" r:id="rId43"/>
    <p:sldId id="442" r:id="rId44"/>
    <p:sldId id="443" r:id="rId45"/>
    <p:sldId id="444" r:id="rId46"/>
    <p:sldId id="447" r:id="rId47"/>
    <p:sldId id="392" r:id="rId48"/>
    <p:sldId id="446" r:id="rId49"/>
    <p:sldId id="448" r:id="rId50"/>
    <p:sldId id="449" r:id="rId51"/>
    <p:sldId id="450" r:id="rId52"/>
    <p:sldId id="394" r:id="rId53"/>
    <p:sldId id="451" r:id="rId54"/>
    <p:sldId id="452" r:id="rId55"/>
    <p:sldId id="453" r:id="rId56"/>
    <p:sldId id="454" r:id="rId57"/>
    <p:sldId id="398" r:id="rId58"/>
    <p:sldId id="455" r:id="rId59"/>
    <p:sldId id="456" r:id="rId60"/>
    <p:sldId id="457" r:id="rId61"/>
    <p:sldId id="458" r:id="rId62"/>
    <p:sldId id="459" r:id="rId63"/>
    <p:sldId id="460" r:id="rId64"/>
    <p:sldId id="319" r:id="rId65"/>
    <p:sldId id="461" r:id="rId66"/>
    <p:sldId id="462" r:id="rId67"/>
    <p:sldId id="463" r:id="rId68"/>
    <p:sldId id="464" r:id="rId69"/>
    <p:sldId id="465" r:id="rId70"/>
    <p:sldId id="466" r:id="rId71"/>
    <p:sldId id="467" r:id="rId72"/>
    <p:sldId id="468" r:id="rId73"/>
    <p:sldId id="469" r:id="rId74"/>
    <p:sldId id="471" r:id="rId75"/>
    <p:sldId id="470" r:id="rId76"/>
    <p:sldId id="407" r:id="rId77"/>
    <p:sldId id="472" r:id="rId78"/>
    <p:sldId id="473" r:id="rId79"/>
    <p:sldId id="474" r:id="rId80"/>
    <p:sldId id="475" r:id="rId81"/>
    <p:sldId id="476" r:id="rId82"/>
    <p:sldId id="411" r:id="rId83"/>
    <p:sldId id="477" r:id="rId84"/>
    <p:sldId id="478" r:id="rId85"/>
    <p:sldId id="479" r:id="rId86"/>
    <p:sldId id="480" r:id="rId87"/>
    <p:sldId id="382" r:id="rId88"/>
    <p:sldId id="481" r:id="rId89"/>
    <p:sldId id="482" r:id="rId90"/>
    <p:sldId id="483" r:id="rId91"/>
    <p:sldId id="484" r:id="rId92"/>
    <p:sldId id="485" r:id="rId93"/>
    <p:sldId id="486" r:id="rId94"/>
    <p:sldId id="487" r:id="rId95"/>
    <p:sldId id="488" r:id="rId96"/>
    <p:sldId id="489" r:id="rId97"/>
    <p:sldId id="490" r:id="rId98"/>
    <p:sldId id="491" r:id="rId99"/>
    <p:sldId id="492" r:id="rId100"/>
    <p:sldId id="493" r:id="rId101"/>
    <p:sldId id="494" r:id="rId102"/>
    <p:sldId id="499" r:id="rId103"/>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 id="15" name="Denise Ratcliffe" initials="DR" lastIdx="18" clrIdx="14">
    <p:extLst>
      <p:ext uri="{19B8F6BF-5375-455C-9EA6-DF929625EA0E}">
        <p15:presenceInfo xmlns:p15="http://schemas.microsoft.com/office/powerpoint/2012/main" userId="c6d0b3e1f824e5e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E4D837-0002-4594-9358-5E29EFDD765E}" v="94" dt="2025-01-23T09:23:59.635"/>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201" autoAdjust="0"/>
    <p:restoredTop sz="95165" autoAdjust="0"/>
  </p:normalViewPr>
  <p:slideViewPr>
    <p:cSldViewPr>
      <p:cViewPr varScale="1">
        <p:scale>
          <a:sx n="158" d="100"/>
          <a:sy n="158" d="100"/>
        </p:scale>
        <p:origin x="1944" y="132"/>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3.xml"/><Relationship Id="rId21" Type="http://schemas.openxmlformats.org/officeDocument/2006/relationships/slide" Target="slides/slide8.xml"/><Relationship Id="rId42" Type="http://schemas.openxmlformats.org/officeDocument/2006/relationships/slide" Target="slides/slide29.xml"/><Relationship Id="rId47" Type="http://schemas.openxmlformats.org/officeDocument/2006/relationships/slide" Target="slides/slide34.xml"/><Relationship Id="rId63" Type="http://schemas.openxmlformats.org/officeDocument/2006/relationships/slide" Target="slides/slide50.xml"/><Relationship Id="rId68" Type="http://schemas.openxmlformats.org/officeDocument/2006/relationships/slide" Target="slides/slide55.xml"/><Relationship Id="rId84" Type="http://schemas.openxmlformats.org/officeDocument/2006/relationships/slide" Target="slides/slide71.xml"/><Relationship Id="rId89" Type="http://schemas.openxmlformats.org/officeDocument/2006/relationships/slide" Target="slides/slide76.xml"/><Relationship Id="rId16" Type="http://schemas.openxmlformats.org/officeDocument/2006/relationships/slide" Target="slides/slide3.xml"/><Relationship Id="rId107" Type="http://schemas.openxmlformats.org/officeDocument/2006/relationships/viewProps" Target="viewProps.xml"/><Relationship Id="rId11" Type="http://schemas.openxmlformats.org/officeDocument/2006/relationships/slideMaster" Target="slideMasters/slideMaster8.xml"/><Relationship Id="rId32" Type="http://schemas.openxmlformats.org/officeDocument/2006/relationships/slide" Target="slides/slide19.xml"/><Relationship Id="rId37" Type="http://schemas.openxmlformats.org/officeDocument/2006/relationships/slide" Target="slides/slide24.xml"/><Relationship Id="rId53" Type="http://schemas.openxmlformats.org/officeDocument/2006/relationships/slide" Target="slides/slide40.xml"/><Relationship Id="rId58" Type="http://schemas.openxmlformats.org/officeDocument/2006/relationships/slide" Target="slides/slide45.xml"/><Relationship Id="rId74" Type="http://schemas.openxmlformats.org/officeDocument/2006/relationships/slide" Target="slides/slide61.xml"/><Relationship Id="rId79" Type="http://schemas.openxmlformats.org/officeDocument/2006/relationships/slide" Target="slides/slide66.xml"/><Relationship Id="rId102" Type="http://schemas.openxmlformats.org/officeDocument/2006/relationships/slide" Target="slides/slide89.xml"/><Relationship Id="rId5" Type="http://schemas.openxmlformats.org/officeDocument/2006/relationships/slideMaster" Target="slideMasters/slideMaster2.xml"/><Relationship Id="rId90" Type="http://schemas.openxmlformats.org/officeDocument/2006/relationships/slide" Target="slides/slide77.xml"/><Relationship Id="rId95" Type="http://schemas.openxmlformats.org/officeDocument/2006/relationships/slide" Target="slides/slide82.xml"/><Relationship Id="rId22" Type="http://schemas.openxmlformats.org/officeDocument/2006/relationships/slide" Target="slides/slide9.xml"/><Relationship Id="rId27" Type="http://schemas.openxmlformats.org/officeDocument/2006/relationships/slide" Target="slides/slide14.xml"/><Relationship Id="rId43" Type="http://schemas.openxmlformats.org/officeDocument/2006/relationships/slide" Target="slides/slide30.xml"/><Relationship Id="rId48" Type="http://schemas.openxmlformats.org/officeDocument/2006/relationships/slide" Target="slides/slide35.xml"/><Relationship Id="rId64" Type="http://schemas.openxmlformats.org/officeDocument/2006/relationships/slide" Target="slides/slide51.xml"/><Relationship Id="rId69" Type="http://schemas.openxmlformats.org/officeDocument/2006/relationships/slide" Target="slides/slide56.xml"/><Relationship Id="rId80" Type="http://schemas.openxmlformats.org/officeDocument/2006/relationships/slide" Target="slides/slide67.xml"/><Relationship Id="rId85" Type="http://schemas.openxmlformats.org/officeDocument/2006/relationships/slide" Target="slides/slide72.xml"/><Relationship Id="rId12" Type="http://schemas.openxmlformats.org/officeDocument/2006/relationships/slideMaster" Target="slideMasters/slideMaster9.xml"/><Relationship Id="rId17" Type="http://schemas.openxmlformats.org/officeDocument/2006/relationships/slide" Target="slides/slide4.xml"/><Relationship Id="rId33" Type="http://schemas.openxmlformats.org/officeDocument/2006/relationships/slide" Target="slides/slide20.xml"/><Relationship Id="rId38" Type="http://schemas.openxmlformats.org/officeDocument/2006/relationships/slide" Target="slides/slide25.xml"/><Relationship Id="rId59" Type="http://schemas.openxmlformats.org/officeDocument/2006/relationships/slide" Target="slides/slide46.xml"/><Relationship Id="rId103" Type="http://schemas.openxmlformats.org/officeDocument/2006/relationships/slide" Target="slides/slide90.xml"/><Relationship Id="rId108" Type="http://schemas.openxmlformats.org/officeDocument/2006/relationships/theme" Target="theme/theme1.xml"/><Relationship Id="rId54" Type="http://schemas.openxmlformats.org/officeDocument/2006/relationships/slide" Target="slides/slide41.xml"/><Relationship Id="rId70" Type="http://schemas.openxmlformats.org/officeDocument/2006/relationships/slide" Target="slides/slide57.xml"/><Relationship Id="rId75" Type="http://schemas.openxmlformats.org/officeDocument/2006/relationships/slide" Target="slides/slide62.xml"/><Relationship Id="rId91" Type="http://schemas.openxmlformats.org/officeDocument/2006/relationships/slide" Target="slides/slide78.xml"/><Relationship Id="rId96" Type="http://schemas.openxmlformats.org/officeDocument/2006/relationships/slide" Target="slides/slide83.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slide" Target="slides/slide44.xml"/><Relationship Id="rId106" Type="http://schemas.openxmlformats.org/officeDocument/2006/relationships/presProps" Target="presProps.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slide" Target="slides/slide47.xml"/><Relationship Id="rId65" Type="http://schemas.openxmlformats.org/officeDocument/2006/relationships/slide" Target="slides/slide52.xml"/><Relationship Id="rId73" Type="http://schemas.openxmlformats.org/officeDocument/2006/relationships/slide" Target="slides/slide60.xml"/><Relationship Id="rId78" Type="http://schemas.openxmlformats.org/officeDocument/2006/relationships/slide" Target="slides/slide65.xml"/><Relationship Id="rId81" Type="http://schemas.openxmlformats.org/officeDocument/2006/relationships/slide" Target="slides/slide68.xml"/><Relationship Id="rId86" Type="http://schemas.openxmlformats.org/officeDocument/2006/relationships/slide" Target="slides/slide73.xml"/><Relationship Id="rId94" Type="http://schemas.openxmlformats.org/officeDocument/2006/relationships/slide" Target="slides/slide81.xml"/><Relationship Id="rId99" Type="http://schemas.openxmlformats.org/officeDocument/2006/relationships/slide" Target="slides/slide86.xml"/><Relationship Id="rId101" Type="http://schemas.openxmlformats.org/officeDocument/2006/relationships/slide" Target="slides/slide88.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5.xml"/><Relationship Id="rId39" Type="http://schemas.openxmlformats.org/officeDocument/2006/relationships/slide" Target="slides/slide26.xml"/><Relationship Id="rId109" Type="http://schemas.openxmlformats.org/officeDocument/2006/relationships/tableStyles" Target="tableStyles.xml"/><Relationship Id="rId34" Type="http://schemas.openxmlformats.org/officeDocument/2006/relationships/slide" Target="slides/slide21.xml"/><Relationship Id="rId50" Type="http://schemas.openxmlformats.org/officeDocument/2006/relationships/slide" Target="slides/slide37.xml"/><Relationship Id="rId55" Type="http://schemas.openxmlformats.org/officeDocument/2006/relationships/slide" Target="slides/slide42.xml"/><Relationship Id="rId76" Type="http://schemas.openxmlformats.org/officeDocument/2006/relationships/slide" Target="slides/slide63.xml"/><Relationship Id="rId97" Type="http://schemas.openxmlformats.org/officeDocument/2006/relationships/slide" Target="slides/slide84.xml"/><Relationship Id="rId104" Type="http://schemas.openxmlformats.org/officeDocument/2006/relationships/notesMaster" Target="notesMasters/notesMaster1.xml"/><Relationship Id="rId7" Type="http://schemas.openxmlformats.org/officeDocument/2006/relationships/slideMaster" Target="slideMasters/slideMaster4.xml"/><Relationship Id="rId71" Type="http://schemas.openxmlformats.org/officeDocument/2006/relationships/slide" Target="slides/slide58.xml"/><Relationship Id="rId92" Type="http://schemas.openxmlformats.org/officeDocument/2006/relationships/slide" Target="slides/slide79.xml"/><Relationship Id="rId2" Type="http://schemas.openxmlformats.org/officeDocument/2006/relationships/customXml" Target="../customXml/item2.xml"/><Relationship Id="rId29" Type="http://schemas.openxmlformats.org/officeDocument/2006/relationships/slide" Target="slides/slide16.xml"/><Relationship Id="rId24" Type="http://schemas.openxmlformats.org/officeDocument/2006/relationships/slide" Target="slides/slide11.xml"/><Relationship Id="rId40" Type="http://schemas.openxmlformats.org/officeDocument/2006/relationships/slide" Target="slides/slide27.xml"/><Relationship Id="rId45" Type="http://schemas.openxmlformats.org/officeDocument/2006/relationships/slide" Target="slides/slide32.xml"/><Relationship Id="rId66" Type="http://schemas.openxmlformats.org/officeDocument/2006/relationships/slide" Target="slides/slide53.xml"/><Relationship Id="rId87" Type="http://schemas.openxmlformats.org/officeDocument/2006/relationships/slide" Target="slides/slide74.xml"/><Relationship Id="rId110" Type="http://schemas.microsoft.com/office/2016/11/relationships/changesInfo" Target="changesInfos/changesInfo1.xml"/><Relationship Id="rId61" Type="http://schemas.openxmlformats.org/officeDocument/2006/relationships/slide" Target="slides/slide48.xml"/><Relationship Id="rId82" Type="http://schemas.openxmlformats.org/officeDocument/2006/relationships/slide" Target="slides/slide69.xml"/><Relationship Id="rId19" Type="http://schemas.openxmlformats.org/officeDocument/2006/relationships/slide" Target="slides/slide6.xml"/><Relationship Id="rId14" Type="http://schemas.openxmlformats.org/officeDocument/2006/relationships/slide" Target="slides/slide1.xml"/><Relationship Id="rId30" Type="http://schemas.openxmlformats.org/officeDocument/2006/relationships/slide" Target="slides/slide17.xml"/><Relationship Id="rId35" Type="http://schemas.openxmlformats.org/officeDocument/2006/relationships/slide" Target="slides/slide22.xml"/><Relationship Id="rId56" Type="http://schemas.openxmlformats.org/officeDocument/2006/relationships/slide" Target="slides/slide43.xml"/><Relationship Id="rId77" Type="http://schemas.openxmlformats.org/officeDocument/2006/relationships/slide" Target="slides/slide64.xml"/><Relationship Id="rId100" Type="http://schemas.openxmlformats.org/officeDocument/2006/relationships/slide" Target="slides/slide87.xml"/><Relationship Id="rId105"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slide" Target="slides/slide38.xml"/><Relationship Id="rId72" Type="http://schemas.openxmlformats.org/officeDocument/2006/relationships/slide" Target="slides/slide59.xml"/><Relationship Id="rId93" Type="http://schemas.openxmlformats.org/officeDocument/2006/relationships/slide" Target="slides/slide80.xml"/><Relationship Id="rId98" Type="http://schemas.openxmlformats.org/officeDocument/2006/relationships/slide" Target="slides/slide85.xml"/><Relationship Id="rId3" Type="http://schemas.openxmlformats.org/officeDocument/2006/relationships/customXml" Target="../customXml/item3.xml"/><Relationship Id="rId25" Type="http://schemas.openxmlformats.org/officeDocument/2006/relationships/slide" Target="slides/slide12.xml"/><Relationship Id="rId46" Type="http://schemas.openxmlformats.org/officeDocument/2006/relationships/slide" Target="slides/slide33.xml"/><Relationship Id="rId67" Type="http://schemas.openxmlformats.org/officeDocument/2006/relationships/slide" Target="slides/slide54.xml"/><Relationship Id="rId20" Type="http://schemas.openxmlformats.org/officeDocument/2006/relationships/slide" Target="slides/slide7.xml"/><Relationship Id="rId41" Type="http://schemas.openxmlformats.org/officeDocument/2006/relationships/slide" Target="slides/slide28.xml"/><Relationship Id="rId62" Type="http://schemas.openxmlformats.org/officeDocument/2006/relationships/slide" Target="slides/slide49.xml"/><Relationship Id="rId83" Type="http://schemas.openxmlformats.org/officeDocument/2006/relationships/slide" Target="slides/slide70.xml"/><Relationship Id="rId88" Type="http://schemas.openxmlformats.org/officeDocument/2006/relationships/slide" Target="slides/slide75.xml"/><Relationship Id="rId11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444FAB8A-20FE-4F0D-A306-3117435C86AB}"/>
    <pc:docChg chg="custSel addSld modSld sldOrd">
      <pc:chgData name="Paul Winser" userId="c3146a91-e6bd-4264-bd86-e164e04bc32d" providerId="ADAL" clId="{444FAB8A-20FE-4F0D-A306-3117435C86AB}" dt="2024-12-02T20:44:29.392" v="201" actId="5793"/>
      <pc:docMkLst>
        <pc:docMk/>
      </pc:docMkLst>
      <pc:sldChg chg="modSp mod">
        <pc:chgData name="Paul Winser" userId="c3146a91-e6bd-4264-bd86-e164e04bc32d" providerId="ADAL" clId="{444FAB8A-20FE-4F0D-A306-3117435C86AB}" dt="2024-12-02T20:33:00.394" v="2" actId="20577"/>
        <pc:sldMkLst>
          <pc:docMk/>
          <pc:sldMk cId="0" sldId="256"/>
        </pc:sldMkLst>
        <pc:spChg chg="mod">
          <ac:chgData name="Paul Winser" userId="c3146a91-e6bd-4264-bd86-e164e04bc32d" providerId="ADAL" clId="{444FAB8A-20FE-4F0D-A306-3117435C86AB}" dt="2024-12-02T20:33:00.394" v="2" actId="20577"/>
          <ac:spMkLst>
            <pc:docMk/>
            <pc:sldMk cId="0" sldId="256"/>
            <ac:spMk id="3" creationId="{986D29E0-B089-110D-BF1E-B3C37F2C37F9}"/>
          </ac:spMkLst>
        </pc:spChg>
      </pc:sldChg>
      <pc:sldChg chg="delSp mod">
        <pc:chgData name="Paul Winser" userId="c3146a91-e6bd-4264-bd86-e164e04bc32d" providerId="ADAL" clId="{444FAB8A-20FE-4F0D-A306-3117435C86AB}" dt="2024-12-02T20:33:19.187" v="5" actId="478"/>
        <pc:sldMkLst>
          <pc:docMk/>
          <pc:sldMk cId="0" sldId="258"/>
        </pc:sldMkLst>
        <pc:spChg chg="del">
          <ac:chgData name="Paul Winser" userId="c3146a91-e6bd-4264-bd86-e164e04bc32d" providerId="ADAL" clId="{444FAB8A-20FE-4F0D-A306-3117435C86AB}" dt="2024-12-02T20:33:19.187" v="5" actId="478"/>
          <ac:spMkLst>
            <pc:docMk/>
            <pc:sldMk cId="0" sldId="258"/>
            <ac:spMk id="2" creationId="{BE1284A1-A3D0-8BE6-06DE-EE8FF3183CDF}"/>
          </ac:spMkLst>
        </pc:spChg>
      </pc:sldChg>
      <pc:sldChg chg="delSp mod">
        <pc:chgData name="Paul Winser" userId="c3146a91-e6bd-4264-bd86-e164e04bc32d" providerId="ADAL" clId="{444FAB8A-20FE-4F0D-A306-3117435C86AB}" dt="2024-12-02T20:33:21.492" v="6" actId="478"/>
        <pc:sldMkLst>
          <pc:docMk/>
          <pc:sldMk cId="0" sldId="272"/>
        </pc:sldMkLst>
        <pc:spChg chg="del">
          <ac:chgData name="Paul Winser" userId="c3146a91-e6bd-4264-bd86-e164e04bc32d" providerId="ADAL" clId="{444FAB8A-20FE-4F0D-A306-3117435C86AB}" dt="2024-12-02T20:33:21.492" v="6" actId="478"/>
          <ac:spMkLst>
            <pc:docMk/>
            <pc:sldMk cId="0" sldId="272"/>
            <ac:spMk id="2" creationId="{3EF1E336-2F3B-7FFB-34A8-13BD71F6DBA6}"/>
          </ac:spMkLst>
        </pc:spChg>
      </pc:sldChg>
      <pc:sldChg chg="delSp modSp mod">
        <pc:chgData name="Paul Winser" userId="c3146a91-e6bd-4264-bd86-e164e04bc32d" providerId="ADAL" clId="{444FAB8A-20FE-4F0D-A306-3117435C86AB}" dt="2024-12-02T20:36:54.988" v="78" actId="14100"/>
        <pc:sldMkLst>
          <pc:docMk/>
          <pc:sldMk cId="4160411727" sldId="381"/>
        </pc:sldMkLst>
        <pc:spChg chg="mod">
          <ac:chgData name="Paul Winser" userId="c3146a91-e6bd-4264-bd86-e164e04bc32d" providerId="ADAL" clId="{444FAB8A-20FE-4F0D-A306-3117435C86AB}" dt="2024-12-02T20:36:54.988" v="78" actId="14100"/>
          <ac:spMkLst>
            <pc:docMk/>
            <pc:sldMk cId="4160411727" sldId="381"/>
            <ac:spMk id="2" creationId="{00000000-0000-0000-0000-000000000000}"/>
          </ac:spMkLst>
        </pc:spChg>
        <pc:spChg chg="del">
          <ac:chgData name="Paul Winser" userId="c3146a91-e6bd-4264-bd86-e164e04bc32d" providerId="ADAL" clId="{444FAB8A-20FE-4F0D-A306-3117435C86AB}" dt="2024-12-02T20:33:24.082" v="7" actId="478"/>
          <ac:spMkLst>
            <pc:docMk/>
            <pc:sldMk cId="4160411727" sldId="381"/>
            <ac:spMk id="3" creationId="{6DCA1A68-F976-600D-4531-8BAB18133F3D}"/>
          </ac:spMkLst>
        </pc:spChg>
      </pc:sldChg>
      <pc:sldChg chg="delSp mod">
        <pc:chgData name="Paul Winser" userId="c3146a91-e6bd-4264-bd86-e164e04bc32d" providerId="ADAL" clId="{444FAB8A-20FE-4F0D-A306-3117435C86AB}" dt="2024-12-02T20:36:08.710" v="66" actId="478"/>
        <pc:sldMkLst>
          <pc:docMk/>
          <pc:sldMk cId="2136879735" sldId="382"/>
        </pc:sldMkLst>
        <pc:spChg chg="del">
          <ac:chgData name="Paul Winser" userId="c3146a91-e6bd-4264-bd86-e164e04bc32d" providerId="ADAL" clId="{444FAB8A-20FE-4F0D-A306-3117435C86AB}" dt="2024-12-02T20:36:08.710" v="66" actId="478"/>
          <ac:spMkLst>
            <pc:docMk/>
            <pc:sldMk cId="2136879735" sldId="382"/>
            <ac:spMk id="2" creationId="{72120277-760E-366F-8331-3EC2832DE5AD}"/>
          </ac:spMkLst>
        </pc:spChg>
      </pc:sldChg>
      <pc:sldChg chg="delSp modSp mod">
        <pc:chgData name="Paul Winser" userId="c3146a91-e6bd-4264-bd86-e164e04bc32d" providerId="ADAL" clId="{444FAB8A-20FE-4F0D-A306-3117435C86AB}" dt="2024-12-02T20:37:28.325" v="82" actId="2711"/>
        <pc:sldMkLst>
          <pc:docMk/>
          <pc:sldMk cId="451467700" sldId="385"/>
        </pc:sldMkLst>
        <pc:spChg chg="mod">
          <ac:chgData name="Paul Winser" userId="c3146a91-e6bd-4264-bd86-e164e04bc32d" providerId="ADAL" clId="{444FAB8A-20FE-4F0D-A306-3117435C86AB}" dt="2024-12-02T20:37:28.325" v="82" actId="2711"/>
          <ac:spMkLst>
            <pc:docMk/>
            <pc:sldMk cId="451467700" sldId="385"/>
            <ac:spMk id="2" creationId="{00000000-0000-0000-0000-000000000000}"/>
          </ac:spMkLst>
        </pc:spChg>
        <pc:spChg chg="mod">
          <ac:chgData name="Paul Winser" userId="c3146a91-e6bd-4264-bd86-e164e04bc32d" providerId="ADAL" clId="{444FAB8A-20FE-4F0D-A306-3117435C86AB}" dt="2024-12-02T20:37:22.554" v="81" actId="1076"/>
          <ac:spMkLst>
            <pc:docMk/>
            <pc:sldMk cId="451467700" sldId="385"/>
            <ac:spMk id="3" creationId="{F2663FA4-0570-45B5-73A7-CEEE45CF9BDC}"/>
          </ac:spMkLst>
        </pc:spChg>
        <pc:spChg chg="del">
          <ac:chgData name="Paul Winser" userId="c3146a91-e6bd-4264-bd86-e164e04bc32d" providerId="ADAL" clId="{444FAB8A-20FE-4F0D-A306-3117435C86AB}" dt="2024-12-02T20:33:41.861" v="14" actId="478"/>
          <ac:spMkLst>
            <pc:docMk/>
            <pc:sldMk cId="451467700" sldId="385"/>
            <ac:spMk id="4" creationId="{A14A08A2-CBD9-3626-7EE3-60B788392ECE}"/>
          </ac:spMkLst>
        </pc:spChg>
      </pc:sldChg>
      <pc:sldChg chg="delSp modSp mod">
        <pc:chgData name="Paul Winser" userId="c3146a91-e6bd-4264-bd86-e164e04bc32d" providerId="ADAL" clId="{444FAB8A-20FE-4F0D-A306-3117435C86AB}" dt="2024-12-02T20:39:06.357" v="116" actId="2711"/>
        <pc:sldMkLst>
          <pc:docMk/>
          <pc:sldMk cId="2104495609" sldId="387"/>
        </pc:sldMkLst>
        <pc:spChg chg="mod">
          <ac:chgData name="Paul Winser" userId="c3146a91-e6bd-4264-bd86-e164e04bc32d" providerId="ADAL" clId="{444FAB8A-20FE-4F0D-A306-3117435C86AB}" dt="2024-12-02T20:39:06.357" v="116" actId="2711"/>
          <ac:spMkLst>
            <pc:docMk/>
            <pc:sldMk cId="2104495609" sldId="387"/>
            <ac:spMk id="2" creationId="{00000000-0000-0000-0000-000000000000}"/>
          </ac:spMkLst>
        </pc:spChg>
        <pc:spChg chg="del">
          <ac:chgData name="Paul Winser" userId="c3146a91-e6bd-4264-bd86-e164e04bc32d" providerId="ADAL" clId="{444FAB8A-20FE-4F0D-A306-3117435C86AB}" dt="2024-12-02T20:33:54.994" v="19" actId="478"/>
          <ac:spMkLst>
            <pc:docMk/>
            <pc:sldMk cId="2104495609" sldId="387"/>
            <ac:spMk id="3" creationId="{44D1717B-908A-4676-A412-658C3CF552AC}"/>
          </ac:spMkLst>
        </pc:spChg>
        <pc:spChg chg="mod">
          <ac:chgData name="Paul Winser" userId="c3146a91-e6bd-4264-bd86-e164e04bc32d" providerId="ADAL" clId="{444FAB8A-20FE-4F0D-A306-3117435C86AB}" dt="2024-12-02T20:39:00.535" v="115" actId="6549"/>
          <ac:spMkLst>
            <pc:docMk/>
            <pc:sldMk cId="2104495609" sldId="387"/>
            <ac:spMk id="34819" creationId="{453C7683-8588-7ABC-32E0-8A4E68218620}"/>
          </ac:spMkLst>
        </pc:spChg>
      </pc:sldChg>
      <pc:sldChg chg="delSp modSp mod">
        <pc:chgData name="Paul Winser" userId="c3146a91-e6bd-4264-bd86-e164e04bc32d" providerId="ADAL" clId="{444FAB8A-20FE-4F0D-A306-3117435C86AB}" dt="2024-12-02T20:40:32.005" v="137" actId="5793"/>
        <pc:sldMkLst>
          <pc:docMk/>
          <pc:sldMk cId="141627027" sldId="392"/>
        </pc:sldMkLst>
        <pc:spChg chg="del">
          <ac:chgData name="Paul Winser" userId="c3146a91-e6bd-4264-bd86-e164e04bc32d" providerId="ADAL" clId="{444FAB8A-20FE-4F0D-A306-3117435C86AB}" dt="2024-12-02T20:34:36.388" v="34" actId="478"/>
          <ac:spMkLst>
            <pc:docMk/>
            <pc:sldMk cId="141627027" sldId="392"/>
            <ac:spMk id="2" creationId="{D59D58B8-0328-46DE-0F21-5954F03C8DF4}"/>
          </ac:spMkLst>
        </pc:spChg>
        <pc:spChg chg="mod">
          <ac:chgData name="Paul Winser" userId="c3146a91-e6bd-4264-bd86-e164e04bc32d" providerId="ADAL" clId="{444FAB8A-20FE-4F0D-A306-3117435C86AB}" dt="2024-12-02T20:40:32.005" v="137" actId="5793"/>
          <ac:spMkLst>
            <pc:docMk/>
            <pc:sldMk cId="141627027" sldId="392"/>
            <ac:spMk id="34819" creationId="{453C7683-8588-7ABC-32E0-8A4E68218620}"/>
          </ac:spMkLst>
        </pc:spChg>
      </pc:sldChg>
      <pc:sldChg chg="delSp mod">
        <pc:chgData name="Paul Winser" userId="c3146a91-e6bd-4264-bd86-e164e04bc32d" providerId="ADAL" clId="{444FAB8A-20FE-4F0D-A306-3117435C86AB}" dt="2024-12-02T20:34:47.092" v="38" actId="478"/>
        <pc:sldMkLst>
          <pc:docMk/>
          <pc:sldMk cId="3731231839" sldId="394"/>
        </pc:sldMkLst>
        <pc:spChg chg="del">
          <ac:chgData name="Paul Winser" userId="c3146a91-e6bd-4264-bd86-e164e04bc32d" providerId="ADAL" clId="{444FAB8A-20FE-4F0D-A306-3117435C86AB}" dt="2024-12-02T20:34:47.092" v="38" actId="478"/>
          <ac:spMkLst>
            <pc:docMk/>
            <pc:sldMk cId="3731231839" sldId="394"/>
            <ac:spMk id="2" creationId="{38A4F9BE-CDC0-8A71-8CC8-2BE82BF28E36}"/>
          </ac:spMkLst>
        </pc:spChg>
      </pc:sldChg>
      <pc:sldChg chg="delSp modSp mod">
        <pc:chgData name="Paul Winser" userId="c3146a91-e6bd-4264-bd86-e164e04bc32d" providerId="ADAL" clId="{444FAB8A-20FE-4F0D-A306-3117435C86AB}" dt="2024-12-02T20:41:19.730" v="148" actId="14100"/>
        <pc:sldMkLst>
          <pc:docMk/>
          <pc:sldMk cId="3850506620" sldId="398"/>
        </pc:sldMkLst>
        <pc:spChg chg="del">
          <ac:chgData name="Paul Winser" userId="c3146a91-e6bd-4264-bd86-e164e04bc32d" providerId="ADAL" clId="{444FAB8A-20FE-4F0D-A306-3117435C86AB}" dt="2024-12-02T20:34:59.604" v="43" actId="478"/>
          <ac:spMkLst>
            <pc:docMk/>
            <pc:sldMk cId="3850506620" sldId="398"/>
            <ac:spMk id="3" creationId="{5C4AC659-90FA-5CD3-E97F-F7E63DCD01C6}"/>
          </ac:spMkLst>
        </pc:spChg>
        <pc:spChg chg="mod">
          <ac:chgData name="Paul Winser" userId="c3146a91-e6bd-4264-bd86-e164e04bc32d" providerId="ADAL" clId="{444FAB8A-20FE-4F0D-A306-3117435C86AB}" dt="2024-12-02T20:41:19.730" v="148" actId="14100"/>
          <ac:spMkLst>
            <pc:docMk/>
            <pc:sldMk cId="3850506620" sldId="398"/>
            <ac:spMk id="34819" creationId="{453C7683-8588-7ABC-32E0-8A4E68218620}"/>
          </ac:spMkLst>
        </pc:spChg>
      </pc:sldChg>
      <pc:sldChg chg="delSp modSp mod">
        <pc:chgData name="Paul Winser" userId="c3146a91-e6bd-4264-bd86-e164e04bc32d" providerId="ADAL" clId="{444FAB8A-20FE-4F0D-A306-3117435C86AB}" dt="2024-12-02T20:43:01.559" v="179" actId="403"/>
        <pc:sldMkLst>
          <pc:docMk/>
          <pc:sldMk cId="1356238546" sldId="407"/>
        </pc:sldMkLst>
        <pc:spChg chg="del">
          <ac:chgData name="Paul Winser" userId="c3146a91-e6bd-4264-bd86-e164e04bc32d" providerId="ADAL" clId="{444FAB8A-20FE-4F0D-A306-3117435C86AB}" dt="2024-12-02T20:35:44.214" v="58" actId="478"/>
          <ac:spMkLst>
            <pc:docMk/>
            <pc:sldMk cId="1356238546" sldId="407"/>
            <ac:spMk id="3" creationId="{8592E75E-40E5-F865-29A6-E40147BC8BD1}"/>
          </ac:spMkLst>
        </pc:spChg>
        <pc:spChg chg="mod">
          <ac:chgData name="Paul Winser" userId="c3146a91-e6bd-4264-bd86-e164e04bc32d" providerId="ADAL" clId="{444FAB8A-20FE-4F0D-A306-3117435C86AB}" dt="2024-12-02T20:43:01.559" v="179" actId="403"/>
          <ac:spMkLst>
            <pc:docMk/>
            <pc:sldMk cId="1356238546" sldId="407"/>
            <ac:spMk id="34819" creationId="{453C7683-8588-7ABC-32E0-8A4E68218620}"/>
          </ac:spMkLst>
        </pc:spChg>
      </pc:sldChg>
      <pc:sldChg chg="modSp mod">
        <pc:chgData name="Paul Winser" userId="c3146a91-e6bd-4264-bd86-e164e04bc32d" providerId="ADAL" clId="{444FAB8A-20FE-4F0D-A306-3117435C86AB}" dt="2024-12-02T20:43:20.227" v="182" actId="6549"/>
        <pc:sldMkLst>
          <pc:docMk/>
          <pc:sldMk cId="2112198517" sldId="411"/>
        </pc:sldMkLst>
        <pc:spChg chg="mod">
          <ac:chgData name="Paul Winser" userId="c3146a91-e6bd-4264-bd86-e164e04bc32d" providerId="ADAL" clId="{444FAB8A-20FE-4F0D-A306-3117435C86AB}" dt="2024-12-02T20:43:20.227" v="182" actId="6549"/>
          <ac:spMkLst>
            <pc:docMk/>
            <pc:sldMk cId="2112198517" sldId="411"/>
            <ac:spMk id="34819" creationId="{453C7683-8588-7ABC-32E0-8A4E68218620}"/>
          </ac:spMkLst>
        </pc:spChg>
      </pc:sldChg>
      <pc:sldChg chg="delSp modSp mod">
        <pc:chgData name="Paul Winser" userId="c3146a91-e6bd-4264-bd86-e164e04bc32d" providerId="ADAL" clId="{444FAB8A-20FE-4F0D-A306-3117435C86AB}" dt="2024-12-02T20:36:59.730" v="79" actId="5793"/>
        <pc:sldMkLst>
          <pc:docMk/>
          <pc:sldMk cId="359758448" sldId="419"/>
        </pc:sldMkLst>
        <pc:spChg chg="mod">
          <ac:chgData name="Paul Winser" userId="c3146a91-e6bd-4264-bd86-e164e04bc32d" providerId="ADAL" clId="{444FAB8A-20FE-4F0D-A306-3117435C86AB}" dt="2024-12-02T20:36:59.730" v="79" actId="5793"/>
          <ac:spMkLst>
            <pc:docMk/>
            <pc:sldMk cId="359758448" sldId="419"/>
            <ac:spMk id="3" creationId="{836AC70D-F1ED-4C8E-8C2C-AAF01B523D5D}"/>
          </ac:spMkLst>
        </pc:spChg>
        <pc:spChg chg="del">
          <ac:chgData name="Paul Winser" userId="c3146a91-e6bd-4264-bd86-e164e04bc32d" providerId="ADAL" clId="{444FAB8A-20FE-4F0D-A306-3117435C86AB}" dt="2024-12-02T20:33:26.709" v="8" actId="478"/>
          <ac:spMkLst>
            <pc:docMk/>
            <pc:sldMk cId="359758448" sldId="419"/>
            <ac:spMk id="4" creationId="{9034FFA3-8FF4-1BEE-EE41-2A489EDD4005}"/>
          </ac:spMkLst>
        </pc:spChg>
      </pc:sldChg>
      <pc:sldChg chg="delSp mod">
        <pc:chgData name="Paul Winser" userId="c3146a91-e6bd-4264-bd86-e164e04bc32d" providerId="ADAL" clId="{444FAB8A-20FE-4F0D-A306-3117435C86AB}" dt="2024-12-02T20:33:29.271" v="9" actId="478"/>
        <pc:sldMkLst>
          <pc:docMk/>
          <pc:sldMk cId="3115854959" sldId="420"/>
        </pc:sldMkLst>
        <pc:spChg chg="del">
          <ac:chgData name="Paul Winser" userId="c3146a91-e6bd-4264-bd86-e164e04bc32d" providerId="ADAL" clId="{444FAB8A-20FE-4F0D-A306-3117435C86AB}" dt="2024-12-02T20:33:29.271" v="9" actId="478"/>
          <ac:spMkLst>
            <pc:docMk/>
            <pc:sldMk cId="3115854959" sldId="420"/>
            <ac:spMk id="4" creationId="{800166BF-1311-8A69-BCD6-E016F84CA134}"/>
          </ac:spMkLst>
        </pc:spChg>
      </pc:sldChg>
      <pc:sldChg chg="delSp mod">
        <pc:chgData name="Paul Winser" userId="c3146a91-e6bd-4264-bd86-e164e04bc32d" providerId="ADAL" clId="{444FAB8A-20FE-4F0D-A306-3117435C86AB}" dt="2024-12-02T20:33:31.347" v="10" actId="478"/>
        <pc:sldMkLst>
          <pc:docMk/>
          <pc:sldMk cId="4078111108" sldId="421"/>
        </pc:sldMkLst>
        <pc:spChg chg="del">
          <ac:chgData name="Paul Winser" userId="c3146a91-e6bd-4264-bd86-e164e04bc32d" providerId="ADAL" clId="{444FAB8A-20FE-4F0D-A306-3117435C86AB}" dt="2024-12-02T20:33:31.347" v="10" actId="478"/>
          <ac:spMkLst>
            <pc:docMk/>
            <pc:sldMk cId="4078111108" sldId="421"/>
            <ac:spMk id="5" creationId="{980EB89A-7296-2574-702F-78E81C81A53F}"/>
          </ac:spMkLst>
        </pc:spChg>
      </pc:sldChg>
      <pc:sldChg chg="delSp modSp mod">
        <pc:chgData name="Paul Winser" userId="c3146a91-e6bd-4264-bd86-e164e04bc32d" providerId="ADAL" clId="{444FAB8A-20FE-4F0D-A306-3117435C86AB}" dt="2024-12-02T20:37:08.263" v="80" actId="5793"/>
        <pc:sldMkLst>
          <pc:docMk/>
          <pc:sldMk cId="3168202469" sldId="422"/>
        </pc:sldMkLst>
        <pc:spChg chg="mod">
          <ac:chgData name="Paul Winser" userId="c3146a91-e6bd-4264-bd86-e164e04bc32d" providerId="ADAL" clId="{444FAB8A-20FE-4F0D-A306-3117435C86AB}" dt="2024-12-02T20:37:08.263" v="80" actId="5793"/>
          <ac:spMkLst>
            <pc:docMk/>
            <pc:sldMk cId="3168202469" sldId="422"/>
            <ac:spMk id="3" creationId="{28FF4236-B818-40D7-A01E-85B24EEB126F}"/>
          </ac:spMkLst>
        </pc:spChg>
        <pc:spChg chg="del">
          <ac:chgData name="Paul Winser" userId="c3146a91-e6bd-4264-bd86-e164e04bc32d" providerId="ADAL" clId="{444FAB8A-20FE-4F0D-A306-3117435C86AB}" dt="2024-12-02T20:33:34.021" v="11" actId="478"/>
          <ac:spMkLst>
            <pc:docMk/>
            <pc:sldMk cId="3168202469" sldId="422"/>
            <ac:spMk id="4" creationId="{EFDFDCCB-86AE-7DCD-4CB0-947824EC50D4}"/>
          </ac:spMkLst>
        </pc:spChg>
      </pc:sldChg>
      <pc:sldChg chg="delSp mod">
        <pc:chgData name="Paul Winser" userId="c3146a91-e6bd-4264-bd86-e164e04bc32d" providerId="ADAL" clId="{444FAB8A-20FE-4F0D-A306-3117435C86AB}" dt="2024-12-02T20:33:36.612" v="12" actId="478"/>
        <pc:sldMkLst>
          <pc:docMk/>
          <pc:sldMk cId="3460148155" sldId="423"/>
        </pc:sldMkLst>
        <pc:spChg chg="del">
          <ac:chgData name="Paul Winser" userId="c3146a91-e6bd-4264-bd86-e164e04bc32d" providerId="ADAL" clId="{444FAB8A-20FE-4F0D-A306-3117435C86AB}" dt="2024-12-02T20:33:36.612" v="12" actId="478"/>
          <ac:spMkLst>
            <pc:docMk/>
            <pc:sldMk cId="3460148155" sldId="423"/>
            <ac:spMk id="4" creationId="{7AB9E6C9-8D27-08BD-8BFB-9D0AA89C9E49}"/>
          </ac:spMkLst>
        </pc:spChg>
      </pc:sldChg>
      <pc:sldChg chg="delSp mod">
        <pc:chgData name="Paul Winser" userId="c3146a91-e6bd-4264-bd86-e164e04bc32d" providerId="ADAL" clId="{444FAB8A-20FE-4F0D-A306-3117435C86AB}" dt="2024-12-02T20:33:39.414" v="13" actId="478"/>
        <pc:sldMkLst>
          <pc:docMk/>
          <pc:sldMk cId="3625297761" sldId="424"/>
        </pc:sldMkLst>
        <pc:spChg chg="del">
          <ac:chgData name="Paul Winser" userId="c3146a91-e6bd-4264-bd86-e164e04bc32d" providerId="ADAL" clId="{444FAB8A-20FE-4F0D-A306-3117435C86AB}" dt="2024-12-02T20:33:39.414" v="13" actId="478"/>
          <ac:spMkLst>
            <pc:docMk/>
            <pc:sldMk cId="3625297761" sldId="424"/>
            <ac:spMk id="4" creationId="{A2D6D35B-1122-260F-C4EF-9B9B7884FCE5}"/>
          </ac:spMkLst>
        </pc:spChg>
      </pc:sldChg>
      <pc:sldChg chg="delSp modSp mod">
        <pc:chgData name="Paul Winser" userId="c3146a91-e6bd-4264-bd86-e164e04bc32d" providerId="ADAL" clId="{444FAB8A-20FE-4F0D-A306-3117435C86AB}" dt="2024-12-02T20:37:42.882" v="86" actId="12"/>
        <pc:sldMkLst>
          <pc:docMk/>
          <pc:sldMk cId="2493438749" sldId="425"/>
        </pc:sldMkLst>
        <pc:spChg chg="mod">
          <ac:chgData name="Paul Winser" userId="c3146a91-e6bd-4264-bd86-e164e04bc32d" providerId="ADAL" clId="{444FAB8A-20FE-4F0D-A306-3117435C86AB}" dt="2024-12-02T20:37:42.882" v="86" actId="12"/>
          <ac:spMkLst>
            <pc:docMk/>
            <pc:sldMk cId="2493438749" sldId="425"/>
            <ac:spMk id="3" creationId="{B13BCE4A-5BF8-4511-9BA1-362E9F77D378}"/>
          </ac:spMkLst>
        </pc:spChg>
        <pc:spChg chg="del">
          <ac:chgData name="Paul Winser" userId="c3146a91-e6bd-4264-bd86-e164e04bc32d" providerId="ADAL" clId="{444FAB8A-20FE-4F0D-A306-3117435C86AB}" dt="2024-12-02T20:33:44.422" v="15" actId="478"/>
          <ac:spMkLst>
            <pc:docMk/>
            <pc:sldMk cId="2493438749" sldId="425"/>
            <ac:spMk id="5" creationId="{2A1720AD-FDAA-0711-6283-E01BCB9FB627}"/>
          </ac:spMkLst>
        </pc:spChg>
      </pc:sldChg>
      <pc:sldChg chg="delSp modSp mod ord">
        <pc:chgData name="Paul Winser" userId="c3146a91-e6bd-4264-bd86-e164e04bc32d" providerId="ADAL" clId="{444FAB8A-20FE-4F0D-A306-3117435C86AB}" dt="2024-12-02T20:38:18.350" v="102"/>
        <pc:sldMkLst>
          <pc:docMk/>
          <pc:sldMk cId="1182924482" sldId="427"/>
        </pc:sldMkLst>
        <pc:spChg chg="mod">
          <ac:chgData name="Paul Winser" userId="c3146a91-e6bd-4264-bd86-e164e04bc32d" providerId="ADAL" clId="{444FAB8A-20FE-4F0D-A306-3117435C86AB}" dt="2024-12-02T20:38:12.240" v="100" actId="403"/>
          <ac:spMkLst>
            <pc:docMk/>
            <pc:sldMk cId="1182924482" sldId="427"/>
            <ac:spMk id="3" creationId="{42179879-09DC-43AE-8817-59C869DC7F09}"/>
          </ac:spMkLst>
        </pc:spChg>
        <pc:spChg chg="del">
          <ac:chgData name="Paul Winser" userId="c3146a91-e6bd-4264-bd86-e164e04bc32d" providerId="ADAL" clId="{444FAB8A-20FE-4F0D-A306-3117435C86AB}" dt="2024-12-02T20:33:47.605" v="16" actId="478"/>
          <ac:spMkLst>
            <pc:docMk/>
            <pc:sldMk cId="1182924482" sldId="427"/>
            <ac:spMk id="4" creationId="{26F400C5-5D31-B20B-C01F-F4663877A4B8}"/>
          </ac:spMkLst>
        </pc:spChg>
      </pc:sldChg>
      <pc:sldChg chg="delSp mod">
        <pc:chgData name="Paul Winser" userId="c3146a91-e6bd-4264-bd86-e164e04bc32d" providerId="ADAL" clId="{444FAB8A-20FE-4F0D-A306-3117435C86AB}" dt="2024-12-02T20:33:50.343" v="17" actId="478"/>
        <pc:sldMkLst>
          <pc:docMk/>
          <pc:sldMk cId="929671617" sldId="430"/>
        </pc:sldMkLst>
        <pc:spChg chg="del">
          <ac:chgData name="Paul Winser" userId="c3146a91-e6bd-4264-bd86-e164e04bc32d" providerId="ADAL" clId="{444FAB8A-20FE-4F0D-A306-3117435C86AB}" dt="2024-12-02T20:33:50.343" v="17" actId="478"/>
          <ac:spMkLst>
            <pc:docMk/>
            <pc:sldMk cId="929671617" sldId="430"/>
            <ac:spMk id="5" creationId="{08519AC5-3BA5-213D-2C0F-AE13C63F45D1}"/>
          </ac:spMkLst>
        </pc:spChg>
      </pc:sldChg>
      <pc:sldChg chg="delSp modSp mod">
        <pc:chgData name="Paul Winser" userId="c3146a91-e6bd-4264-bd86-e164e04bc32d" providerId="ADAL" clId="{444FAB8A-20FE-4F0D-A306-3117435C86AB}" dt="2024-12-02T20:38:42.713" v="107" actId="403"/>
        <pc:sldMkLst>
          <pc:docMk/>
          <pc:sldMk cId="2208194375" sldId="431"/>
        </pc:sldMkLst>
        <pc:spChg chg="mod">
          <ac:chgData name="Paul Winser" userId="c3146a91-e6bd-4264-bd86-e164e04bc32d" providerId="ADAL" clId="{444FAB8A-20FE-4F0D-A306-3117435C86AB}" dt="2024-12-02T20:38:42.713" v="107" actId="403"/>
          <ac:spMkLst>
            <pc:docMk/>
            <pc:sldMk cId="2208194375" sldId="431"/>
            <ac:spMk id="3" creationId="{47E4A09A-59FD-4BCA-832B-25C4823A868E}"/>
          </ac:spMkLst>
        </pc:spChg>
        <pc:spChg chg="del">
          <ac:chgData name="Paul Winser" userId="c3146a91-e6bd-4264-bd86-e164e04bc32d" providerId="ADAL" clId="{444FAB8A-20FE-4F0D-A306-3117435C86AB}" dt="2024-12-02T20:33:52.760" v="18" actId="478"/>
          <ac:spMkLst>
            <pc:docMk/>
            <pc:sldMk cId="2208194375" sldId="431"/>
            <ac:spMk id="5" creationId="{99BA1438-DEF6-C540-1131-3D328DD525DA}"/>
          </ac:spMkLst>
        </pc:spChg>
      </pc:sldChg>
      <pc:sldChg chg="delSp mod">
        <pc:chgData name="Paul Winser" userId="c3146a91-e6bd-4264-bd86-e164e04bc32d" providerId="ADAL" clId="{444FAB8A-20FE-4F0D-A306-3117435C86AB}" dt="2024-12-02T20:33:58.371" v="20" actId="478"/>
        <pc:sldMkLst>
          <pc:docMk/>
          <pc:sldMk cId="2087324311" sldId="433"/>
        </pc:sldMkLst>
        <pc:spChg chg="del">
          <ac:chgData name="Paul Winser" userId="c3146a91-e6bd-4264-bd86-e164e04bc32d" providerId="ADAL" clId="{444FAB8A-20FE-4F0D-A306-3117435C86AB}" dt="2024-12-02T20:33:58.371" v="20" actId="478"/>
          <ac:spMkLst>
            <pc:docMk/>
            <pc:sldMk cId="2087324311" sldId="433"/>
            <ac:spMk id="4" creationId="{7C4E5F04-E171-C8F6-35C8-BC547E6D8685}"/>
          </ac:spMkLst>
        </pc:spChg>
      </pc:sldChg>
      <pc:sldChg chg="delSp mod">
        <pc:chgData name="Paul Winser" userId="c3146a91-e6bd-4264-bd86-e164e04bc32d" providerId="ADAL" clId="{444FAB8A-20FE-4F0D-A306-3117435C86AB}" dt="2024-12-02T20:34:02.520" v="21" actId="478"/>
        <pc:sldMkLst>
          <pc:docMk/>
          <pc:sldMk cId="2016810633" sldId="434"/>
        </pc:sldMkLst>
        <pc:spChg chg="del">
          <ac:chgData name="Paul Winser" userId="c3146a91-e6bd-4264-bd86-e164e04bc32d" providerId="ADAL" clId="{444FAB8A-20FE-4F0D-A306-3117435C86AB}" dt="2024-12-02T20:34:02.520" v="21" actId="478"/>
          <ac:spMkLst>
            <pc:docMk/>
            <pc:sldMk cId="2016810633" sldId="434"/>
            <ac:spMk id="4" creationId="{390DE15D-63B9-365B-C7DB-A3472AF8FA5F}"/>
          </ac:spMkLst>
        </pc:spChg>
      </pc:sldChg>
      <pc:sldChg chg="delSp modSp mod">
        <pc:chgData name="Paul Winser" userId="c3146a91-e6bd-4264-bd86-e164e04bc32d" providerId="ADAL" clId="{444FAB8A-20FE-4F0D-A306-3117435C86AB}" dt="2024-12-02T20:39:15.268" v="117" actId="5793"/>
        <pc:sldMkLst>
          <pc:docMk/>
          <pc:sldMk cId="1327677774" sldId="436"/>
        </pc:sldMkLst>
        <pc:spChg chg="mod">
          <ac:chgData name="Paul Winser" userId="c3146a91-e6bd-4264-bd86-e164e04bc32d" providerId="ADAL" clId="{444FAB8A-20FE-4F0D-A306-3117435C86AB}" dt="2024-12-02T20:39:15.268" v="117" actId="5793"/>
          <ac:spMkLst>
            <pc:docMk/>
            <pc:sldMk cId="1327677774" sldId="436"/>
            <ac:spMk id="3" creationId="{F5E84401-F5D9-4BC7-8DCD-7685696E5E6B}"/>
          </ac:spMkLst>
        </pc:spChg>
        <pc:spChg chg="del">
          <ac:chgData name="Paul Winser" userId="c3146a91-e6bd-4264-bd86-e164e04bc32d" providerId="ADAL" clId="{444FAB8A-20FE-4F0D-A306-3117435C86AB}" dt="2024-12-02T20:34:06.119" v="22" actId="478"/>
          <ac:spMkLst>
            <pc:docMk/>
            <pc:sldMk cId="1327677774" sldId="436"/>
            <ac:spMk id="5" creationId="{DA2ABC5C-68A2-F0B9-80C3-415B4AFF6803}"/>
          </ac:spMkLst>
        </pc:spChg>
      </pc:sldChg>
      <pc:sldChg chg="delSp modSp mod">
        <pc:chgData name="Paul Winser" userId="c3146a91-e6bd-4264-bd86-e164e04bc32d" providerId="ADAL" clId="{444FAB8A-20FE-4F0D-A306-3117435C86AB}" dt="2024-12-02T20:39:30.758" v="120" actId="2711"/>
        <pc:sldMkLst>
          <pc:docMk/>
          <pc:sldMk cId="141365758" sldId="437"/>
        </pc:sldMkLst>
        <pc:spChg chg="mod">
          <ac:chgData name="Paul Winser" userId="c3146a91-e6bd-4264-bd86-e164e04bc32d" providerId="ADAL" clId="{444FAB8A-20FE-4F0D-A306-3117435C86AB}" dt="2024-12-02T20:39:21.879" v="119" actId="113"/>
          <ac:spMkLst>
            <pc:docMk/>
            <pc:sldMk cId="141365758" sldId="437"/>
            <ac:spMk id="3" creationId="{D4B26553-A504-415F-9D99-4373069254A1}"/>
          </ac:spMkLst>
        </pc:spChg>
        <pc:spChg chg="mod">
          <ac:chgData name="Paul Winser" userId="c3146a91-e6bd-4264-bd86-e164e04bc32d" providerId="ADAL" clId="{444FAB8A-20FE-4F0D-A306-3117435C86AB}" dt="2024-12-02T20:39:30.758" v="120" actId="2711"/>
          <ac:spMkLst>
            <pc:docMk/>
            <pc:sldMk cId="141365758" sldId="437"/>
            <ac:spMk id="4" creationId="{00000000-0000-0000-0000-000000000000}"/>
          </ac:spMkLst>
        </pc:spChg>
        <pc:spChg chg="del">
          <ac:chgData name="Paul Winser" userId="c3146a91-e6bd-4264-bd86-e164e04bc32d" providerId="ADAL" clId="{444FAB8A-20FE-4F0D-A306-3117435C86AB}" dt="2024-12-02T20:34:08.723" v="23" actId="478"/>
          <ac:spMkLst>
            <pc:docMk/>
            <pc:sldMk cId="141365758" sldId="437"/>
            <ac:spMk id="5" creationId="{9BFF780B-8F55-D71D-6638-15F7088F3CF9}"/>
          </ac:spMkLst>
        </pc:spChg>
      </pc:sldChg>
      <pc:sldChg chg="delSp modSp mod">
        <pc:chgData name="Paul Winser" userId="c3146a91-e6bd-4264-bd86-e164e04bc32d" providerId="ADAL" clId="{444FAB8A-20FE-4F0D-A306-3117435C86AB}" dt="2024-12-02T20:39:39.030" v="123" actId="113"/>
        <pc:sldMkLst>
          <pc:docMk/>
          <pc:sldMk cId="995649161" sldId="438"/>
        </pc:sldMkLst>
        <pc:spChg chg="mod">
          <ac:chgData name="Paul Winser" userId="c3146a91-e6bd-4264-bd86-e164e04bc32d" providerId="ADAL" clId="{444FAB8A-20FE-4F0D-A306-3117435C86AB}" dt="2024-12-02T20:39:39.030" v="123" actId="113"/>
          <ac:spMkLst>
            <pc:docMk/>
            <pc:sldMk cId="995649161" sldId="438"/>
            <ac:spMk id="3" creationId="{1F3FA1B5-8947-4F34-A7C7-4CBAE0868E9E}"/>
          </ac:spMkLst>
        </pc:spChg>
        <pc:spChg chg="del">
          <ac:chgData name="Paul Winser" userId="c3146a91-e6bd-4264-bd86-e164e04bc32d" providerId="ADAL" clId="{444FAB8A-20FE-4F0D-A306-3117435C86AB}" dt="2024-12-02T20:34:11.252" v="24" actId="478"/>
          <ac:spMkLst>
            <pc:docMk/>
            <pc:sldMk cId="995649161" sldId="438"/>
            <ac:spMk id="4" creationId="{F21E5BCA-3CE6-28F4-747A-9A79344F83D0}"/>
          </ac:spMkLst>
        </pc:spChg>
      </pc:sldChg>
      <pc:sldChg chg="delSp modSp mod">
        <pc:chgData name="Paul Winser" userId="c3146a91-e6bd-4264-bd86-e164e04bc32d" providerId="ADAL" clId="{444FAB8A-20FE-4F0D-A306-3117435C86AB}" dt="2024-12-02T20:39:51.402" v="128" actId="1076"/>
        <pc:sldMkLst>
          <pc:docMk/>
          <pc:sldMk cId="3375179443" sldId="439"/>
        </pc:sldMkLst>
        <pc:spChg chg="mod">
          <ac:chgData name="Paul Winser" userId="c3146a91-e6bd-4264-bd86-e164e04bc32d" providerId="ADAL" clId="{444FAB8A-20FE-4F0D-A306-3117435C86AB}" dt="2024-12-02T20:39:51.402" v="128" actId="1076"/>
          <ac:spMkLst>
            <pc:docMk/>
            <pc:sldMk cId="3375179443" sldId="439"/>
            <ac:spMk id="2" creationId="{D650AD0E-5EA8-4757-B0C0-2913BAD7933C}"/>
          </ac:spMkLst>
        </pc:spChg>
        <pc:spChg chg="mod">
          <ac:chgData name="Paul Winser" userId="c3146a91-e6bd-4264-bd86-e164e04bc32d" providerId="ADAL" clId="{444FAB8A-20FE-4F0D-A306-3117435C86AB}" dt="2024-12-02T20:39:47.538" v="127" actId="14100"/>
          <ac:spMkLst>
            <pc:docMk/>
            <pc:sldMk cId="3375179443" sldId="439"/>
            <ac:spMk id="3" creationId="{72D17C00-9477-4E42-9FEF-3F630600D417}"/>
          </ac:spMkLst>
        </pc:spChg>
        <pc:spChg chg="del">
          <ac:chgData name="Paul Winser" userId="c3146a91-e6bd-4264-bd86-e164e04bc32d" providerId="ADAL" clId="{444FAB8A-20FE-4F0D-A306-3117435C86AB}" dt="2024-12-02T20:34:13.797" v="25" actId="478"/>
          <ac:spMkLst>
            <pc:docMk/>
            <pc:sldMk cId="3375179443" sldId="439"/>
            <ac:spMk id="5" creationId="{03366EA1-5112-3A37-BAF0-88C08BEF1FE8}"/>
          </ac:spMkLst>
        </pc:spChg>
      </pc:sldChg>
      <pc:sldChg chg="delSp mod">
        <pc:chgData name="Paul Winser" userId="c3146a91-e6bd-4264-bd86-e164e04bc32d" providerId="ADAL" clId="{444FAB8A-20FE-4F0D-A306-3117435C86AB}" dt="2024-12-02T20:34:16.306" v="26" actId="478"/>
        <pc:sldMkLst>
          <pc:docMk/>
          <pc:sldMk cId="2726681533" sldId="440"/>
        </pc:sldMkLst>
        <pc:spChg chg="del">
          <ac:chgData name="Paul Winser" userId="c3146a91-e6bd-4264-bd86-e164e04bc32d" providerId="ADAL" clId="{444FAB8A-20FE-4F0D-A306-3117435C86AB}" dt="2024-12-02T20:34:16.306" v="26" actId="478"/>
          <ac:spMkLst>
            <pc:docMk/>
            <pc:sldMk cId="2726681533" sldId="440"/>
            <ac:spMk id="5" creationId="{3CAB1B52-01F7-54E5-4A0D-CECCC6F8D156}"/>
          </ac:spMkLst>
        </pc:spChg>
      </pc:sldChg>
      <pc:sldChg chg="delSp modSp mod">
        <pc:chgData name="Paul Winser" userId="c3146a91-e6bd-4264-bd86-e164e04bc32d" providerId="ADAL" clId="{444FAB8A-20FE-4F0D-A306-3117435C86AB}" dt="2024-12-02T20:40:04.393" v="131" actId="113"/>
        <pc:sldMkLst>
          <pc:docMk/>
          <pc:sldMk cId="2890174728" sldId="441"/>
        </pc:sldMkLst>
        <pc:spChg chg="mod">
          <ac:chgData name="Paul Winser" userId="c3146a91-e6bd-4264-bd86-e164e04bc32d" providerId="ADAL" clId="{444FAB8A-20FE-4F0D-A306-3117435C86AB}" dt="2024-12-02T20:40:04.393" v="131" actId="113"/>
          <ac:spMkLst>
            <pc:docMk/>
            <pc:sldMk cId="2890174728" sldId="441"/>
            <ac:spMk id="3" creationId="{0BAE8578-638A-4EFC-B98D-E452040A116C}"/>
          </ac:spMkLst>
        </pc:spChg>
        <pc:spChg chg="del">
          <ac:chgData name="Paul Winser" userId="c3146a91-e6bd-4264-bd86-e164e04bc32d" providerId="ADAL" clId="{444FAB8A-20FE-4F0D-A306-3117435C86AB}" dt="2024-12-02T20:34:19.091" v="27" actId="478"/>
          <ac:spMkLst>
            <pc:docMk/>
            <pc:sldMk cId="2890174728" sldId="441"/>
            <ac:spMk id="5" creationId="{50FADC1C-6406-5E34-B8F1-0163CC0C4521}"/>
          </ac:spMkLst>
        </pc:spChg>
      </pc:sldChg>
      <pc:sldChg chg="delSp modSp mod">
        <pc:chgData name="Paul Winser" userId="c3146a91-e6bd-4264-bd86-e164e04bc32d" providerId="ADAL" clId="{444FAB8A-20FE-4F0D-A306-3117435C86AB}" dt="2024-12-02T20:34:24.723" v="30" actId="478"/>
        <pc:sldMkLst>
          <pc:docMk/>
          <pc:sldMk cId="2643462252" sldId="442"/>
        </pc:sldMkLst>
        <pc:spChg chg="del mod">
          <ac:chgData name="Paul Winser" userId="c3146a91-e6bd-4264-bd86-e164e04bc32d" providerId="ADAL" clId="{444FAB8A-20FE-4F0D-A306-3117435C86AB}" dt="2024-12-02T20:34:24.723" v="30" actId="478"/>
          <ac:spMkLst>
            <pc:docMk/>
            <pc:sldMk cId="2643462252" sldId="442"/>
            <ac:spMk id="4" creationId="{ED4C8116-97C2-6C66-6EE3-34A28474C2B8}"/>
          </ac:spMkLst>
        </pc:spChg>
      </pc:sldChg>
      <pc:sldChg chg="delSp modSp mod">
        <pc:chgData name="Paul Winser" userId="c3146a91-e6bd-4264-bd86-e164e04bc32d" providerId="ADAL" clId="{444FAB8A-20FE-4F0D-A306-3117435C86AB}" dt="2024-12-02T20:40:20.009" v="135" actId="113"/>
        <pc:sldMkLst>
          <pc:docMk/>
          <pc:sldMk cId="1255673361" sldId="443"/>
        </pc:sldMkLst>
        <pc:spChg chg="mod">
          <ac:chgData name="Paul Winser" userId="c3146a91-e6bd-4264-bd86-e164e04bc32d" providerId="ADAL" clId="{444FAB8A-20FE-4F0D-A306-3117435C86AB}" dt="2024-12-02T20:40:20.009" v="135" actId="113"/>
          <ac:spMkLst>
            <pc:docMk/>
            <pc:sldMk cId="1255673361" sldId="443"/>
            <ac:spMk id="3" creationId="{854A8117-2F4F-43F3-8E11-A3533E56B42E}"/>
          </ac:spMkLst>
        </pc:spChg>
        <pc:spChg chg="del">
          <ac:chgData name="Paul Winser" userId="c3146a91-e6bd-4264-bd86-e164e04bc32d" providerId="ADAL" clId="{444FAB8A-20FE-4F0D-A306-3117435C86AB}" dt="2024-12-02T20:34:28.737" v="31" actId="478"/>
          <ac:spMkLst>
            <pc:docMk/>
            <pc:sldMk cId="1255673361" sldId="443"/>
            <ac:spMk id="4" creationId="{2A76BC51-DD29-EF01-71CA-B1A2C8AA3AFD}"/>
          </ac:spMkLst>
        </pc:spChg>
      </pc:sldChg>
      <pc:sldChg chg="delSp modSp mod">
        <pc:chgData name="Paul Winser" userId="c3146a91-e6bd-4264-bd86-e164e04bc32d" providerId="ADAL" clId="{444FAB8A-20FE-4F0D-A306-3117435C86AB}" dt="2024-12-02T20:40:23.780" v="136" actId="5793"/>
        <pc:sldMkLst>
          <pc:docMk/>
          <pc:sldMk cId="1249685915" sldId="444"/>
        </pc:sldMkLst>
        <pc:spChg chg="mod">
          <ac:chgData name="Paul Winser" userId="c3146a91-e6bd-4264-bd86-e164e04bc32d" providerId="ADAL" clId="{444FAB8A-20FE-4F0D-A306-3117435C86AB}" dt="2024-12-02T20:40:23.780" v="136" actId="5793"/>
          <ac:spMkLst>
            <pc:docMk/>
            <pc:sldMk cId="1249685915" sldId="444"/>
            <ac:spMk id="3" creationId="{CAB9DE0E-53F8-4E6C-9AB0-1D07183689DA}"/>
          </ac:spMkLst>
        </pc:spChg>
        <pc:spChg chg="del">
          <ac:chgData name="Paul Winser" userId="c3146a91-e6bd-4264-bd86-e164e04bc32d" providerId="ADAL" clId="{444FAB8A-20FE-4F0D-A306-3117435C86AB}" dt="2024-12-02T20:34:32.085" v="32" actId="478"/>
          <ac:spMkLst>
            <pc:docMk/>
            <pc:sldMk cId="1249685915" sldId="444"/>
            <ac:spMk id="4" creationId="{D3443F7E-A49E-7A66-511E-A5B5451F6077}"/>
          </ac:spMkLst>
        </pc:spChg>
      </pc:sldChg>
      <pc:sldChg chg="delSp modSp mod">
        <pc:chgData name="Paul Winser" userId="c3146a91-e6bd-4264-bd86-e164e04bc32d" providerId="ADAL" clId="{444FAB8A-20FE-4F0D-A306-3117435C86AB}" dt="2024-12-02T20:40:12.346" v="133" actId="403"/>
        <pc:sldMkLst>
          <pc:docMk/>
          <pc:sldMk cId="840312668" sldId="445"/>
        </pc:sldMkLst>
        <pc:spChg chg="mod">
          <ac:chgData name="Paul Winser" userId="c3146a91-e6bd-4264-bd86-e164e04bc32d" providerId="ADAL" clId="{444FAB8A-20FE-4F0D-A306-3117435C86AB}" dt="2024-12-02T20:40:12.346" v="133" actId="403"/>
          <ac:spMkLst>
            <pc:docMk/>
            <pc:sldMk cId="840312668" sldId="445"/>
            <ac:spMk id="2" creationId="{78BD5719-FA70-43F7-ACD9-98734F71A0BE}"/>
          </ac:spMkLst>
        </pc:spChg>
        <pc:spChg chg="del">
          <ac:chgData name="Paul Winser" userId="c3146a91-e6bd-4264-bd86-e164e04bc32d" providerId="ADAL" clId="{444FAB8A-20FE-4F0D-A306-3117435C86AB}" dt="2024-12-02T20:34:22.067" v="28" actId="478"/>
          <ac:spMkLst>
            <pc:docMk/>
            <pc:sldMk cId="840312668" sldId="445"/>
            <ac:spMk id="5" creationId="{2829650B-2176-F534-A745-793664DF5E34}"/>
          </ac:spMkLst>
        </pc:spChg>
      </pc:sldChg>
      <pc:sldChg chg="modSp">
        <pc:chgData name="Paul Winser" userId="c3146a91-e6bd-4264-bd86-e164e04bc32d" providerId="ADAL" clId="{444FAB8A-20FE-4F0D-A306-3117435C86AB}" dt="2024-12-02T20:40:44.739" v="141" actId="1076"/>
        <pc:sldMkLst>
          <pc:docMk/>
          <pc:sldMk cId="3152070137" sldId="446"/>
        </pc:sldMkLst>
        <pc:spChg chg="mod">
          <ac:chgData name="Paul Winser" userId="c3146a91-e6bd-4264-bd86-e164e04bc32d" providerId="ADAL" clId="{444FAB8A-20FE-4F0D-A306-3117435C86AB}" dt="2024-12-02T20:40:44.739" v="141" actId="1076"/>
          <ac:spMkLst>
            <pc:docMk/>
            <pc:sldMk cId="3152070137" sldId="446"/>
            <ac:spMk id="2" creationId="{906BC2E6-53EC-4B33-B7A8-5358833FC4E1}"/>
          </ac:spMkLst>
        </pc:spChg>
        <pc:spChg chg="mod">
          <ac:chgData name="Paul Winser" userId="c3146a91-e6bd-4264-bd86-e164e04bc32d" providerId="ADAL" clId="{444FAB8A-20FE-4F0D-A306-3117435C86AB}" dt="2024-12-02T20:40:43.074" v="140" actId="14100"/>
          <ac:spMkLst>
            <pc:docMk/>
            <pc:sldMk cId="3152070137" sldId="446"/>
            <ac:spMk id="3" creationId="{FF5470DF-26F8-4D6F-AE45-EE93D6D8778D}"/>
          </ac:spMkLst>
        </pc:spChg>
      </pc:sldChg>
      <pc:sldChg chg="delSp mod">
        <pc:chgData name="Paul Winser" userId="c3146a91-e6bd-4264-bd86-e164e04bc32d" providerId="ADAL" clId="{444FAB8A-20FE-4F0D-A306-3117435C86AB}" dt="2024-12-02T20:34:33.831" v="33" actId="478"/>
        <pc:sldMkLst>
          <pc:docMk/>
          <pc:sldMk cId="3214386971" sldId="447"/>
        </pc:sldMkLst>
        <pc:spChg chg="del">
          <ac:chgData name="Paul Winser" userId="c3146a91-e6bd-4264-bd86-e164e04bc32d" providerId="ADAL" clId="{444FAB8A-20FE-4F0D-A306-3117435C86AB}" dt="2024-12-02T20:34:33.831" v="33" actId="478"/>
          <ac:spMkLst>
            <pc:docMk/>
            <pc:sldMk cId="3214386971" sldId="447"/>
            <ac:spMk id="4" creationId="{E69CAF77-C4A7-810E-FFDF-61ED7A2DE322}"/>
          </ac:spMkLst>
        </pc:spChg>
      </pc:sldChg>
      <pc:sldChg chg="delSp modSp mod">
        <pc:chgData name="Paul Winser" userId="c3146a91-e6bd-4264-bd86-e164e04bc32d" providerId="ADAL" clId="{444FAB8A-20FE-4F0D-A306-3117435C86AB}" dt="2024-12-02T20:40:52.001" v="143" actId="1076"/>
        <pc:sldMkLst>
          <pc:docMk/>
          <pc:sldMk cId="513855211" sldId="448"/>
        </pc:sldMkLst>
        <pc:spChg chg="mod">
          <ac:chgData name="Paul Winser" userId="c3146a91-e6bd-4264-bd86-e164e04bc32d" providerId="ADAL" clId="{444FAB8A-20FE-4F0D-A306-3117435C86AB}" dt="2024-12-02T20:40:52.001" v="143" actId="1076"/>
          <ac:spMkLst>
            <pc:docMk/>
            <pc:sldMk cId="513855211" sldId="448"/>
            <ac:spMk id="2" creationId="{5F87CE6F-F875-415E-AE33-93F092528DEF}"/>
          </ac:spMkLst>
        </pc:spChg>
        <pc:spChg chg="mod">
          <ac:chgData name="Paul Winser" userId="c3146a91-e6bd-4264-bd86-e164e04bc32d" providerId="ADAL" clId="{444FAB8A-20FE-4F0D-A306-3117435C86AB}" dt="2024-12-02T20:40:48.442" v="142" actId="1076"/>
          <ac:spMkLst>
            <pc:docMk/>
            <pc:sldMk cId="513855211" sldId="448"/>
            <ac:spMk id="3" creationId="{EEC691B3-FCE8-4B48-82EF-5EFD95DE35C7}"/>
          </ac:spMkLst>
        </pc:spChg>
        <pc:spChg chg="del">
          <ac:chgData name="Paul Winser" userId="c3146a91-e6bd-4264-bd86-e164e04bc32d" providerId="ADAL" clId="{444FAB8A-20FE-4F0D-A306-3117435C86AB}" dt="2024-12-02T20:34:40.902" v="35" actId="478"/>
          <ac:spMkLst>
            <pc:docMk/>
            <pc:sldMk cId="513855211" sldId="448"/>
            <ac:spMk id="4" creationId="{C7FF0123-DE3E-C690-C1B1-F4C9AA2DD07F}"/>
          </ac:spMkLst>
        </pc:spChg>
      </pc:sldChg>
      <pc:sldChg chg="delSp mod">
        <pc:chgData name="Paul Winser" userId="c3146a91-e6bd-4264-bd86-e164e04bc32d" providerId="ADAL" clId="{444FAB8A-20FE-4F0D-A306-3117435C86AB}" dt="2024-12-02T20:34:42.869" v="36" actId="478"/>
        <pc:sldMkLst>
          <pc:docMk/>
          <pc:sldMk cId="3733618468" sldId="449"/>
        </pc:sldMkLst>
        <pc:spChg chg="del">
          <ac:chgData name="Paul Winser" userId="c3146a91-e6bd-4264-bd86-e164e04bc32d" providerId="ADAL" clId="{444FAB8A-20FE-4F0D-A306-3117435C86AB}" dt="2024-12-02T20:34:42.869" v="36" actId="478"/>
          <ac:spMkLst>
            <pc:docMk/>
            <pc:sldMk cId="3733618468" sldId="449"/>
            <ac:spMk id="5" creationId="{6A2DE9B6-439C-4229-28B6-151468A1A171}"/>
          </ac:spMkLst>
        </pc:spChg>
      </pc:sldChg>
      <pc:sldChg chg="delSp modSp mod">
        <pc:chgData name="Paul Winser" userId="c3146a91-e6bd-4264-bd86-e164e04bc32d" providerId="ADAL" clId="{444FAB8A-20FE-4F0D-A306-3117435C86AB}" dt="2024-12-02T20:41:01.463" v="145" actId="113"/>
        <pc:sldMkLst>
          <pc:docMk/>
          <pc:sldMk cId="1975543242" sldId="450"/>
        </pc:sldMkLst>
        <pc:spChg chg="mod">
          <ac:chgData name="Paul Winser" userId="c3146a91-e6bd-4264-bd86-e164e04bc32d" providerId="ADAL" clId="{444FAB8A-20FE-4F0D-A306-3117435C86AB}" dt="2024-12-02T20:41:01.463" v="145" actId="113"/>
          <ac:spMkLst>
            <pc:docMk/>
            <pc:sldMk cId="1975543242" sldId="450"/>
            <ac:spMk id="3" creationId="{5FE1A91B-42E0-43BC-A406-2EE5FD9F16D9}"/>
          </ac:spMkLst>
        </pc:spChg>
        <pc:spChg chg="del">
          <ac:chgData name="Paul Winser" userId="c3146a91-e6bd-4264-bd86-e164e04bc32d" providerId="ADAL" clId="{444FAB8A-20FE-4F0D-A306-3117435C86AB}" dt="2024-12-02T20:34:45.363" v="37" actId="478"/>
          <ac:spMkLst>
            <pc:docMk/>
            <pc:sldMk cId="1975543242" sldId="450"/>
            <ac:spMk id="4" creationId="{6F905415-615E-9D5F-CCB5-27DBD33F0600}"/>
          </ac:spMkLst>
        </pc:spChg>
      </pc:sldChg>
      <pc:sldChg chg="delSp modSp mod">
        <pc:chgData name="Paul Winser" userId="c3146a91-e6bd-4264-bd86-e164e04bc32d" providerId="ADAL" clId="{444FAB8A-20FE-4F0D-A306-3117435C86AB}" dt="2024-12-02T20:41:09.537" v="147" actId="1076"/>
        <pc:sldMkLst>
          <pc:docMk/>
          <pc:sldMk cId="3972550630" sldId="451"/>
        </pc:sldMkLst>
        <pc:spChg chg="mod">
          <ac:chgData name="Paul Winser" userId="c3146a91-e6bd-4264-bd86-e164e04bc32d" providerId="ADAL" clId="{444FAB8A-20FE-4F0D-A306-3117435C86AB}" dt="2024-12-02T20:41:09.537" v="147" actId="1076"/>
          <ac:spMkLst>
            <pc:docMk/>
            <pc:sldMk cId="3972550630" sldId="451"/>
            <ac:spMk id="2" creationId="{E93FE3D6-8E67-48B2-984F-2E30A73E094C}"/>
          </ac:spMkLst>
        </pc:spChg>
        <pc:spChg chg="mod">
          <ac:chgData name="Paul Winser" userId="c3146a91-e6bd-4264-bd86-e164e04bc32d" providerId="ADAL" clId="{444FAB8A-20FE-4F0D-A306-3117435C86AB}" dt="2024-12-02T20:41:06.881" v="146" actId="1076"/>
          <ac:spMkLst>
            <pc:docMk/>
            <pc:sldMk cId="3972550630" sldId="451"/>
            <ac:spMk id="3" creationId="{99E763D5-F103-4510-8EAF-508ABF5AFF35}"/>
          </ac:spMkLst>
        </pc:spChg>
        <pc:spChg chg="del">
          <ac:chgData name="Paul Winser" userId="c3146a91-e6bd-4264-bd86-e164e04bc32d" providerId="ADAL" clId="{444FAB8A-20FE-4F0D-A306-3117435C86AB}" dt="2024-12-02T20:34:50.069" v="39" actId="478"/>
          <ac:spMkLst>
            <pc:docMk/>
            <pc:sldMk cId="3972550630" sldId="451"/>
            <ac:spMk id="4" creationId="{12DE0927-DC4D-23AB-6D0A-F20D0A5FE77F}"/>
          </ac:spMkLst>
        </pc:spChg>
      </pc:sldChg>
      <pc:sldChg chg="delSp mod">
        <pc:chgData name="Paul Winser" userId="c3146a91-e6bd-4264-bd86-e164e04bc32d" providerId="ADAL" clId="{444FAB8A-20FE-4F0D-A306-3117435C86AB}" dt="2024-12-02T20:34:52.356" v="40" actId="478"/>
        <pc:sldMkLst>
          <pc:docMk/>
          <pc:sldMk cId="3705307512" sldId="452"/>
        </pc:sldMkLst>
        <pc:spChg chg="del">
          <ac:chgData name="Paul Winser" userId="c3146a91-e6bd-4264-bd86-e164e04bc32d" providerId="ADAL" clId="{444FAB8A-20FE-4F0D-A306-3117435C86AB}" dt="2024-12-02T20:34:52.356" v="40" actId="478"/>
          <ac:spMkLst>
            <pc:docMk/>
            <pc:sldMk cId="3705307512" sldId="452"/>
            <ac:spMk id="6" creationId="{4148C7FD-0DDF-AE18-C23D-9FD374E983CA}"/>
          </ac:spMkLst>
        </pc:spChg>
      </pc:sldChg>
      <pc:sldChg chg="delSp mod">
        <pc:chgData name="Paul Winser" userId="c3146a91-e6bd-4264-bd86-e164e04bc32d" providerId="ADAL" clId="{444FAB8A-20FE-4F0D-A306-3117435C86AB}" dt="2024-12-02T20:34:54.245" v="41" actId="478"/>
        <pc:sldMkLst>
          <pc:docMk/>
          <pc:sldMk cId="3479169840" sldId="453"/>
        </pc:sldMkLst>
        <pc:spChg chg="del">
          <ac:chgData name="Paul Winser" userId="c3146a91-e6bd-4264-bd86-e164e04bc32d" providerId="ADAL" clId="{444FAB8A-20FE-4F0D-A306-3117435C86AB}" dt="2024-12-02T20:34:54.245" v="41" actId="478"/>
          <ac:spMkLst>
            <pc:docMk/>
            <pc:sldMk cId="3479169840" sldId="453"/>
            <ac:spMk id="4" creationId="{3CC52561-F6A1-EE69-82F0-2417DA0E7CBC}"/>
          </ac:spMkLst>
        </pc:spChg>
      </pc:sldChg>
      <pc:sldChg chg="delSp mod">
        <pc:chgData name="Paul Winser" userId="c3146a91-e6bd-4264-bd86-e164e04bc32d" providerId="ADAL" clId="{444FAB8A-20FE-4F0D-A306-3117435C86AB}" dt="2024-12-02T20:34:57.718" v="42" actId="478"/>
        <pc:sldMkLst>
          <pc:docMk/>
          <pc:sldMk cId="4181462721" sldId="454"/>
        </pc:sldMkLst>
        <pc:spChg chg="del">
          <ac:chgData name="Paul Winser" userId="c3146a91-e6bd-4264-bd86-e164e04bc32d" providerId="ADAL" clId="{444FAB8A-20FE-4F0D-A306-3117435C86AB}" dt="2024-12-02T20:34:57.718" v="42" actId="478"/>
          <ac:spMkLst>
            <pc:docMk/>
            <pc:sldMk cId="4181462721" sldId="454"/>
            <ac:spMk id="4" creationId="{B553429D-DEDF-036D-C9B8-3B1A53672371}"/>
          </ac:spMkLst>
        </pc:spChg>
      </pc:sldChg>
      <pc:sldChg chg="delSp modSp mod">
        <pc:chgData name="Paul Winser" userId="c3146a91-e6bd-4264-bd86-e164e04bc32d" providerId="ADAL" clId="{444FAB8A-20FE-4F0D-A306-3117435C86AB}" dt="2024-12-02T20:41:25.513" v="150" actId="14100"/>
        <pc:sldMkLst>
          <pc:docMk/>
          <pc:sldMk cId="3262851639" sldId="455"/>
        </pc:sldMkLst>
        <pc:spChg chg="mod">
          <ac:chgData name="Paul Winser" userId="c3146a91-e6bd-4264-bd86-e164e04bc32d" providerId="ADAL" clId="{444FAB8A-20FE-4F0D-A306-3117435C86AB}" dt="2024-12-02T20:41:25.513" v="150" actId="14100"/>
          <ac:spMkLst>
            <pc:docMk/>
            <pc:sldMk cId="3262851639" sldId="455"/>
            <ac:spMk id="3" creationId="{19529650-9E73-4EC8-B7A2-8AF514D46EBA}"/>
          </ac:spMkLst>
        </pc:spChg>
        <pc:spChg chg="del">
          <ac:chgData name="Paul Winser" userId="c3146a91-e6bd-4264-bd86-e164e04bc32d" providerId="ADAL" clId="{444FAB8A-20FE-4F0D-A306-3117435C86AB}" dt="2024-12-02T20:35:01.731" v="44" actId="478"/>
          <ac:spMkLst>
            <pc:docMk/>
            <pc:sldMk cId="3262851639" sldId="455"/>
            <ac:spMk id="4" creationId="{CB7481D4-0855-F627-18A5-069C2FFF712B}"/>
          </ac:spMkLst>
        </pc:spChg>
      </pc:sldChg>
      <pc:sldChg chg="delSp modSp mod">
        <pc:chgData name="Paul Winser" userId="c3146a91-e6bd-4264-bd86-e164e04bc32d" providerId="ADAL" clId="{444FAB8A-20FE-4F0D-A306-3117435C86AB}" dt="2024-12-02T20:41:37.715" v="152" actId="1076"/>
        <pc:sldMkLst>
          <pc:docMk/>
          <pc:sldMk cId="2470843713" sldId="456"/>
        </pc:sldMkLst>
        <pc:spChg chg="mod">
          <ac:chgData name="Paul Winser" userId="c3146a91-e6bd-4264-bd86-e164e04bc32d" providerId="ADAL" clId="{444FAB8A-20FE-4F0D-A306-3117435C86AB}" dt="2024-12-02T20:41:37.715" v="152" actId="1076"/>
          <ac:spMkLst>
            <pc:docMk/>
            <pc:sldMk cId="2470843713" sldId="456"/>
            <ac:spMk id="2" creationId="{0AEE2EDE-11F7-46CE-BFAA-6A6271DA9DD7}"/>
          </ac:spMkLst>
        </pc:spChg>
        <pc:spChg chg="mod">
          <ac:chgData name="Paul Winser" userId="c3146a91-e6bd-4264-bd86-e164e04bc32d" providerId="ADAL" clId="{444FAB8A-20FE-4F0D-A306-3117435C86AB}" dt="2024-12-02T20:41:35.776" v="151" actId="1076"/>
          <ac:spMkLst>
            <pc:docMk/>
            <pc:sldMk cId="2470843713" sldId="456"/>
            <ac:spMk id="3" creationId="{465FC7BD-8D1F-442D-BFDA-FC83B1D61968}"/>
          </ac:spMkLst>
        </pc:spChg>
        <pc:spChg chg="del">
          <ac:chgData name="Paul Winser" userId="c3146a91-e6bd-4264-bd86-e164e04bc32d" providerId="ADAL" clId="{444FAB8A-20FE-4F0D-A306-3117435C86AB}" dt="2024-12-02T20:35:04.452" v="45" actId="478"/>
          <ac:spMkLst>
            <pc:docMk/>
            <pc:sldMk cId="2470843713" sldId="456"/>
            <ac:spMk id="6" creationId="{C038EC87-CCC6-77CB-E297-BB630684C1F9}"/>
          </ac:spMkLst>
        </pc:spChg>
      </pc:sldChg>
      <pc:sldChg chg="delSp modSp mod">
        <pc:chgData name="Paul Winser" userId="c3146a91-e6bd-4264-bd86-e164e04bc32d" providerId="ADAL" clId="{444FAB8A-20FE-4F0D-A306-3117435C86AB}" dt="2024-12-02T20:41:43.225" v="154" actId="1076"/>
        <pc:sldMkLst>
          <pc:docMk/>
          <pc:sldMk cId="2802178889" sldId="457"/>
        </pc:sldMkLst>
        <pc:spChg chg="mod">
          <ac:chgData name="Paul Winser" userId="c3146a91-e6bd-4264-bd86-e164e04bc32d" providerId="ADAL" clId="{444FAB8A-20FE-4F0D-A306-3117435C86AB}" dt="2024-12-02T20:41:43.225" v="154" actId="1076"/>
          <ac:spMkLst>
            <pc:docMk/>
            <pc:sldMk cId="2802178889" sldId="457"/>
            <ac:spMk id="2" creationId="{8C51E088-07D3-457F-9408-780A1EC4BCA2}"/>
          </ac:spMkLst>
        </pc:spChg>
        <pc:spChg chg="mod">
          <ac:chgData name="Paul Winser" userId="c3146a91-e6bd-4264-bd86-e164e04bc32d" providerId="ADAL" clId="{444FAB8A-20FE-4F0D-A306-3117435C86AB}" dt="2024-12-02T20:41:41.160" v="153" actId="14100"/>
          <ac:spMkLst>
            <pc:docMk/>
            <pc:sldMk cId="2802178889" sldId="457"/>
            <ac:spMk id="3" creationId="{A7D2E2B5-9363-43FA-8722-010E3CE78D26}"/>
          </ac:spMkLst>
        </pc:spChg>
        <pc:spChg chg="del">
          <ac:chgData name="Paul Winser" userId="c3146a91-e6bd-4264-bd86-e164e04bc32d" providerId="ADAL" clId="{444FAB8A-20FE-4F0D-A306-3117435C86AB}" dt="2024-12-02T20:35:07.875" v="46" actId="478"/>
          <ac:spMkLst>
            <pc:docMk/>
            <pc:sldMk cId="2802178889" sldId="457"/>
            <ac:spMk id="5" creationId="{D0D72A0D-8BFA-6A2C-22C0-B907670A61E9}"/>
          </ac:spMkLst>
        </pc:spChg>
      </pc:sldChg>
      <pc:sldChg chg="modSp mod">
        <pc:chgData name="Paul Winser" userId="c3146a91-e6bd-4264-bd86-e164e04bc32d" providerId="ADAL" clId="{444FAB8A-20FE-4F0D-A306-3117435C86AB}" dt="2024-12-02T20:41:51.842" v="156" actId="20577"/>
        <pc:sldMkLst>
          <pc:docMk/>
          <pc:sldMk cId="337463417" sldId="458"/>
        </pc:sldMkLst>
        <pc:spChg chg="mod">
          <ac:chgData name="Paul Winser" userId="c3146a91-e6bd-4264-bd86-e164e04bc32d" providerId="ADAL" clId="{444FAB8A-20FE-4F0D-A306-3117435C86AB}" dt="2024-12-02T20:41:51.842" v="156" actId="20577"/>
          <ac:spMkLst>
            <pc:docMk/>
            <pc:sldMk cId="337463417" sldId="458"/>
            <ac:spMk id="3" creationId="{BD61393D-A6BE-40B7-96BB-274EE22E8B70}"/>
          </ac:spMkLst>
        </pc:spChg>
      </pc:sldChg>
      <pc:sldChg chg="delSp modSp mod">
        <pc:chgData name="Paul Winser" userId="c3146a91-e6bd-4264-bd86-e164e04bc32d" providerId="ADAL" clId="{444FAB8A-20FE-4F0D-A306-3117435C86AB}" dt="2024-12-02T20:41:59.050" v="158" actId="1076"/>
        <pc:sldMkLst>
          <pc:docMk/>
          <pc:sldMk cId="467558461" sldId="459"/>
        </pc:sldMkLst>
        <pc:spChg chg="mod">
          <ac:chgData name="Paul Winser" userId="c3146a91-e6bd-4264-bd86-e164e04bc32d" providerId="ADAL" clId="{444FAB8A-20FE-4F0D-A306-3117435C86AB}" dt="2024-12-02T20:41:59.050" v="158" actId="1076"/>
          <ac:spMkLst>
            <pc:docMk/>
            <pc:sldMk cId="467558461" sldId="459"/>
            <ac:spMk id="2" creationId="{349195C2-76BA-49EC-AE5D-B85AF817F3EB}"/>
          </ac:spMkLst>
        </pc:spChg>
        <pc:spChg chg="mod">
          <ac:chgData name="Paul Winser" userId="c3146a91-e6bd-4264-bd86-e164e04bc32d" providerId="ADAL" clId="{444FAB8A-20FE-4F0D-A306-3117435C86AB}" dt="2024-12-02T20:41:57.266" v="157" actId="1076"/>
          <ac:spMkLst>
            <pc:docMk/>
            <pc:sldMk cId="467558461" sldId="459"/>
            <ac:spMk id="3" creationId="{8B53797D-029F-4BF0-92D4-F912F5F1AE7E}"/>
          </ac:spMkLst>
        </pc:spChg>
        <pc:spChg chg="del">
          <ac:chgData name="Paul Winser" userId="c3146a91-e6bd-4264-bd86-e164e04bc32d" providerId="ADAL" clId="{444FAB8A-20FE-4F0D-A306-3117435C86AB}" dt="2024-12-02T20:35:12.133" v="47" actId="478"/>
          <ac:spMkLst>
            <pc:docMk/>
            <pc:sldMk cId="467558461" sldId="459"/>
            <ac:spMk id="4" creationId="{509E3AC4-EA49-169C-BED5-B381F4076F1B}"/>
          </ac:spMkLst>
        </pc:spChg>
      </pc:sldChg>
      <pc:sldChg chg="delSp modSp mod">
        <pc:chgData name="Paul Winser" userId="c3146a91-e6bd-4264-bd86-e164e04bc32d" providerId="ADAL" clId="{444FAB8A-20FE-4F0D-A306-3117435C86AB}" dt="2024-12-02T20:42:03.977" v="160" actId="1076"/>
        <pc:sldMkLst>
          <pc:docMk/>
          <pc:sldMk cId="1261037465" sldId="460"/>
        </pc:sldMkLst>
        <pc:spChg chg="mod">
          <ac:chgData name="Paul Winser" userId="c3146a91-e6bd-4264-bd86-e164e04bc32d" providerId="ADAL" clId="{444FAB8A-20FE-4F0D-A306-3117435C86AB}" dt="2024-12-02T20:42:03.977" v="160" actId="1076"/>
          <ac:spMkLst>
            <pc:docMk/>
            <pc:sldMk cId="1261037465" sldId="460"/>
            <ac:spMk id="2" creationId="{71AA1C39-CE22-4F71-8843-D9AD40A37C81}"/>
          </ac:spMkLst>
        </pc:spChg>
        <pc:spChg chg="mod">
          <ac:chgData name="Paul Winser" userId="c3146a91-e6bd-4264-bd86-e164e04bc32d" providerId="ADAL" clId="{444FAB8A-20FE-4F0D-A306-3117435C86AB}" dt="2024-12-02T20:42:02.360" v="159" actId="1076"/>
          <ac:spMkLst>
            <pc:docMk/>
            <pc:sldMk cId="1261037465" sldId="460"/>
            <ac:spMk id="3" creationId="{121F9EB1-E34E-4CB9-9A28-7276C12212A3}"/>
          </ac:spMkLst>
        </pc:spChg>
        <pc:spChg chg="del">
          <ac:chgData name="Paul Winser" userId="c3146a91-e6bd-4264-bd86-e164e04bc32d" providerId="ADAL" clId="{444FAB8A-20FE-4F0D-A306-3117435C86AB}" dt="2024-12-02T20:35:14.899" v="48" actId="478"/>
          <ac:spMkLst>
            <pc:docMk/>
            <pc:sldMk cId="1261037465" sldId="460"/>
            <ac:spMk id="4" creationId="{3CA22673-080F-8F8A-01DF-7F2EA554CDFE}"/>
          </ac:spMkLst>
        </pc:spChg>
      </pc:sldChg>
      <pc:sldChg chg="delSp mod">
        <pc:chgData name="Paul Winser" userId="c3146a91-e6bd-4264-bd86-e164e04bc32d" providerId="ADAL" clId="{444FAB8A-20FE-4F0D-A306-3117435C86AB}" dt="2024-12-02T20:35:17.574" v="49" actId="478"/>
        <pc:sldMkLst>
          <pc:docMk/>
          <pc:sldMk cId="3583525960" sldId="461"/>
        </pc:sldMkLst>
        <pc:spChg chg="del">
          <ac:chgData name="Paul Winser" userId="c3146a91-e6bd-4264-bd86-e164e04bc32d" providerId="ADAL" clId="{444FAB8A-20FE-4F0D-A306-3117435C86AB}" dt="2024-12-02T20:35:17.574" v="49" actId="478"/>
          <ac:spMkLst>
            <pc:docMk/>
            <pc:sldMk cId="3583525960" sldId="461"/>
            <ac:spMk id="4" creationId="{390BBB03-BF1D-485D-CE1F-52E4573B3312}"/>
          </ac:spMkLst>
        </pc:spChg>
      </pc:sldChg>
      <pc:sldChg chg="delSp modSp mod">
        <pc:chgData name="Paul Winser" userId="c3146a91-e6bd-4264-bd86-e164e04bc32d" providerId="ADAL" clId="{444FAB8A-20FE-4F0D-A306-3117435C86AB}" dt="2024-12-02T20:42:13.593" v="162" actId="1076"/>
        <pc:sldMkLst>
          <pc:docMk/>
          <pc:sldMk cId="1008704810" sldId="462"/>
        </pc:sldMkLst>
        <pc:spChg chg="mod">
          <ac:chgData name="Paul Winser" userId="c3146a91-e6bd-4264-bd86-e164e04bc32d" providerId="ADAL" clId="{444FAB8A-20FE-4F0D-A306-3117435C86AB}" dt="2024-12-02T20:42:13.593" v="162" actId="1076"/>
          <ac:spMkLst>
            <pc:docMk/>
            <pc:sldMk cId="1008704810" sldId="462"/>
            <ac:spMk id="2" creationId="{1B88DC58-0DE6-42DD-A780-C71170613DB2}"/>
          </ac:spMkLst>
        </pc:spChg>
        <pc:spChg chg="mod">
          <ac:chgData name="Paul Winser" userId="c3146a91-e6bd-4264-bd86-e164e04bc32d" providerId="ADAL" clId="{444FAB8A-20FE-4F0D-A306-3117435C86AB}" dt="2024-12-02T20:42:11.786" v="161" actId="1076"/>
          <ac:spMkLst>
            <pc:docMk/>
            <pc:sldMk cId="1008704810" sldId="462"/>
            <ac:spMk id="3" creationId="{14C05597-1472-4586-8FB9-0A8B7BCE1E8F}"/>
          </ac:spMkLst>
        </pc:spChg>
        <pc:spChg chg="del">
          <ac:chgData name="Paul Winser" userId="c3146a91-e6bd-4264-bd86-e164e04bc32d" providerId="ADAL" clId="{444FAB8A-20FE-4F0D-A306-3117435C86AB}" dt="2024-12-02T20:35:20.118" v="50" actId="478"/>
          <ac:spMkLst>
            <pc:docMk/>
            <pc:sldMk cId="1008704810" sldId="462"/>
            <ac:spMk id="4" creationId="{321BD344-AD55-E511-4F99-59963EA76E92}"/>
          </ac:spMkLst>
        </pc:spChg>
      </pc:sldChg>
      <pc:sldChg chg="delSp modSp mod">
        <pc:chgData name="Paul Winser" userId="c3146a91-e6bd-4264-bd86-e164e04bc32d" providerId="ADAL" clId="{444FAB8A-20FE-4F0D-A306-3117435C86AB}" dt="2024-12-02T20:42:20.263" v="165" actId="14100"/>
        <pc:sldMkLst>
          <pc:docMk/>
          <pc:sldMk cId="229555275" sldId="463"/>
        </pc:sldMkLst>
        <pc:spChg chg="mod">
          <ac:chgData name="Paul Winser" userId="c3146a91-e6bd-4264-bd86-e164e04bc32d" providerId="ADAL" clId="{444FAB8A-20FE-4F0D-A306-3117435C86AB}" dt="2024-12-02T20:42:16.618" v="163" actId="1076"/>
          <ac:spMkLst>
            <pc:docMk/>
            <pc:sldMk cId="229555275" sldId="463"/>
            <ac:spMk id="2" creationId="{B481B84F-43E1-463B-ACA8-12D4C3E9E774}"/>
          </ac:spMkLst>
        </pc:spChg>
        <pc:spChg chg="mod">
          <ac:chgData name="Paul Winser" userId="c3146a91-e6bd-4264-bd86-e164e04bc32d" providerId="ADAL" clId="{444FAB8A-20FE-4F0D-A306-3117435C86AB}" dt="2024-12-02T20:42:20.263" v="165" actId="14100"/>
          <ac:spMkLst>
            <pc:docMk/>
            <pc:sldMk cId="229555275" sldId="463"/>
            <ac:spMk id="3" creationId="{07AA92EF-60ED-4EC1-BB62-06709E69DDFF}"/>
          </ac:spMkLst>
        </pc:spChg>
        <pc:spChg chg="del">
          <ac:chgData name="Paul Winser" userId="c3146a91-e6bd-4264-bd86-e164e04bc32d" providerId="ADAL" clId="{444FAB8A-20FE-4F0D-A306-3117435C86AB}" dt="2024-12-02T20:35:22.662" v="51" actId="478"/>
          <ac:spMkLst>
            <pc:docMk/>
            <pc:sldMk cId="229555275" sldId="463"/>
            <ac:spMk id="5" creationId="{E59C5BF0-FD46-C49F-4B69-31365D25FAE4}"/>
          </ac:spMkLst>
        </pc:spChg>
      </pc:sldChg>
      <pc:sldChg chg="delSp modSp mod">
        <pc:chgData name="Paul Winser" userId="c3146a91-e6bd-4264-bd86-e164e04bc32d" providerId="ADAL" clId="{444FAB8A-20FE-4F0D-A306-3117435C86AB}" dt="2024-12-02T20:42:31.929" v="169" actId="1076"/>
        <pc:sldMkLst>
          <pc:docMk/>
          <pc:sldMk cId="2794938157" sldId="466"/>
        </pc:sldMkLst>
        <pc:spChg chg="mod">
          <ac:chgData name="Paul Winser" userId="c3146a91-e6bd-4264-bd86-e164e04bc32d" providerId="ADAL" clId="{444FAB8A-20FE-4F0D-A306-3117435C86AB}" dt="2024-12-02T20:42:31.929" v="169" actId="1076"/>
          <ac:spMkLst>
            <pc:docMk/>
            <pc:sldMk cId="2794938157" sldId="466"/>
            <ac:spMk id="2" creationId="{7C28BA61-AF61-482D-B793-F7ED1A4DF317}"/>
          </ac:spMkLst>
        </pc:spChg>
        <pc:spChg chg="mod">
          <ac:chgData name="Paul Winser" userId="c3146a91-e6bd-4264-bd86-e164e04bc32d" providerId="ADAL" clId="{444FAB8A-20FE-4F0D-A306-3117435C86AB}" dt="2024-12-02T20:42:30.662" v="168" actId="14100"/>
          <ac:spMkLst>
            <pc:docMk/>
            <pc:sldMk cId="2794938157" sldId="466"/>
            <ac:spMk id="3" creationId="{41F3EC1B-D40B-4004-8DBC-F0EE5A0DF4CA}"/>
          </ac:spMkLst>
        </pc:spChg>
        <pc:spChg chg="del">
          <ac:chgData name="Paul Winser" userId="c3146a91-e6bd-4264-bd86-e164e04bc32d" providerId="ADAL" clId="{444FAB8A-20FE-4F0D-A306-3117435C86AB}" dt="2024-12-02T20:35:29.163" v="52" actId="478"/>
          <ac:spMkLst>
            <pc:docMk/>
            <pc:sldMk cId="2794938157" sldId="466"/>
            <ac:spMk id="4" creationId="{B420E2C4-3EB5-B75C-3983-255CD0D879A7}"/>
          </ac:spMkLst>
        </pc:spChg>
      </pc:sldChg>
      <pc:sldChg chg="delSp mod">
        <pc:chgData name="Paul Winser" userId="c3146a91-e6bd-4264-bd86-e164e04bc32d" providerId="ADAL" clId="{444FAB8A-20FE-4F0D-A306-3117435C86AB}" dt="2024-12-02T20:35:31.637" v="53" actId="478"/>
        <pc:sldMkLst>
          <pc:docMk/>
          <pc:sldMk cId="3434027615" sldId="467"/>
        </pc:sldMkLst>
        <pc:spChg chg="del">
          <ac:chgData name="Paul Winser" userId="c3146a91-e6bd-4264-bd86-e164e04bc32d" providerId="ADAL" clId="{444FAB8A-20FE-4F0D-A306-3117435C86AB}" dt="2024-12-02T20:35:31.637" v="53" actId="478"/>
          <ac:spMkLst>
            <pc:docMk/>
            <pc:sldMk cId="3434027615" sldId="467"/>
            <ac:spMk id="4" creationId="{AB392044-46C1-611D-34E0-78C20A7E5D13}"/>
          </ac:spMkLst>
        </pc:spChg>
      </pc:sldChg>
      <pc:sldChg chg="delSp modSp mod">
        <pc:chgData name="Paul Winser" userId="c3146a91-e6bd-4264-bd86-e164e04bc32d" providerId="ADAL" clId="{444FAB8A-20FE-4F0D-A306-3117435C86AB}" dt="2024-12-02T20:42:40.749" v="172" actId="1076"/>
        <pc:sldMkLst>
          <pc:docMk/>
          <pc:sldMk cId="2660823644" sldId="468"/>
        </pc:sldMkLst>
        <pc:spChg chg="mod">
          <ac:chgData name="Paul Winser" userId="c3146a91-e6bd-4264-bd86-e164e04bc32d" providerId="ADAL" clId="{444FAB8A-20FE-4F0D-A306-3117435C86AB}" dt="2024-12-02T20:42:39.747" v="171" actId="5793"/>
          <ac:spMkLst>
            <pc:docMk/>
            <pc:sldMk cId="2660823644" sldId="468"/>
            <ac:spMk id="3" creationId="{B5E55B36-D55A-4C17-AA20-6521478A5634}"/>
          </ac:spMkLst>
        </pc:spChg>
        <pc:spChg chg="del">
          <ac:chgData name="Paul Winser" userId="c3146a91-e6bd-4264-bd86-e164e04bc32d" providerId="ADAL" clId="{444FAB8A-20FE-4F0D-A306-3117435C86AB}" dt="2024-12-02T20:35:33.573" v="54" actId="478"/>
          <ac:spMkLst>
            <pc:docMk/>
            <pc:sldMk cId="2660823644" sldId="468"/>
            <ac:spMk id="11271" creationId="{8B905E62-E4EC-4BF2-ADCF-7385A0198518}"/>
          </ac:spMkLst>
        </pc:spChg>
        <pc:picChg chg="mod">
          <ac:chgData name="Paul Winser" userId="c3146a91-e6bd-4264-bd86-e164e04bc32d" providerId="ADAL" clId="{444FAB8A-20FE-4F0D-A306-3117435C86AB}" dt="2024-12-02T20:42:40.749" v="172" actId="1076"/>
          <ac:picMkLst>
            <pc:docMk/>
            <pc:sldMk cId="2660823644" sldId="468"/>
            <ac:picMk id="5" creationId="{B291C888-3B30-C754-C9C6-1FDE00BBBF03}"/>
          </ac:picMkLst>
        </pc:picChg>
      </pc:sldChg>
      <pc:sldChg chg="delSp modSp mod">
        <pc:chgData name="Paul Winser" userId="c3146a91-e6bd-4264-bd86-e164e04bc32d" providerId="ADAL" clId="{444FAB8A-20FE-4F0D-A306-3117435C86AB}" dt="2024-12-02T20:42:45.300" v="174" actId="5793"/>
        <pc:sldMkLst>
          <pc:docMk/>
          <pc:sldMk cId="2858898587" sldId="469"/>
        </pc:sldMkLst>
        <pc:spChg chg="mod">
          <ac:chgData name="Paul Winser" userId="c3146a91-e6bd-4264-bd86-e164e04bc32d" providerId="ADAL" clId="{444FAB8A-20FE-4F0D-A306-3117435C86AB}" dt="2024-12-02T20:42:45.300" v="174" actId="5793"/>
          <ac:spMkLst>
            <pc:docMk/>
            <pc:sldMk cId="2858898587" sldId="469"/>
            <ac:spMk id="3" creationId="{51985F73-18B9-4B91-8FB1-A15EF58446C3}"/>
          </ac:spMkLst>
        </pc:spChg>
        <pc:spChg chg="del">
          <ac:chgData name="Paul Winser" userId="c3146a91-e6bd-4264-bd86-e164e04bc32d" providerId="ADAL" clId="{444FAB8A-20FE-4F0D-A306-3117435C86AB}" dt="2024-12-02T20:35:36.180" v="55" actId="478"/>
          <ac:spMkLst>
            <pc:docMk/>
            <pc:sldMk cId="2858898587" sldId="469"/>
            <ac:spMk id="4" creationId="{5F3BF8A6-B949-D9B6-3FCD-477FD5143284}"/>
          </ac:spMkLst>
        </pc:spChg>
      </pc:sldChg>
      <pc:sldChg chg="delSp mod">
        <pc:chgData name="Paul Winser" userId="c3146a91-e6bd-4264-bd86-e164e04bc32d" providerId="ADAL" clId="{444FAB8A-20FE-4F0D-A306-3117435C86AB}" dt="2024-12-02T20:35:41.784" v="57" actId="478"/>
        <pc:sldMkLst>
          <pc:docMk/>
          <pc:sldMk cId="569337495" sldId="470"/>
        </pc:sldMkLst>
        <pc:spChg chg="del">
          <ac:chgData name="Paul Winser" userId="c3146a91-e6bd-4264-bd86-e164e04bc32d" providerId="ADAL" clId="{444FAB8A-20FE-4F0D-A306-3117435C86AB}" dt="2024-12-02T20:35:41.784" v="57" actId="478"/>
          <ac:spMkLst>
            <pc:docMk/>
            <pc:sldMk cId="569337495" sldId="470"/>
            <ac:spMk id="4" creationId="{A58B010B-62D2-7B68-A792-2D92D27D1A42}"/>
          </ac:spMkLst>
        </pc:spChg>
      </pc:sldChg>
      <pc:sldChg chg="delSp mod">
        <pc:chgData name="Paul Winser" userId="c3146a91-e6bd-4264-bd86-e164e04bc32d" providerId="ADAL" clId="{444FAB8A-20FE-4F0D-A306-3117435C86AB}" dt="2024-12-02T20:35:38.996" v="56" actId="478"/>
        <pc:sldMkLst>
          <pc:docMk/>
          <pc:sldMk cId="4060866890" sldId="471"/>
        </pc:sldMkLst>
        <pc:spChg chg="del">
          <ac:chgData name="Paul Winser" userId="c3146a91-e6bd-4264-bd86-e164e04bc32d" providerId="ADAL" clId="{444FAB8A-20FE-4F0D-A306-3117435C86AB}" dt="2024-12-02T20:35:38.996" v="56" actId="478"/>
          <ac:spMkLst>
            <pc:docMk/>
            <pc:sldMk cId="4060866890" sldId="471"/>
            <ac:spMk id="4" creationId="{7CB6D005-60E6-3B58-7D24-4A9D352D7E11}"/>
          </ac:spMkLst>
        </pc:spChg>
      </pc:sldChg>
      <pc:sldChg chg="delSp modSp mod">
        <pc:chgData name="Paul Winser" userId="c3146a91-e6bd-4264-bd86-e164e04bc32d" providerId="ADAL" clId="{444FAB8A-20FE-4F0D-A306-3117435C86AB}" dt="2024-12-02T20:43:05.718" v="180" actId="5793"/>
        <pc:sldMkLst>
          <pc:docMk/>
          <pc:sldMk cId="2922546955" sldId="472"/>
        </pc:sldMkLst>
        <pc:spChg chg="mod">
          <ac:chgData name="Paul Winser" userId="c3146a91-e6bd-4264-bd86-e164e04bc32d" providerId="ADAL" clId="{444FAB8A-20FE-4F0D-A306-3117435C86AB}" dt="2024-12-02T20:43:05.718" v="180" actId="5793"/>
          <ac:spMkLst>
            <pc:docMk/>
            <pc:sldMk cId="2922546955" sldId="472"/>
            <ac:spMk id="3" creationId="{6C157876-AEE8-47B0-AAE3-95DD5DAF6C5F}"/>
          </ac:spMkLst>
        </pc:spChg>
        <pc:spChg chg="del">
          <ac:chgData name="Paul Winser" userId="c3146a91-e6bd-4264-bd86-e164e04bc32d" providerId="ADAL" clId="{444FAB8A-20FE-4F0D-A306-3117435C86AB}" dt="2024-12-02T20:35:47.046" v="59" actId="478"/>
          <ac:spMkLst>
            <pc:docMk/>
            <pc:sldMk cId="2922546955" sldId="472"/>
            <ac:spMk id="4" creationId="{ADD553BF-25C7-97C5-C1BD-B9BC181BC132}"/>
          </ac:spMkLst>
        </pc:spChg>
      </pc:sldChg>
      <pc:sldChg chg="delSp mod">
        <pc:chgData name="Paul Winser" userId="c3146a91-e6bd-4264-bd86-e164e04bc32d" providerId="ADAL" clId="{444FAB8A-20FE-4F0D-A306-3117435C86AB}" dt="2024-12-02T20:35:50.484" v="60" actId="478"/>
        <pc:sldMkLst>
          <pc:docMk/>
          <pc:sldMk cId="98356459" sldId="473"/>
        </pc:sldMkLst>
        <pc:spChg chg="del">
          <ac:chgData name="Paul Winser" userId="c3146a91-e6bd-4264-bd86-e164e04bc32d" providerId="ADAL" clId="{444FAB8A-20FE-4F0D-A306-3117435C86AB}" dt="2024-12-02T20:35:50.484" v="60" actId="478"/>
          <ac:spMkLst>
            <pc:docMk/>
            <pc:sldMk cId="98356459" sldId="473"/>
            <ac:spMk id="4" creationId="{F9142726-2418-F1A4-5D8F-1F6C896E2BBD}"/>
          </ac:spMkLst>
        </pc:spChg>
      </pc:sldChg>
      <pc:sldChg chg="delSp mod">
        <pc:chgData name="Paul Winser" userId="c3146a91-e6bd-4264-bd86-e164e04bc32d" providerId="ADAL" clId="{444FAB8A-20FE-4F0D-A306-3117435C86AB}" dt="2024-12-02T20:35:52.277" v="61" actId="478"/>
        <pc:sldMkLst>
          <pc:docMk/>
          <pc:sldMk cId="759822656" sldId="474"/>
        </pc:sldMkLst>
        <pc:spChg chg="del">
          <ac:chgData name="Paul Winser" userId="c3146a91-e6bd-4264-bd86-e164e04bc32d" providerId="ADAL" clId="{444FAB8A-20FE-4F0D-A306-3117435C86AB}" dt="2024-12-02T20:35:52.277" v="61" actId="478"/>
          <ac:spMkLst>
            <pc:docMk/>
            <pc:sldMk cId="759822656" sldId="474"/>
            <ac:spMk id="4" creationId="{7E63D96E-9FEB-ED80-8137-F201C94CA6B7}"/>
          </ac:spMkLst>
        </pc:spChg>
      </pc:sldChg>
      <pc:sldChg chg="delSp mod">
        <pc:chgData name="Paul Winser" userId="c3146a91-e6bd-4264-bd86-e164e04bc32d" providerId="ADAL" clId="{444FAB8A-20FE-4F0D-A306-3117435C86AB}" dt="2024-12-02T20:35:54.648" v="62" actId="478"/>
        <pc:sldMkLst>
          <pc:docMk/>
          <pc:sldMk cId="2016559175" sldId="475"/>
        </pc:sldMkLst>
        <pc:spChg chg="del">
          <ac:chgData name="Paul Winser" userId="c3146a91-e6bd-4264-bd86-e164e04bc32d" providerId="ADAL" clId="{444FAB8A-20FE-4F0D-A306-3117435C86AB}" dt="2024-12-02T20:35:54.648" v="62" actId="478"/>
          <ac:spMkLst>
            <pc:docMk/>
            <pc:sldMk cId="2016559175" sldId="475"/>
            <ac:spMk id="4" creationId="{9E956AC2-ECAF-4FD0-CF61-78C2B65F2A6C}"/>
          </ac:spMkLst>
        </pc:spChg>
      </pc:sldChg>
      <pc:sldChg chg="delSp mod">
        <pc:chgData name="Paul Winser" userId="c3146a91-e6bd-4264-bd86-e164e04bc32d" providerId="ADAL" clId="{444FAB8A-20FE-4F0D-A306-3117435C86AB}" dt="2024-12-02T20:36:00.757" v="63" actId="478"/>
        <pc:sldMkLst>
          <pc:docMk/>
          <pc:sldMk cId="1656599223" sldId="478"/>
        </pc:sldMkLst>
        <pc:spChg chg="del">
          <ac:chgData name="Paul Winser" userId="c3146a91-e6bd-4264-bd86-e164e04bc32d" providerId="ADAL" clId="{444FAB8A-20FE-4F0D-A306-3117435C86AB}" dt="2024-12-02T20:36:00.757" v="63" actId="478"/>
          <ac:spMkLst>
            <pc:docMk/>
            <pc:sldMk cId="1656599223" sldId="478"/>
            <ac:spMk id="4" creationId="{79212DE2-1334-7F95-A3AC-92F0A62E0E06}"/>
          </ac:spMkLst>
        </pc:spChg>
      </pc:sldChg>
      <pc:sldChg chg="delSp modSp mod">
        <pc:chgData name="Paul Winser" userId="c3146a91-e6bd-4264-bd86-e164e04bc32d" providerId="ADAL" clId="{444FAB8A-20FE-4F0D-A306-3117435C86AB}" dt="2024-12-02T20:43:26.322" v="183" actId="5793"/>
        <pc:sldMkLst>
          <pc:docMk/>
          <pc:sldMk cId="410979321" sldId="479"/>
        </pc:sldMkLst>
        <pc:spChg chg="mod">
          <ac:chgData name="Paul Winser" userId="c3146a91-e6bd-4264-bd86-e164e04bc32d" providerId="ADAL" clId="{444FAB8A-20FE-4F0D-A306-3117435C86AB}" dt="2024-12-02T20:43:26.322" v="183" actId="5793"/>
          <ac:spMkLst>
            <pc:docMk/>
            <pc:sldMk cId="410979321" sldId="479"/>
            <ac:spMk id="3" creationId="{736BE5FD-914B-4CA5-B1F5-4C94770672AE}"/>
          </ac:spMkLst>
        </pc:spChg>
        <pc:spChg chg="del">
          <ac:chgData name="Paul Winser" userId="c3146a91-e6bd-4264-bd86-e164e04bc32d" providerId="ADAL" clId="{444FAB8A-20FE-4F0D-A306-3117435C86AB}" dt="2024-12-02T20:36:02.785" v="64" actId="478"/>
          <ac:spMkLst>
            <pc:docMk/>
            <pc:sldMk cId="410979321" sldId="479"/>
            <ac:spMk id="4" creationId="{F53AC5F5-1A07-263A-376E-B244B654F920}"/>
          </ac:spMkLst>
        </pc:spChg>
      </pc:sldChg>
      <pc:sldChg chg="delSp modSp mod">
        <pc:chgData name="Paul Winser" userId="c3146a91-e6bd-4264-bd86-e164e04bc32d" providerId="ADAL" clId="{444FAB8A-20FE-4F0D-A306-3117435C86AB}" dt="2024-12-02T20:43:34.585" v="186" actId="113"/>
        <pc:sldMkLst>
          <pc:docMk/>
          <pc:sldMk cId="657643787" sldId="480"/>
        </pc:sldMkLst>
        <pc:spChg chg="mod">
          <ac:chgData name="Paul Winser" userId="c3146a91-e6bd-4264-bd86-e164e04bc32d" providerId="ADAL" clId="{444FAB8A-20FE-4F0D-A306-3117435C86AB}" dt="2024-12-02T20:43:34.585" v="186" actId="113"/>
          <ac:spMkLst>
            <pc:docMk/>
            <pc:sldMk cId="657643787" sldId="480"/>
            <ac:spMk id="3" creationId="{7960A9D3-52F0-4FC8-988B-FD75285918F7}"/>
          </ac:spMkLst>
        </pc:spChg>
        <pc:spChg chg="del">
          <ac:chgData name="Paul Winser" userId="c3146a91-e6bd-4264-bd86-e164e04bc32d" providerId="ADAL" clId="{444FAB8A-20FE-4F0D-A306-3117435C86AB}" dt="2024-12-02T20:36:05.668" v="65" actId="478"/>
          <ac:spMkLst>
            <pc:docMk/>
            <pc:sldMk cId="657643787" sldId="480"/>
            <ac:spMk id="6" creationId="{F74D8788-900C-F043-9E78-CCC33C39CEDD}"/>
          </ac:spMkLst>
        </pc:spChg>
      </pc:sldChg>
      <pc:sldChg chg="delSp mod">
        <pc:chgData name="Paul Winser" userId="c3146a91-e6bd-4264-bd86-e164e04bc32d" providerId="ADAL" clId="{444FAB8A-20FE-4F0D-A306-3117435C86AB}" dt="2024-12-02T20:36:11.380" v="67" actId="478"/>
        <pc:sldMkLst>
          <pc:docMk/>
          <pc:sldMk cId="2620242604" sldId="481"/>
        </pc:sldMkLst>
        <pc:spChg chg="del">
          <ac:chgData name="Paul Winser" userId="c3146a91-e6bd-4264-bd86-e164e04bc32d" providerId="ADAL" clId="{444FAB8A-20FE-4F0D-A306-3117435C86AB}" dt="2024-12-02T20:36:11.380" v="67" actId="478"/>
          <ac:spMkLst>
            <pc:docMk/>
            <pc:sldMk cId="2620242604" sldId="481"/>
            <ac:spMk id="4" creationId="{C948E87E-34B3-D6B7-7883-458566DCE93D}"/>
          </ac:spMkLst>
        </pc:spChg>
      </pc:sldChg>
      <pc:sldChg chg="delSp modSp mod">
        <pc:chgData name="Paul Winser" userId="c3146a91-e6bd-4264-bd86-e164e04bc32d" providerId="ADAL" clId="{444FAB8A-20FE-4F0D-A306-3117435C86AB}" dt="2024-12-02T20:43:46.163" v="187" actId="20577"/>
        <pc:sldMkLst>
          <pc:docMk/>
          <pc:sldMk cId="1725879561" sldId="482"/>
        </pc:sldMkLst>
        <pc:spChg chg="mod">
          <ac:chgData name="Paul Winser" userId="c3146a91-e6bd-4264-bd86-e164e04bc32d" providerId="ADAL" clId="{444FAB8A-20FE-4F0D-A306-3117435C86AB}" dt="2024-12-02T20:43:46.163" v="187" actId="20577"/>
          <ac:spMkLst>
            <pc:docMk/>
            <pc:sldMk cId="1725879561" sldId="482"/>
            <ac:spMk id="3" creationId="{9562F3B1-A00B-497D-8FB3-99D31518DE88}"/>
          </ac:spMkLst>
        </pc:spChg>
        <pc:spChg chg="del">
          <ac:chgData name="Paul Winser" userId="c3146a91-e6bd-4264-bd86-e164e04bc32d" providerId="ADAL" clId="{444FAB8A-20FE-4F0D-A306-3117435C86AB}" dt="2024-12-02T20:36:13.320" v="68" actId="478"/>
          <ac:spMkLst>
            <pc:docMk/>
            <pc:sldMk cId="1725879561" sldId="482"/>
            <ac:spMk id="4" creationId="{9B7E3AAD-FE05-E5B8-C4B4-2EF309733B76}"/>
          </ac:spMkLst>
        </pc:spChg>
      </pc:sldChg>
      <pc:sldChg chg="delSp mod">
        <pc:chgData name="Paul Winser" userId="c3146a91-e6bd-4264-bd86-e164e04bc32d" providerId="ADAL" clId="{444FAB8A-20FE-4F0D-A306-3117435C86AB}" dt="2024-12-02T20:43:48.786" v="188" actId="478"/>
        <pc:sldMkLst>
          <pc:docMk/>
          <pc:sldMk cId="1165297033" sldId="483"/>
        </pc:sldMkLst>
        <pc:spChg chg="del">
          <ac:chgData name="Paul Winser" userId="c3146a91-e6bd-4264-bd86-e164e04bc32d" providerId="ADAL" clId="{444FAB8A-20FE-4F0D-A306-3117435C86AB}" dt="2024-12-02T20:43:48.786" v="188" actId="478"/>
          <ac:spMkLst>
            <pc:docMk/>
            <pc:sldMk cId="1165297033" sldId="483"/>
            <ac:spMk id="4" creationId="{5CA0F5BE-E7B3-11D7-EF0F-564D40EE76E8}"/>
          </ac:spMkLst>
        </pc:spChg>
      </pc:sldChg>
      <pc:sldChg chg="modSp">
        <pc:chgData name="Paul Winser" userId="c3146a91-e6bd-4264-bd86-e164e04bc32d" providerId="ADAL" clId="{444FAB8A-20FE-4F0D-A306-3117435C86AB}" dt="2024-12-02T20:43:53.538" v="189" actId="14100"/>
        <pc:sldMkLst>
          <pc:docMk/>
          <pc:sldMk cId="3586034679" sldId="484"/>
        </pc:sldMkLst>
        <pc:spChg chg="mod">
          <ac:chgData name="Paul Winser" userId="c3146a91-e6bd-4264-bd86-e164e04bc32d" providerId="ADAL" clId="{444FAB8A-20FE-4F0D-A306-3117435C86AB}" dt="2024-12-02T20:43:53.538" v="189" actId="14100"/>
          <ac:spMkLst>
            <pc:docMk/>
            <pc:sldMk cId="3586034679" sldId="484"/>
            <ac:spMk id="3" creationId="{D1E2AED1-9029-44BA-BD0C-53306DF03A76}"/>
          </ac:spMkLst>
        </pc:spChg>
      </pc:sldChg>
      <pc:sldChg chg="delSp mod">
        <pc:chgData name="Paul Winser" userId="c3146a91-e6bd-4264-bd86-e164e04bc32d" providerId="ADAL" clId="{444FAB8A-20FE-4F0D-A306-3117435C86AB}" dt="2024-12-02T20:36:17.635" v="69" actId="478"/>
        <pc:sldMkLst>
          <pc:docMk/>
          <pc:sldMk cId="347522243" sldId="485"/>
        </pc:sldMkLst>
        <pc:spChg chg="del">
          <ac:chgData name="Paul Winser" userId="c3146a91-e6bd-4264-bd86-e164e04bc32d" providerId="ADAL" clId="{444FAB8A-20FE-4F0D-A306-3117435C86AB}" dt="2024-12-02T20:36:17.635" v="69" actId="478"/>
          <ac:spMkLst>
            <pc:docMk/>
            <pc:sldMk cId="347522243" sldId="485"/>
            <ac:spMk id="4" creationId="{74D76C7C-DF05-787D-6EB5-D6FF6FA56B1E}"/>
          </ac:spMkLst>
        </pc:spChg>
      </pc:sldChg>
      <pc:sldChg chg="delSp modSp mod">
        <pc:chgData name="Paul Winser" userId="c3146a91-e6bd-4264-bd86-e164e04bc32d" providerId="ADAL" clId="{444FAB8A-20FE-4F0D-A306-3117435C86AB}" dt="2024-12-02T20:43:59.620" v="191" actId="478"/>
        <pc:sldMkLst>
          <pc:docMk/>
          <pc:sldMk cId="3570862280" sldId="486"/>
        </pc:sldMkLst>
        <pc:spChg chg="mod">
          <ac:chgData name="Paul Winser" userId="c3146a91-e6bd-4264-bd86-e164e04bc32d" providerId="ADAL" clId="{444FAB8A-20FE-4F0D-A306-3117435C86AB}" dt="2024-12-02T20:43:58.090" v="190" actId="1076"/>
          <ac:spMkLst>
            <pc:docMk/>
            <pc:sldMk cId="3570862280" sldId="486"/>
            <ac:spMk id="2" creationId="{7619AFEA-CDB5-457A-8520-055851AE5D1E}"/>
          </ac:spMkLst>
        </pc:spChg>
        <pc:spChg chg="del">
          <ac:chgData name="Paul Winser" userId="c3146a91-e6bd-4264-bd86-e164e04bc32d" providerId="ADAL" clId="{444FAB8A-20FE-4F0D-A306-3117435C86AB}" dt="2024-12-02T20:43:59.620" v="191" actId="478"/>
          <ac:spMkLst>
            <pc:docMk/>
            <pc:sldMk cId="3570862280" sldId="486"/>
            <ac:spMk id="4" creationId="{BF9A2D92-5B84-E998-D675-247F0D8CCA7F}"/>
          </ac:spMkLst>
        </pc:spChg>
      </pc:sldChg>
      <pc:sldChg chg="delSp modSp mod">
        <pc:chgData name="Paul Winser" userId="c3146a91-e6bd-4264-bd86-e164e04bc32d" providerId="ADAL" clId="{444FAB8A-20FE-4F0D-A306-3117435C86AB}" dt="2024-12-02T20:44:03.587" v="193" actId="6549"/>
        <pc:sldMkLst>
          <pc:docMk/>
          <pc:sldMk cId="3086205612" sldId="487"/>
        </pc:sldMkLst>
        <pc:spChg chg="mod">
          <ac:chgData name="Paul Winser" userId="c3146a91-e6bd-4264-bd86-e164e04bc32d" providerId="ADAL" clId="{444FAB8A-20FE-4F0D-A306-3117435C86AB}" dt="2024-12-02T20:44:03.587" v="193" actId="6549"/>
          <ac:spMkLst>
            <pc:docMk/>
            <pc:sldMk cId="3086205612" sldId="487"/>
            <ac:spMk id="3" creationId="{B2741E7C-7B74-4E76-9C05-1B9B7CF3C4E5}"/>
          </ac:spMkLst>
        </pc:spChg>
        <pc:spChg chg="del">
          <ac:chgData name="Paul Winser" userId="c3146a91-e6bd-4264-bd86-e164e04bc32d" providerId="ADAL" clId="{444FAB8A-20FE-4F0D-A306-3117435C86AB}" dt="2024-12-02T20:36:20.370" v="70" actId="478"/>
          <ac:spMkLst>
            <pc:docMk/>
            <pc:sldMk cId="3086205612" sldId="487"/>
            <ac:spMk id="4" creationId="{90284AC5-8C41-A2C9-C71A-29B4278F11AB}"/>
          </ac:spMkLst>
        </pc:spChg>
      </pc:sldChg>
      <pc:sldChg chg="delSp modSp mod">
        <pc:chgData name="Paul Winser" userId="c3146a91-e6bd-4264-bd86-e164e04bc32d" providerId="ADAL" clId="{444FAB8A-20FE-4F0D-A306-3117435C86AB}" dt="2024-12-02T20:44:12.063" v="195" actId="1076"/>
        <pc:sldMkLst>
          <pc:docMk/>
          <pc:sldMk cId="4050384786" sldId="488"/>
        </pc:sldMkLst>
        <pc:spChg chg="mod">
          <ac:chgData name="Paul Winser" userId="c3146a91-e6bd-4264-bd86-e164e04bc32d" providerId="ADAL" clId="{444FAB8A-20FE-4F0D-A306-3117435C86AB}" dt="2024-12-02T20:44:12.063" v="195" actId="1076"/>
          <ac:spMkLst>
            <pc:docMk/>
            <pc:sldMk cId="4050384786" sldId="488"/>
            <ac:spMk id="2" creationId="{6F44EB27-3BCC-41FD-B263-7FF90FEE75BF}"/>
          </ac:spMkLst>
        </pc:spChg>
        <pc:spChg chg="mod">
          <ac:chgData name="Paul Winser" userId="c3146a91-e6bd-4264-bd86-e164e04bc32d" providerId="ADAL" clId="{444FAB8A-20FE-4F0D-A306-3117435C86AB}" dt="2024-12-02T20:44:09.856" v="194" actId="1076"/>
          <ac:spMkLst>
            <pc:docMk/>
            <pc:sldMk cId="4050384786" sldId="488"/>
            <ac:spMk id="3" creationId="{7385371F-521D-4CC6-AF8B-0C55A82489F3}"/>
          </ac:spMkLst>
        </pc:spChg>
        <pc:spChg chg="del">
          <ac:chgData name="Paul Winser" userId="c3146a91-e6bd-4264-bd86-e164e04bc32d" providerId="ADAL" clId="{444FAB8A-20FE-4F0D-A306-3117435C86AB}" dt="2024-12-02T20:36:22.372" v="71" actId="478"/>
          <ac:spMkLst>
            <pc:docMk/>
            <pc:sldMk cId="4050384786" sldId="488"/>
            <ac:spMk id="4" creationId="{90C8379B-C5E5-95DB-DA1D-0E0C527AACCF}"/>
          </ac:spMkLst>
        </pc:spChg>
      </pc:sldChg>
      <pc:sldChg chg="delSp modSp mod">
        <pc:chgData name="Paul Winser" userId="c3146a91-e6bd-4264-bd86-e164e04bc32d" providerId="ADAL" clId="{444FAB8A-20FE-4F0D-A306-3117435C86AB}" dt="2024-12-02T20:44:14.624" v="196" actId="5793"/>
        <pc:sldMkLst>
          <pc:docMk/>
          <pc:sldMk cId="668105209" sldId="489"/>
        </pc:sldMkLst>
        <pc:spChg chg="mod">
          <ac:chgData name="Paul Winser" userId="c3146a91-e6bd-4264-bd86-e164e04bc32d" providerId="ADAL" clId="{444FAB8A-20FE-4F0D-A306-3117435C86AB}" dt="2024-12-02T20:44:14.624" v="196" actId="5793"/>
          <ac:spMkLst>
            <pc:docMk/>
            <pc:sldMk cId="668105209" sldId="489"/>
            <ac:spMk id="3" creationId="{D4F7B835-70B6-4018-B3F6-110353AC56AE}"/>
          </ac:spMkLst>
        </pc:spChg>
        <pc:spChg chg="del">
          <ac:chgData name="Paul Winser" userId="c3146a91-e6bd-4264-bd86-e164e04bc32d" providerId="ADAL" clId="{444FAB8A-20FE-4F0D-A306-3117435C86AB}" dt="2024-12-02T20:36:24.566" v="72" actId="478"/>
          <ac:spMkLst>
            <pc:docMk/>
            <pc:sldMk cId="668105209" sldId="489"/>
            <ac:spMk id="4" creationId="{08D59578-8EF0-CA9A-FD56-F670050D1FAA}"/>
          </ac:spMkLst>
        </pc:spChg>
      </pc:sldChg>
      <pc:sldChg chg="delSp modSp mod">
        <pc:chgData name="Paul Winser" userId="c3146a91-e6bd-4264-bd86-e164e04bc32d" providerId="ADAL" clId="{444FAB8A-20FE-4F0D-A306-3117435C86AB}" dt="2024-12-02T20:44:20.547" v="198" actId="5793"/>
        <pc:sldMkLst>
          <pc:docMk/>
          <pc:sldMk cId="3346830956" sldId="490"/>
        </pc:sldMkLst>
        <pc:spChg chg="mod">
          <ac:chgData name="Paul Winser" userId="c3146a91-e6bd-4264-bd86-e164e04bc32d" providerId="ADAL" clId="{444FAB8A-20FE-4F0D-A306-3117435C86AB}" dt="2024-12-02T20:44:20.547" v="198" actId="5793"/>
          <ac:spMkLst>
            <pc:docMk/>
            <pc:sldMk cId="3346830956" sldId="490"/>
            <ac:spMk id="3" creationId="{03BB3ADD-0C5D-42B2-8529-3A149A766212}"/>
          </ac:spMkLst>
        </pc:spChg>
        <pc:spChg chg="del">
          <ac:chgData name="Paul Winser" userId="c3146a91-e6bd-4264-bd86-e164e04bc32d" providerId="ADAL" clId="{444FAB8A-20FE-4F0D-A306-3117435C86AB}" dt="2024-12-02T20:36:27.060" v="73" actId="478"/>
          <ac:spMkLst>
            <pc:docMk/>
            <pc:sldMk cId="3346830956" sldId="490"/>
            <ac:spMk id="4" creationId="{1CE19253-3824-0291-86EB-67848116844D}"/>
          </ac:spMkLst>
        </pc:spChg>
      </pc:sldChg>
      <pc:sldChg chg="delSp modSp mod">
        <pc:chgData name="Paul Winser" userId="c3146a91-e6bd-4264-bd86-e164e04bc32d" providerId="ADAL" clId="{444FAB8A-20FE-4F0D-A306-3117435C86AB}" dt="2024-12-02T20:44:23.504" v="199" actId="5793"/>
        <pc:sldMkLst>
          <pc:docMk/>
          <pc:sldMk cId="3202310446" sldId="491"/>
        </pc:sldMkLst>
        <pc:spChg chg="mod">
          <ac:chgData name="Paul Winser" userId="c3146a91-e6bd-4264-bd86-e164e04bc32d" providerId="ADAL" clId="{444FAB8A-20FE-4F0D-A306-3117435C86AB}" dt="2024-12-02T20:44:23.504" v="199" actId="5793"/>
          <ac:spMkLst>
            <pc:docMk/>
            <pc:sldMk cId="3202310446" sldId="491"/>
            <ac:spMk id="3" creationId="{D9DE4F9A-26DE-47B6-A8A2-544F6924CE01}"/>
          </ac:spMkLst>
        </pc:spChg>
        <pc:spChg chg="del">
          <ac:chgData name="Paul Winser" userId="c3146a91-e6bd-4264-bd86-e164e04bc32d" providerId="ADAL" clId="{444FAB8A-20FE-4F0D-A306-3117435C86AB}" dt="2024-12-02T20:36:30.451" v="74" actId="478"/>
          <ac:spMkLst>
            <pc:docMk/>
            <pc:sldMk cId="3202310446" sldId="491"/>
            <ac:spMk id="4" creationId="{6EBBF307-2B2B-C440-FB16-668AA37E4DBB}"/>
          </ac:spMkLst>
        </pc:spChg>
      </pc:sldChg>
      <pc:sldChg chg="delSp modSp mod">
        <pc:chgData name="Paul Winser" userId="c3146a91-e6bd-4264-bd86-e164e04bc32d" providerId="ADAL" clId="{444FAB8A-20FE-4F0D-A306-3117435C86AB}" dt="2024-12-02T20:44:26.528" v="200" actId="5793"/>
        <pc:sldMkLst>
          <pc:docMk/>
          <pc:sldMk cId="628067644" sldId="492"/>
        </pc:sldMkLst>
        <pc:spChg chg="mod">
          <ac:chgData name="Paul Winser" userId="c3146a91-e6bd-4264-bd86-e164e04bc32d" providerId="ADAL" clId="{444FAB8A-20FE-4F0D-A306-3117435C86AB}" dt="2024-12-02T20:44:26.528" v="200" actId="5793"/>
          <ac:spMkLst>
            <pc:docMk/>
            <pc:sldMk cId="628067644" sldId="492"/>
            <ac:spMk id="3" creationId="{CA1B7F40-6B7D-4E7F-8048-3FAC2BCB6DCD}"/>
          </ac:spMkLst>
        </pc:spChg>
        <pc:spChg chg="del">
          <ac:chgData name="Paul Winser" userId="c3146a91-e6bd-4264-bd86-e164e04bc32d" providerId="ADAL" clId="{444FAB8A-20FE-4F0D-A306-3117435C86AB}" dt="2024-12-02T20:36:33.640" v="75" actId="478"/>
          <ac:spMkLst>
            <pc:docMk/>
            <pc:sldMk cId="628067644" sldId="492"/>
            <ac:spMk id="4" creationId="{DE2541F7-AF3A-E2C4-F026-3C2040383E21}"/>
          </ac:spMkLst>
        </pc:spChg>
      </pc:sldChg>
      <pc:sldChg chg="delSp modSp mod">
        <pc:chgData name="Paul Winser" userId="c3146a91-e6bd-4264-bd86-e164e04bc32d" providerId="ADAL" clId="{444FAB8A-20FE-4F0D-A306-3117435C86AB}" dt="2024-12-02T20:44:29.392" v="201" actId="5793"/>
        <pc:sldMkLst>
          <pc:docMk/>
          <pc:sldMk cId="3403383465" sldId="493"/>
        </pc:sldMkLst>
        <pc:spChg chg="mod">
          <ac:chgData name="Paul Winser" userId="c3146a91-e6bd-4264-bd86-e164e04bc32d" providerId="ADAL" clId="{444FAB8A-20FE-4F0D-A306-3117435C86AB}" dt="2024-12-02T20:44:29.392" v="201" actId="5793"/>
          <ac:spMkLst>
            <pc:docMk/>
            <pc:sldMk cId="3403383465" sldId="493"/>
            <ac:spMk id="3" creationId="{67B2EA03-8976-4E2D-BFD0-5AF839BD50D8}"/>
          </ac:spMkLst>
        </pc:spChg>
        <pc:spChg chg="del">
          <ac:chgData name="Paul Winser" userId="c3146a91-e6bd-4264-bd86-e164e04bc32d" providerId="ADAL" clId="{444FAB8A-20FE-4F0D-A306-3117435C86AB}" dt="2024-12-02T20:36:37.845" v="77" actId="478"/>
          <ac:spMkLst>
            <pc:docMk/>
            <pc:sldMk cId="3403383465" sldId="493"/>
            <ac:spMk id="5" creationId="{2EB9D982-4A85-44DC-2D11-30B05482E550}"/>
          </ac:spMkLst>
        </pc:spChg>
      </pc:sldChg>
      <pc:sldChg chg="delSp mod">
        <pc:chgData name="Paul Winser" userId="c3146a91-e6bd-4264-bd86-e164e04bc32d" providerId="ADAL" clId="{444FAB8A-20FE-4F0D-A306-3117435C86AB}" dt="2024-12-02T20:36:36.036" v="76" actId="478"/>
        <pc:sldMkLst>
          <pc:docMk/>
          <pc:sldMk cId="3713043221" sldId="494"/>
        </pc:sldMkLst>
        <pc:spChg chg="del">
          <ac:chgData name="Paul Winser" userId="c3146a91-e6bd-4264-bd86-e164e04bc32d" providerId="ADAL" clId="{444FAB8A-20FE-4F0D-A306-3117435C86AB}" dt="2024-12-02T20:36:36.036" v="76" actId="478"/>
          <ac:spMkLst>
            <pc:docMk/>
            <pc:sldMk cId="3713043221" sldId="494"/>
            <ac:spMk id="4" creationId="{ADA0F407-8C3E-9DD3-61DE-8F263B595B1B}"/>
          </ac:spMkLst>
        </pc:spChg>
      </pc:sldChg>
      <pc:sldChg chg="delSp mod">
        <pc:chgData name="Paul Winser" userId="c3146a91-e6bd-4264-bd86-e164e04bc32d" providerId="ADAL" clId="{444FAB8A-20FE-4F0D-A306-3117435C86AB}" dt="2024-12-02T20:33:14.549" v="3" actId="478"/>
        <pc:sldMkLst>
          <pc:docMk/>
          <pc:sldMk cId="479065892" sldId="495"/>
        </pc:sldMkLst>
        <pc:spChg chg="del">
          <ac:chgData name="Paul Winser" userId="c3146a91-e6bd-4264-bd86-e164e04bc32d" providerId="ADAL" clId="{444FAB8A-20FE-4F0D-A306-3117435C86AB}" dt="2024-12-02T20:33:14.549" v="3" actId="478"/>
          <ac:spMkLst>
            <pc:docMk/>
            <pc:sldMk cId="479065892" sldId="495"/>
            <ac:spMk id="6" creationId="{189D6B31-2FE0-5314-473E-C39925AF6BE0}"/>
          </ac:spMkLst>
        </pc:spChg>
      </pc:sldChg>
      <pc:sldChg chg="delSp mod">
        <pc:chgData name="Paul Winser" userId="c3146a91-e6bd-4264-bd86-e164e04bc32d" providerId="ADAL" clId="{444FAB8A-20FE-4F0D-A306-3117435C86AB}" dt="2024-12-02T20:33:16.598" v="4" actId="478"/>
        <pc:sldMkLst>
          <pc:docMk/>
          <pc:sldMk cId="3981027210" sldId="496"/>
        </pc:sldMkLst>
        <pc:spChg chg="del">
          <ac:chgData name="Paul Winser" userId="c3146a91-e6bd-4264-bd86-e164e04bc32d" providerId="ADAL" clId="{444FAB8A-20FE-4F0D-A306-3117435C86AB}" dt="2024-12-02T20:33:16.598" v="4" actId="478"/>
          <ac:spMkLst>
            <pc:docMk/>
            <pc:sldMk cId="3981027210" sldId="496"/>
            <ac:spMk id="4" creationId="{7F922446-24D7-7433-AD49-F69FA48096E5}"/>
          </ac:spMkLst>
        </pc:spChg>
      </pc:sldChg>
      <pc:sldChg chg="modSp add mod">
        <pc:chgData name="Paul Winser" userId="c3146a91-e6bd-4264-bd86-e164e04bc32d" providerId="ADAL" clId="{444FAB8A-20FE-4F0D-A306-3117435C86AB}" dt="2024-12-02T20:38:01.257" v="94" actId="6549"/>
        <pc:sldMkLst>
          <pc:docMk/>
          <pc:sldMk cId="2683506342" sldId="497"/>
        </pc:sldMkLst>
        <pc:spChg chg="mod">
          <ac:chgData name="Paul Winser" userId="c3146a91-e6bd-4264-bd86-e164e04bc32d" providerId="ADAL" clId="{444FAB8A-20FE-4F0D-A306-3117435C86AB}" dt="2024-12-02T20:38:01.257" v="94" actId="6549"/>
          <ac:spMkLst>
            <pc:docMk/>
            <pc:sldMk cId="2683506342" sldId="497"/>
            <ac:spMk id="3" creationId="{42179879-09DC-43AE-8817-59C869DC7F09}"/>
          </ac:spMkLst>
        </pc:spChg>
      </pc:sldChg>
      <pc:sldChg chg="modSp add mod">
        <pc:chgData name="Paul Winser" userId="c3146a91-e6bd-4264-bd86-e164e04bc32d" providerId="ADAL" clId="{444FAB8A-20FE-4F0D-A306-3117435C86AB}" dt="2024-12-02T20:38:50.367" v="112" actId="403"/>
        <pc:sldMkLst>
          <pc:docMk/>
          <pc:sldMk cId="3238401533" sldId="498"/>
        </pc:sldMkLst>
        <pc:spChg chg="mod">
          <ac:chgData name="Paul Winser" userId="c3146a91-e6bd-4264-bd86-e164e04bc32d" providerId="ADAL" clId="{444FAB8A-20FE-4F0D-A306-3117435C86AB}" dt="2024-12-02T20:38:50.367" v="112" actId="403"/>
          <ac:spMkLst>
            <pc:docMk/>
            <pc:sldMk cId="3238401533" sldId="498"/>
            <ac:spMk id="3" creationId="{47E4A09A-59FD-4BCA-832B-25C4823A868E}"/>
          </ac:spMkLst>
        </pc:spChg>
      </pc:sldChg>
    </pc:docChg>
  </pc:docChgLst>
  <pc:docChgLst>
    <pc:chgData name="Paul Winser" userId="c3146a91-e6bd-4264-bd86-e164e04bc32d" providerId="ADAL" clId="{D0E4D837-0002-4594-9358-5E29EFDD765E}"/>
    <pc:docChg chg="addSld modSld">
      <pc:chgData name="Paul Winser" userId="c3146a91-e6bd-4264-bd86-e164e04bc32d" providerId="ADAL" clId="{D0E4D837-0002-4594-9358-5E29EFDD765E}" dt="2025-01-23T09:23:59.634" v="96"/>
      <pc:docMkLst>
        <pc:docMk/>
      </pc:docMkLst>
      <pc:sldChg chg="addSp modSp mod">
        <pc:chgData name="Paul Winser" userId="c3146a91-e6bd-4264-bd86-e164e04bc32d" providerId="ADAL" clId="{D0E4D837-0002-4594-9358-5E29EFDD765E}" dt="2025-01-06T11:32:27.908" v="4" actId="20577"/>
        <pc:sldMkLst>
          <pc:docMk/>
          <pc:sldMk cId="0" sldId="256"/>
        </pc:sldMkLst>
        <pc:spChg chg="add mod">
          <ac:chgData name="Paul Winser" userId="c3146a91-e6bd-4264-bd86-e164e04bc32d" providerId="ADAL" clId="{D0E4D837-0002-4594-9358-5E29EFDD765E}" dt="2025-01-06T11:32:27.908" v="4" actId="20577"/>
          <ac:spMkLst>
            <pc:docMk/>
            <pc:sldMk cId="0" sldId="256"/>
            <ac:spMk id="2" creationId="{07C6F3D5-7A7D-9FDA-8C12-C16F84D39163}"/>
          </ac:spMkLst>
        </pc:spChg>
      </pc:sldChg>
      <pc:sldChg chg="addSp modSp">
        <pc:chgData name="Paul Winser" userId="c3146a91-e6bd-4264-bd86-e164e04bc32d" providerId="ADAL" clId="{D0E4D837-0002-4594-9358-5E29EFDD765E}" dt="2025-01-06T11:32:34.676" v="7"/>
        <pc:sldMkLst>
          <pc:docMk/>
          <pc:sldMk cId="0" sldId="258"/>
        </pc:sldMkLst>
        <pc:spChg chg="add mod">
          <ac:chgData name="Paul Winser" userId="c3146a91-e6bd-4264-bd86-e164e04bc32d" providerId="ADAL" clId="{D0E4D837-0002-4594-9358-5E29EFDD765E}" dt="2025-01-06T11:32:34.676" v="7"/>
          <ac:spMkLst>
            <pc:docMk/>
            <pc:sldMk cId="0" sldId="258"/>
            <ac:spMk id="2" creationId="{CC717EE7-7FDB-BCD9-931C-5DFAA881924E}"/>
          </ac:spMkLst>
        </pc:spChg>
      </pc:sldChg>
      <pc:sldChg chg="addSp modSp">
        <pc:chgData name="Paul Winser" userId="c3146a91-e6bd-4264-bd86-e164e04bc32d" providerId="ADAL" clId="{D0E4D837-0002-4594-9358-5E29EFDD765E}" dt="2025-01-06T11:32:36.103" v="8"/>
        <pc:sldMkLst>
          <pc:docMk/>
          <pc:sldMk cId="0" sldId="272"/>
        </pc:sldMkLst>
        <pc:spChg chg="add mod">
          <ac:chgData name="Paul Winser" userId="c3146a91-e6bd-4264-bd86-e164e04bc32d" providerId="ADAL" clId="{D0E4D837-0002-4594-9358-5E29EFDD765E}" dt="2025-01-06T11:32:36.103" v="8"/>
          <ac:spMkLst>
            <pc:docMk/>
            <pc:sldMk cId="0" sldId="272"/>
            <ac:spMk id="2" creationId="{E4D944B9-2C54-716F-5A41-37837A755834}"/>
          </ac:spMkLst>
        </pc:spChg>
      </pc:sldChg>
      <pc:sldChg chg="addSp modSp">
        <pc:chgData name="Paul Winser" userId="c3146a91-e6bd-4264-bd86-e164e04bc32d" providerId="ADAL" clId="{D0E4D837-0002-4594-9358-5E29EFDD765E}" dt="2025-01-06T11:33:41.128" v="55"/>
        <pc:sldMkLst>
          <pc:docMk/>
          <pc:sldMk cId="211838768" sldId="319"/>
        </pc:sldMkLst>
        <pc:spChg chg="add mod">
          <ac:chgData name="Paul Winser" userId="c3146a91-e6bd-4264-bd86-e164e04bc32d" providerId="ADAL" clId="{D0E4D837-0002-4594-9358-5E29EFDD765E}" dt="2025-01-06T11:33:41.128" v="55"/>
          <ac:spMkLst>
            <pc:docMk/>
            <pc:sldMk cId="211838768" sldId="319"/>
            <ac:spMk id="2" creationId="{4BB24A42-CCAC-B287-4E2B-7971B4C3C914}"/>
          </ac:spMkLst>
        </pc:spChg>
      </pc:sldChg>
      <pc:sldChg chg="addSp modSp">
        <pc:chgData name="Paul Winser" userId="c3146a91-e6bd-4264-bd86-e164e04bc32d" providerId="ADAL" clId="{D0E4D837-0002-4594-9358-5E29EFDD765E}" dt="2025-01-06T11:32:37.650" v="9"/>
        <pc:sldMkLst>
          <pc:docMk/>
          <pc:sldMk cId="4160411727" sldId="381"/>
        </pc:sldMkLst>
        <pc:spChg chg="add mod">
          <ac:chgData name="Paul Winser" userId="c3146a91-e6bd-4264-bd86-e164e04bc32d" providerId="ADAL" clId="{D0E4D837-0002-4594-9358-5E29EFDD765E}" dt="2025-01-06T11:32:37.650" v="9"/>
          <ac:spMkLst>
            <pc:docMk/>
            <pc:sldMk cId="4160411727" sldId="381"/>
            <ac:spMk id="3" creationId="{3E9E77EB-6FD2-728F-F1D6-268C00504577}"/>
          </ac:spMkLst>
        </pc:spChg>
      </pc:sldChg>
      <pc:sldChg chg="addSp modSp">
        <pc:chgData name="Paul Winser" userId="c3146a91-e6bd-4264-bd86-e164e04bc32d" providerId="ADAL" clId="{D0E4D837-0002-4594-9358-5E29EFDD765E}" dt="2025-01-06T11:34:18.114" v="79"/>
        <pc:sldMkLst>
          <pc:docMk/>
          <pc:sldMk cId="2136879735" sldId="382"/>
        </pc:sldMkLst>
        <pc:spChg chg="add mod">
          <ac:chgData name="Paul Winser" userId="c3146a91-e6bd-4264-bd86-e164e04bc32d" providerId="ADAL" clId="{D0E4D837-0002-4594-9358-5E29EFDD765E}" dt="2025-01-06T11:34:18.114" v="79"/>
          <ac:spMkLst>
            <pc:docMk/>
            <pc:sldMk cId="2136879735" sldId="382"/>
            <ac:spMk id="2" creationId="{0061E407-8B77-459B-9677-487F63B6F73A}"/>
          </ac:spMkLst>
        </pc:spChg>
      </pc:sldChg>
      <pc:sldChg chg="addSp modSp">
        <pc:chgData name="Paul Winser" userId="c3146a91-e6bd-4264-bd86-e164e04bc32d" providerId="ADAL" clId="{D0E4D837-0002-4594-9358-5E29EFDD765E}" dt="2025-01-06T11:32:48.436" v="16"/>
        <pc:sldMkLst>
          <pc:docMk/>
          <pc:sldMk cId="451467700" sldId="385"/>
        </pc:sldMkLst>
        <pc:spChg chg="add mod">
          <ac:chgData name="Paul Winser" userId="c3146a91-e6bd-4264-bd86-e164e04bc32d" providerId="ADAL" clId="{D0E4D837-0002-4594-9358-5E29EFDD765E}" dt="2025-01-06T11:32:48.436" v="16"/>
          <ac:spMkLst>
            <pc:docMk/>
            <pc:sldMk cId="451467700" sldId="385"/>
            <ac:spMk id="4" creationId="{4146414F-568D-975A-726B-83B82F1A58DC}"/>
          </ac:spMkLst>
        </pc:spChg>
      </pc:sldChg>
      <pc:sldChg chg="addSp modSp">
        <pc:chgData name="Paul Winser" userId="c3146a91-e6bd-4264-bd86-e164e04bc32d" providerId="ADAL" clId="{D0E4D837-0002-4594-9358-5E29EFDD765E}" dt="2025-01-06T11:32:57.665" v="23"/>
        <pc:sldMkLst>
          <pc:docMk/>
          <pc:sldMk cId="2104495609" sldId="387"/>
        </pc:sldMkLst>
        <pc:spChg chg="add mod">
          <ac:chgData name="Paul Winser" userId="c3146a91-e6bd-4264-bd86-e164e04bc32d" providerId="ADAL" clId="{D0E4D837-0002-4594-9358-5E29EFDD765E}" dt="2025-01-06T11:32:57.665" v="23"/>
          <ac:spMkLst>
            <pc:docMk/>
            <pc:sldMk cId="2104495609" sldId="387"/>
            <ac:spMk id="3" creationId="{7F50F90B-23DF-3354-35AD-2C570882208B}"/>
          </ac:spMkLst>
        </pc:spChg>
      </pc:sldChg>
      <pc:sldChg chg="addSp modSp">
        <pc:chgData name="Paul Winser" userId="c3146a91-e6bd-4264-bd86-e164e04bc32d" providerId="ADAL" clId="{D0E4D837-0002-4594-9358-5E29EFDD765E}" dt="2025-01-06T11:33:17.317" v="38"/>
        <pc:sldMkLst>
          <pc:docMk/>
          <pc:sldMk cId="141627027" sldId="392"/>
        </pc:sldMkLst>
        <pc:spChg chg="add mod">
          <ac:chgData name="Paul Winser" userId="c3146a91-e6bd-4264-bd86-e164e04bc32d" providerId="ADAL" clId="{D0E4D837-0002-4594-9358-5E29EFDD765E}" dt="2025-01-06T11:33:17.317" v="38"/>
          <ac:spMkLst>
            <pc:docMk/>
            <pc:sldMk cId="141627027" sldId="392"/>
            <ac:spMk id="2" creationId="{F7A992DB-3B3B-431F-3273-FDDDBBD35395}"/>
          </ac:spMkLst>
        </pc:spChg>
      </pc:sldChg>
      <pc:sldChg chg="addSp modSp">
        <pc:chgData name="Paul Winser" userId="c3146a91-e6bd-4264-bd86-e164e04bc32d" providerId="ADAL" clId="{D0E4D837-0002-4594-9358-5E29EFDD765E}" dt="2025-01-06T11:33:23.423" v="43"/>
        <pc:sldMkLst>
          <pc:docMk/>
          <pc:sldMk cId="3731231839" sldId="394"/>
        </pc:sldMkLst>
        <pc:spChg chg="add mod">
          <ac:chgData name="Paul Winser" userId="c3146a91-e6bd-4264-bd86-e164e04bc32d" providerId="ADAL" clId="{D0E4D837-0002-4594-9358-5E29EFDD765E}" dt="2025-01-06T11:33:23.423" v="43"/>
          <ac:spMkLst>
            <pc:docMk/>
            <pc:sldMk cId="3731231839" sldId="394"/>
            <ac:spMk id="2" creationId="{0C19E7F8-C9B2-2248-F1B3-01A22BF8EE68}"/>
          </ac:spMkLst>
        </pc:spChg>
      </pc:sldChg>
      <pc:sldChg chg="addSp modSp">
        <pc:chgData name="Paul Winser" userId="c3146a91-e6bd-4264-bd86-e164e04bc32d" providerId="ADAL" clId="{D0E4D837-0002-4594-9358-5E29EFDD765E}" dt="2025-01-06T11:33:31.276" v="48"/>
        <pc:sldMkLst>
          <pc:docMk/>
          <pc:sldMk cId="3850506620" sldId="398"/>
        </pc:sldMkLst>
        <pc:spChg chg="add mod">
          <ac:chgData name="Paul Winser" userId="c3146a91-e6bd-4264-bd86-e164e04bc32d" providerId="ADAL" clId="{D0E4D837-0002-4594-9358-5E29EFDD765E}" dt="2025-01-06T11:33:31.276" v="48"/>
          <ac:spMkLst>
            <pc:docMk/>
            <pc:sldMk cId="3850506620" sldId="398"/>
            <ac:spMk id="3" creationId="{4D01258E-912B-ED94-03EC-05278815C9AE}"/>
          </ac:spMkLst>
        </pc:spChg>
      </pc:sldChg>
      <pc:sldChg chg="addSp modSp">
        <pc:chgData name="Paul Winser" userId="c3146a91-e6bd-4264-bd86-e164e04bc32d" providerId="ADAL" clId="{D0E4D837-0002-4594-9358-5E29EFDD765E}" dt="2025-01-06T11:34:02.990" v="68"/>
        <pc:sldMkLst>
          <pc:docMk/>
          <pc:sldMk cId="1356238546" sldId="407"/>
        </pc:sldMkLst>
        <pc:spChg chg="add mod">
          <ac:chgData name="Paul Winser" userId="c3146a91-e6bd-4264-bd86-e164e04bc32d" providerId="ADAL" clId="{D0E4D837-0002-4594-9358-5E29EFDD765E}" dt="2025-01-06T11:34:02.990" v="68"/>
          <ac:spMkLst>
            <pc:docMk/>
            <pc:sldMk cId="1356238546" sldId="407"/>
            <ac:spMk id="2" creationId="{B79B84E6-33A9-DEC0-2E3C-C89D887D61B5}"/>
          </ac:spMkLst>
        </pc:spChg>
      </pc:sldChg>
      <pc:sldChg chg="addSp modSp">
        <pc:chgData name="Paul Winser" userId="c3146a91-e6bd-4264-bd86-e164e04bc32d" providerId="ADAL" clId="{D0E4D837-0002-4594-9358-5E29EFDD765E}" dt="2025-01-06T11:34:11.188" v="74"/>
        <pc:sldMkLst>
          <pc:docMk/>
          <pc:sldMk cId="2112198517" sldId="411"/>
        </pc:sldMkLst>
        <pc:spChg chg="add mod">
          <ac:chgData name="Paul Winser" userId="c3146a91-e6bd-4264-bd86-e164e04bc32d" providerId="ADAL" clId="{D0E4D837-0002-4594-9358-5E29EFDD765E}" dt="2025-01-06T11:34:11.188" v="74"/>
          <ac:spMkLst>
            <pc:docMk/>
            <pc:sldMk cId="2112198517" sldId="411"/>
            <ac:spMk id="3" creationId="{8CC1C62A-B851-537E-5CB0-C7A3950B0632}"/>
          </ac:spMkLst>
        </pc:spChg>
      </pc:sldChg>
      <pc:sldChg chg="addSp modSp">
        <pc:chgData name="Paul Winser" userId="c3146a91-e6bd-4264-bd86-e164e04bc32d" providerId="ADAL" clId="{D0E4D837-0002-4594-9358-5E29EFDD765E}" dt="2025-01-06T11:32:39.157" v="10"/>
        <pc:sldMkLst>
          <pc:docMk/>
          <pc:sldMk cId="359758448" sldId="419"/>
        </pc:sldMkLst>
        <pc:spChg chg="add mod">
          <ac:chgData name="Paul Winser" userId="c3146a91-e6bd-4264-bd86-e164e04bc32d" providerId="ADAL" clId="{D0E4D837-0002-4594-9358-5E29EFDD765E}" dt="2025-01-06T11:32:39.157" v="10"/>
          <ac:spMkLst>
            <pc:docMk/>
            <pc:sldMk cId="359758448" sldId="419"/>
            <ac:spMk id="4" creationId="{03369FF3-F5FE-32B8-3754-7C5451CF74C5}"/>
          </ac:spMkLst>
        </pc:spChg>
      </pc:sldChg>
      <pc:sldChg chg="addSp modSp">
        <pc:chgData name="Paul Winser" userId="c3146a91-e6bd-4264-bd86-e164e04bc32d" providerId="ADAL" clId="{D0E4D837-0002-4594-9358-5E29EFDD765E}" dt="2025-01-06T11:32:40.657" v="11"/>
        <pc:sldMkLst>
          <pc:docMk/>
          <pc:sldMk cId="3115854959" sldId="420"/>
        </pc:sldMkLst>
        <pc:spChg chg="add mod">
          <ac:chgData name="Paul Winser" userId="c3146a91-e6bd-4264-bd86-e164e04bc32d" providerId="ADAL" clId="{D0E4D837-0002-4594-9358-5E29EFDD765E}" dt="2025-01-06T11:32:40.657" v="11"/>
          <ac:spMkLst>
            <pc:docMk/>
            <pc:sldMk cId="3115854959" sldId="420"/>
            <ac:spMk id="4" creationId="{26BB6423-6F90-9CED-A712-08177C5813D3}"/>
          </ac:spMkLst>
        </pc:spChg>
      </pc:sldChg>
      <pc:sldChg chg="addSp modSp">
        <pc:chgData name="Paul Winser" userId="c3146a91-e6bd-4264-bd86-e164e04bc32d" providerId="ADAL" clId="{D0E4D837-0002-4594-9358-5E29EFDD765E}" dt="2025-01-06T11:32:42.395" v="12"/>
        <pc:sldMkLst>
          <pc:docMk/>
          <pc:sldMk cId="4078111108" sldId="421"/>
        </pc:sldMkLst>
        <pc:spChg chg="add mod">
          <ac:chgData name="Paul Winser" userId="c3146a91-e6bd-4264-bd86-e164e04bc32d" providerId="ADAL" clId="{D0E4D837-0002-4594-9358-5E29EFDD765E}" dt="2025-01-06T11:32:42.395" v="12"/>
          <ac:spMkLst>
            <pc:docMk/>
            <pc:sldMk cId="4078111108" sldId="421"/>
            <ac:spMk id="4" creationId="{D01195C0-01F3-ABE1-6972-8A0A982C8DCB}"/>
          </ac:spMkLst>
        </pc:spChg>
      </pc:sldChg>
      <pc:sldChg chg="addSp modSp">
        <pc:chgData name="Paul Winser" userId="c3146a91-e6bd-4264-bd86-e164e04bc32d" providerId="ADAL" clId="{D0E4D837-0002-4594-9358-5E29EFDD765E}" dt="2025-01-06T11:32:43.798" v="13"/>
        <pc:sldMkLst>
          <pc:docMk/>
          <pc:sldMk cId="3168202469" sldId="422"/>
        </pc:sldMkLst>
        <pc:spChg chg="add mod">
          <ac:chgData name="Paul Winser" userId="c3146a91-e6bd-4264-bd86-e164e04bc32d" providerId="ADAL" clId="{D0E4D837-0002-4594-9358-5E29EFDD765E}" dt="2025-01-06T11:32:43.798" v="13"/>
          <ac:spMkLst>
            <pc:docMk/>
            <pc:sldMk cId="3168202469" sldId="422"/>
            <ac:spMk id="4" creationId="{F8B2921B-8AA8-63B2-7B46-A80A2C20DCF0}"/>
          </ac:spMkLst>
        </pc:spChg>
      </pc:sldChg>
      <pc:sldChg chg="addSp modSp">
        <pc:chgData name="Paul Winser" userId="c3146a91-e6bd-4264-bd86-e164e04bc32d" providerId="ADAL" clId="{D0E4D837-0002-4594-9358-5E29EFDD765E}" dt="2025-01-06T11:32:45.377" v="14"/>
        <pc:sldMkLst>
          <pc:docMk/>
          <pc:sldMk cId="3460148155" sldId="423"/>
        </pc:sldMkLst>
        <pc:spChg chg="add mod">
          <ac:chgData name="Paul Winser" userId="c3146a91-e6bd-4264-bd86-e164e04bc32d" providerId="ADAL" clId="{D0E4D837-0002-4594-9358-5E29EFDD765E}" dt="2025-01-06T11:32:45.377" v="14"/>
          <ac:spMkLst>
            <pc:docMk/>
            <pc:sldMk cId="3460148155" sldId="423"/>
            <ac:spMk id="4" creationId="{1265D7F7-5A9D-4383-2704-975225A24318}"/>
          </ac:spMkLst>
        </pc:spChg>
      </pc:sldChg>
      <pc:sldChg chg="addSp modSp">
        <pc:chgData name="Paul Winser" userId="c3146a91-e6bd-4264-bd86-e164e04bc32d" providerId="ADAL" clId="{D0E4D837-0002-4594-9358-5E29EFDD765E}" dt="2025-01-06T11:32:46.876" v="15"/>
        <pc:sldMkLst>
          <pc:docMk/>
          <pc:sldMk cId="3625297761" sldId="424"/>
        </pc:sldMkLst>
        <pc:spChg chg="add mod">
          <ac:chgData name="Paul Winser" userId="c3146a91-e6bd-4264-bd86-e164e04bc32d" providerId="ADAL" clId="{D0E4D837-0002-4594-9358-5E29EFDD765E}" dt="2025-01-06T11:32:46.876" v="15"/>
          <ac:spMkLst>
            <pc:docMk/>
            <pc:sldMk cId="3625297761" sldId="424"/>
            <ac:spMk id="4" creationId="{EF27BCFA-0053-CAFD-5246-C45ADF3DE622}"/>
          </ac:spMkLst>
        </pc:spChg>
      </pc:sldChg>
      <pc:sldChg chg="addSp modSp">
        <pc:chgData name="Paul Winser" userId="c3146a91-e6bd-4264-bd86-e164e04bc32d" providerId="ADAL" clId="{D0E4D837-0002-4594-9358-5E29EFDD765E}" dt="2025-01-06T11:32:49.907" v="17"/>
        <pc:sldMkLst>
          <pc:docMk/>
          <pc:sldMk cId="2493438749" sldId="425"/>
        </pc:sldMkLst>
        <pc:spChg chg="add mod">
          <ac:chgData name="Paul Winser" userId="c3146a91-e6bd-4264-bd86-e164e04bc32d" providerId="ADAL" clId="{D0E4D837-0002-4594-9358-5E29EFDD765E}" dt="2025-01-06T11:32:49.907" v="17"/>
          <ac:spMkLst>
            <pc:docMk/>
            <pc:sldMk cId="2493438749" sldId="425"/>
            <ac:spMk id="5" creationId="{1D658119-8369-035C-10C6-697FD992FE2B}"/>
          </ac:spMkLst>
        </pc:spChg>
      </pc:sldChg>
      <pc:sldChg chg="addSp modSp">
        <pc:chgData name="Paul Winser" userId="c3146a91-e6bd-4264-bd86-e164e04bc32d" providerId="ADAL" clId="{D0E4D837-0002-4594-9358-5E29EFDD765E}" dt="2025-01-06T11:32:52.533" v="19"/>
        <pc:sldMkLst>
          <pc:docMk/>
          <pc:sldMk cId="1182924482" sldId="427"/>
        </pc:sldMkLst>
        <pc:spChg chg="add mod">
          <ac:chgData name="Paul Winser" userId="c3146a91-e6bd-4264-bd86-e164e04bc32d" providerId="ADAL" clId="{D0E4D837-0002-4594-9358-5E29EFDD765E}" dt="2025-01-06T11:32:52.533" v="19"/>
          <ac:spMkLst>
            <pc:docMk/>
            <pc:sldMk cId="1182924482" sldId="427"/>
            <ac:spMk id="4" creationId="{A337D1D1-EDD6-D978-CE66-FB64677D433F}"/>
          </ac:spMkLst>
        </pc:spChg>
      </pc:sldChg>
      <pc:sldChg chg="addSp modSp">
        <pc:chgData name="Paul Winser" userId="c3146a91-e6bd-4264-bd86-e164e04bc32d" providerId="ADAL" clId="{D0E4D837-0002-4594-9358-5E29EFDD765E}" dt="2025-01-06T11:32:53.687" v="20"/>
        <pc:sldMkLst>
          <pc:docMk/>
          <pc:sldMk cId="929671617" sldId="430"/>
        </pc:sldMkLst>
        <pc:spChg chg="add mod">
          <ac:chgData name="Paul Winser" userId="c3146a91-e6bd-4264-bd86-e164e04bc32d" providerId="ADAL" clId="{D0E4D837-0002-4594-9358-5E29EFDD765E}" dt="2025-01-06T11:32:53.687" v="20"/>
          <ac:spMkLst>
            <pc:docMk/>
            <pc:sldMk cId="929671617" sldId="430"/>
            <ac:spMk id="4" creationId="{64B8E04C-D8B3-02CB-A8F7-E53199FF53F9}"/>
          </ac:spMkLst>
        </pc:spChg>
      </pc:sldChg>
      <pc:sldChg chg="addSp modSp">
        <pc:chgData name="Paul Winser" userId="c3146a91-e6bd-4264-bd86-e164e04bc32d" providerId="ADAL" clId="{D0E4D837-0002-4594-9358-5E29EFDD765E}" dt="2025-01-06T11:32:54.967" v="21"/>
        <pc:sldMkLst>
          <pc:docMk/>
          <pc:sldMk cId="2208194375" sldId="431"/>
        </pc:sldMkLst>
        <pc:spChg chg="add mod">
          <ac:chgData name="Paul Winser" userId="c3146a91-e6bd-4264-bd86-e164e04bc32d" providerId="ADAL" clId="{D0E4D837-0002-4594-9358-5E29EFDD765E}" dt="2025-01-06T11:32:54.967" v="21"/>
          <ac:spMkLst>
            <pc:docMk/>
            <pc:sldMk cId="2208194375" sldId="431"/>
            <ac:spMk id="5" creationId="{279E010B-A2FD-2388-C09E-511B1E7772DB}"/>
          </ac:spMkLst>
        </pc:spChg>
      </pc:sldChg>
      <pc:sldChg chg="addSp modSp">
        <pc:chgData name="Paul Winser" userId="c3146a91-e6bd-4264-bd86-e164e04bc32d" providerId="ADAL" clId="{D0E4D837-0002-4594-9358-5E29EFDD765E}" dt="2025-01-06T11:32:59.219" v="24"/>
        <pc:sldMkLst>
          <pc:docMk/>
          <pc:sldMk cId="2087324311" sldId="433"/>
        </pc:sldMkLst>
        <pc:spChg chg="add mod">
          <ac:chgData name="Paul Winser" userId="c3146a91-e6bd-4264-bd86-e164e04bc32d" providerId="ADAL" clId="{D0E4D837-0002-4594-9358-5E29EFDD765E}" dt="2025-01-06T11:32:59.219" v="24"/>
          <ac:spMkLst>
            <pc:docMk/>
            <pc:sldMk cId="2087324311" sldId="433"/>
            <ac:spMk id="4" creationId="{FC688568-A174-6461-8B49-EE1BC7641AAE}"/>
          </ac:spMkLst>
        </pc:spChg>
      </pc:sldChg>
      <pc:sldChg chg="addSp modSp">
        <pc:chgData name="Paul Winser" userId="c3146a91-e6bd-4264-bd86-e164e04bc32d" providerId="ADAL" clId="{D0E4D837-0002-4594-9358-5E29EFDD765E}" dt="2025-01-06T11:33:00.562" v="25"/>
        <pc:sldMkLst>
          <pc:docMk/>
          <pc:sldMk cId="2016810633" sldId="434"/>
        </pc:sldMkLst>
        <pc:spChg chg="add mod">
          <ac:chgData name="Paul Winser" userId="c3146a91-e6bd-4264-bd86-e164e04bc32d" providerId="ADAL" clId="{D0E4D837-0002-4594-9358-5E29EFDD765E}" dt="2025-01-06T11:33:00.562" v="25"/>
          <ac:spMkLst>
            <pc:docMk/>
            <pc:sldMk cId="2016810633" sldId="434"/>
            <ac:spMk id="4" creationId="{90126592-8059-4188-973A-086F67458AD5}"/>
          </ac:spMkLst>
        </pc:spChg>
      </pc:sldChg>
      <pc:sldChg chg="addSp modSp">
        <pc:chgData name="Paul Winser" userId="c3146a91-e6bd-4264-bd86-e164e04bc32d" providerId="ADAL" clId="{D0E4D837-0002-4594-9358-5E29EFDD765E}" dt="2025-01-06T11:33:01.903" v="26"/>
        <pc:sldMkLst>
          <pc:docMk/>
          <pc:sldMk cId="4283506891" sldId="435"/>
        </pc:sldMkLst>
        <pc:spChg chg="add mod">
          <ac:chgData name="Paul Winser" userId="c3146a91-e6bd-4264-bd86-e164e04bc32d" providerId="ADAL" clId="{D0E4D837-0002-4594-9358-5E29EFDD765E}" dt="2025-01-06T11:33:01.903" v="26"/>
          <ac:spMkLst>
            <pc:docMk/>
            <pc:sldMk cId="4283506891" sldId="435"/>
            <ac:spMk id="4" creationId="{542F55AE-961C-DC27-2725-F9EF790895AE}"/>
          </ac:spMkLst>
        </pc:spChg>
      </pc:sldChg>
      <pc:sldChg chg="addSp modSp">
        <pc:chgData name="Paul Winser" userId="c3146a91-e6bd-4264-bd86-e164e04bc32d" providerId="ADAL" clId="{D0E4D837-0002-4594-9358-5E29EFDD765E}" dt="2025-01-06T11:33:03.134" v="27"/>
        <pc:sldMkLst>
          <pc:docMk/>
          <pc:sldMk cId="1327677774" sldId="436"/>
        </pc:sldMkLst>
        <pc:spChg chg="add mod">
          <ac:chgData name="Paul Winser" userId="c3146a91-e6bd-4264-bd86-e164e04bc32d" providerId="ADAL" clId="{D0E4D837-0002-4594-9358-5E29EFDD765E}" dt="2025-01-06T11:33:03.134" v="27"/>
          <ac:spMkLst>
            <pc:docMk/>
            <pc:sldMk cId="1327677774" sldId="436"/>
            <ac:spMk id="5" creationId="{6C5FAF84-2A42-37F1-AB2A-9DFF0FF9FBE1}"/>
          </ac:spMkLst>
        </pc:spChg>
      </pc:sldChg>
      <pc:sldChg chg="addSp modSp">
        <pc:chgData name="Paul Winser" userId="c3146a91-e6bd-4264-bd86-e164e04bc32d" providerId="ADAL" clId="{D0E4D837-0002-4594-9358-5E29EFDD765E}" dt="2025-01-06T11:33:04.865" v="28"/>
        <pc:sldMkLst>
          <pc:docMk/>
          <pc:sldMk cId="141365758" sldId="437"/>
        </pc:sldMkLst>
        <pc:spChg chg="add mod">
          <ac:chgData name="Paul Winser" userId="c3146a91-e6bd-4264-bd86-e164e04bc32d" providerId="ADAL" clId="{D0E4D837-0002-4594-9358-5E29EFDD765E}" dt="2025-01-06T11:33:04.865" v="28"/>
          <ac:spMkLst>
            <pc:docMk/>
            <pc:sldMk cId="141365758" sldId="437"/>
            <ac:spMk id="5" creationId="{3B918977-62D6-A7B9-4D66-BD9D7BA8D29B}"/>
          </ac:spMkLst>
        </pc:spChg>
      </pc:sldChg>
      <pc:sldChg chg="addSp modSp">
        <pc:chgData name="Paul Winser" userId="c3146a91-e6bd-4264-bd86-e164e04bc32d" providerId="ADAL" clId="{D0E4D837-0002-4594-9358-5E29EFDD765E}" dt="2025-01-06T11:33:06.342" v="29"/>
        <pc:sldMkLst>
          <pc:docMk/>
          <pc:sldMk cId="995649161" sldId="438"/>
        </pc:sldMkLst>
        <pc:spChg chg="add mod">
          <ac:chgData name="Paul Winser" userId="c3146a91-e6bd-4264-bd86-e164e04bc32d" providerId="ADAL" clId="{D0E4D837-0002-4594-9358-5E29EFDD765E}" dt="2025-01-06T11:33:06.342" v="29"/>
          <ac:spMkLst>
            <pc:docMk/>
            <pc:sldMk cId="995649161" sldId="438"/>
            <ac:spMk id="4" creationId="{83114292-E1E7-78B5-A328-DF4B11D6F9ED}"/>
          </ac:spMkLst>
        </pc:spChg>
      </pc:sldChg>
      <pc:sldChg chg="addSp modSp">
        <pc:chgData name="Paul Winser" userId="c3146a91-e6bd-4264-bd86-e164e04bc32d" providerId="ADAL" clId="{D0E4D837-0002-4594-9358-5E29EFDD765E}" dt="2025-01-06T11:33:07.661" v="30"/>
        <pc:sldMkLst>
          <pc:docMk/>
          <pc:sldMk cId="3375179443" sldId="439"/>
        </pc:sldMkLst>
        <pc:spChg chg="add mod">
          <ac:chgData name="Paul Winser" userId="c3146a91-e6bd-4264-bd86-e164e04bc32d" providerId="ADAL" clId="{D0E4D837-0002-4594-9358-5E29EFDD765E}" dt="2025-01-06T11:33:07.661" v="30"/>
          <ac:spMkLst>
            <pc:docMk/>
            <pc:sldMk cId="3375179443" sldId="439"/>
            <ac:spMk id="4" creationId="{CCBF6714-6625-EC66-721C-EC56A858C4CF}"/>
          </ac:spMkLst>
        </pc:spChg>
      </pc:sldChg>
      <pc:sldChg chg="addSp modSp">
        <pc:chgData name="Paul Winser" userId="c3146a91-e6bd-4264-bd86-e164e04bc32d" providerId="ADAL" clId="{D0E4D837-0002-4594-9358-5E29EFDD765E}" dt="2025-01-06T11:33:08.823" v="31"/>
        <pc:sldMkLst>
          <pc:docMk/>
          <pc:sldMk cId="2726681533" sldId="440"/>
        </pc:sldMkLst>
        <pc:spChg chg="add mod">
          <ac:chgData name="Paul Winser" userId="c3146a91-e6bd-4264-bd86-e164e04bc32d" providerId="ADAL" clId="{D0E4D837-0002-4594-9358-5E29EFDD765E}" dt="2025-01-06T11:33:08.823" v="31"/>
          <ac:spMkLst>
            <pc:docMk/>
            <pc:sldMk cId="2726681533" sldId="440"/>
            <ac:spMk id="5" creationId="{D63FC2B9-8038-14A8-118C-06D58F809BC8}"/>
          </ac:spMkLst>
        </pc:spChg>
      </pc:sldChg>
      <pc:sldChg chg="addSp modSp">
        <pc:chgData name="Paul Winser" userId="c3146a91-e6bd-4264-bd86-e164e04bc32d" providerId="ADAL" clId="{D0E4D837-0002-4594-9358-5E29EFDD765E}" dt="2025-01-06T11:33:10.063" v="32"/>
        <pc:sldMkLst>
          <pc:docMk/>
          <pc:sldMk cId="2890174728" sldId="441"/>
        </pc:sldMkLst>
        <pc:spChg chg="add mod">
          <ac:chgData name="Paul Winser" userId="c3146a91-e6bd-4264-bd86-e164e04bc32d" providerId="ADAL" clId="{D0E4D837-0002-4594-9358-5E29EFDD765E}" dt="2025-01-06T11:33:10.063" v="32"/>
          <ac:spMkLst>
            <pc:docMk/>
            <pc:sldMk cId="2890174728" sldId="441"/>
            <ac:spMk id="4" creationId="{07CDFED2-DC99-0E5A-E449-283442AAEC8B}"/>
          </ac:spMkLst>
        </pc:spChg>
      </pc:sldChg>
      <pc:sldChg chg="addSp modSp">
        <pc:chgData name="Paul Winser" userId="c3146a91-e6bd-4264-bd86-e164e04bc32d" providerId="ADAL" clId="{D0E4D837-0002-4594-9358-5E29EFDD765E}" dt="2025-01-06T11:33:12.481" v="34"/>
        <pc:sldMkLst>
          <pc:docMk/>
          <pc:sldMk cId="2643462252" sldId="442"/>
        </pc:sldMkLst>
        <pc:spChg chg="add mod">
          <ac:chgData name="Paul Winser" userId="c3146a91-e6bd-4264-bd86-e164e04bc32d" providerId="ADAL" clId="{D0E4D837-0002-4594-9358-5E29EFDD765E}" dt="2025-01-06T11:33:12.481" v="34"/>
          <ac:spMkLst>
            <pc:docMk/>
            <pc:sldMk cId="2643462252" sldId="442"/>
            <ac:spMk id="4" creationId="{A66856FA-6DE3-5D3B-C1C6-DC29C4D213F3}"/>
          </ac:spMkLst>
        </pc:spChg>
      </pc:sldChg>
      <pc:sldChg chg="addSp modSp">
        <pc:chgData name="Paul Winser" userId="c3146a91-e6bd-4264-bd86-e164e04bc32d" providerId="ADAL" clId="{D0E4D837-0002-4594-9358-5E29EFDD765E}" dt="2025-01-06T11:33:13.753" v="35"/>
        <pc:sldMkLst>
          <pc:docMk/>
          <pc:sldMk cId="1255673361" sldId="443"/>
        </pc:sldMkLst>
        <pc:spChg chg="add mod">
          <ac:chgData name="Paul Winser" userId="c3146a91-e6bd-4264-bd86-e164e04bc32d" providerId="ADAL" clId="{D0E4D837-0002-4594-9358-5E29EFDD765E}" dt="2025-01-06T11:33:13.753" v="35"/>
          <ac:spMkLst>
            <pc:docMk/>
            <pc:sldMk cId="1255673361" sldId="443"/>
            <ac:spMk id="4" creationId="{E4C97F27-EA10-5A9F-ED00-387533F5FE8E}"/>
          </ac:spMkLst>
        </pc:spChg>
      </pc:sldChg>
      <pc:sldChg chg="addSp modSp">
        <pc:chgData name="Paul Winser" userId="c3146a91-e6bd-4264-bd86-e164e04bc32d" providerId="ADAL" clId="{D0E4D837-0002-4594-9358-5E29EFDD765E}" dt="2025-01-06T11:33:14.819" v="36"/>
        <pc:sldMkLst>
          <pc:docMk/>
          <pc:sldMk cId="1249685915" sldId="444"/>
        </pc:sldMkLst>
        <pc:spChg chg="add mod">
          <ac:chgData name="Paul Winser" userId="c3146a91-e6bd-4264-bd86-e164e04bc32d" providerId="ADAL" clId="{D0E4D837-0002-4594-9358-5E29EFDD765E}" dt="2025-01-06T11:33:14.819" v="36"/>
          <ac:spMkLst>
            <pc:docMk/>
            <pc:sldMk cId="1249685915" sldId="444"/>
            <ac:spMk id="4" creationId="{4C39BB4A-70BD-EDAB-8157-255E37125B1D}"/>
          </ac:spMkLst>
        </pc:spChg>
      </pc:sldChg>
      <pc:sldChg chg="addSp modSp">
        <pc:chgData name="Paul Winser" userId="c3146a91-e6bd-4264-bd86-e164e04bc32d" providerId="ADAL" clId="{D0E4D837-0002-4594-9358-5E29EFDD765E}" dt="2025-01-06T11:33:11.256" v="33"/>
        <pc:sldMkLst>
          <pc:docMk/>
          <pc:sldMk cId="840312668" sldId="445"/>
        </pc:sldMkLst>
        <pc:spChg chg="add mod">
          <ac:chgData name="Paul Winser" userId="c3146a91-e6bd-4264-bd86-e164e04bc32d" providerId="ADAL" clId="{D0E4D837-0002-4594-9358-5E29EFDD765E}" dt="2025-01-06T11:33:11.256" v="33"/>
          <ac:spMkLst>
            <pc:docMk/>
            <pc:sldMk cId="840312668" sldId="445"/>
            <ac:spMk id="4" creationId="{F7FAEC9C-C1FE-7C27-96F4-D263A6DAA46F}"/>
          </ac:spMkLst>
        </pc:spChg>
      </pc:sldChg>
      <pc:sldChg chg="addSp modSp">
        <pc:chgData name="Paul Winser" userId="c3146a91-e6bd-4264-bd86-e164e04bc32d" providerId="ADAL" clId="{D0E4D837-0002-4594-9358-5E29EFDD765E}" dt="2025-01-06T11:33:18.605" v="39"/>
        <pc:sldMkLst>
          <pc:docMk/>
          <pc:sldMk cId="3152070137" sldId="446"/>
        </pc:sldMkLst>
        <pc:spChg chg="add mod">
          <ac:chgData name="Paul Winser" userId="c3146a91-e6bd-4264-bd86-e164e04bc32d" providerId="ADAL" clId="{D0E4D837-0002-4594-9358-5E29EFDD765E}" dt="2025-01-06T11:33:18.605" v="39"/>
          <ac:spMkLst>
            <pc:docMk/>
            <pc:sldMk cId="3152070137" sldId="446"/>
            <ac:spMk id="4" creationId="{7AE242BE-70B8-316C-AB12-6281BA5C31DF}"/>
          </ac:spMkLst>
        </pc:spChg>
      </pc:sldChg>
      <pc:sldChg chg="addSp modSp">
        <pc:chgData name="Paul Winser" userId="c3146a91-e6bd-4264-bd86-e164e04bc32d" providerId="ADAL" clId="{D0E4D837-0002-4594-9358-5E29EFDD765E}" dt="2025-01-06T11:33:16.045" v="37"/>
        <pc:sldMkLst>
          <pc:docMk/>
          <pc:sldMk cId="3214386971" sldId="447"/>
        </pc:sldMkLst>
        <pc:spChg chg="add mod">
          <ac:chgData name="Paul Winser" userId="c3146a91-e6bd-4264-bd86-e164e04bc32d" providerId="ADAL" clId="{D0E4D837-0002-4594-9358-5E29EFDD765E}" dt="2025-01-06T11:33:16.045" v="37"/>
          <ac:spMkLst>
            <pc:docMk/>
            <pc:sldMk cId="3214386971" sldId="447"/>
            <ac:spMk id="4" creationId="{D49D1797-BF78-871D-F8DC-D8925F8B8CDD}"/>
          </ac:spMkLst>
        </pc:spChg>
      </pc:sldChg>
      <pc:sldChg chg="addSp modSp">
        <pc:chgData name="Paul Winser" userId="c3146a91-e6bd-4264-bd86-e164e04bc32d" providerId="ADAL" clId="{D0E4D837-0002-4594-9358-5E29EFDD765E}" dt="2025-01-06T11:33:19.970" v="40"/>
        <pc:sldMkLst>
          <pc:docMk/>
          <pc:sldMk cId="513855211" sldId="448"/>
        </pc:sldMkLst>
        <pc:spChg chg="add mod">
          <ac:chgData name="Paul Winser" userId="c3146a91-e6bd-4264-bd86-e164e04bc32d" providerId="ADAL" clId="{D0E4D837-0002-4594-9358-5E29EFDD765E}" dt="2025-01-06T11:33:19.970" v="40"/>
          <ac:spMkLst>
            <pc:docMk/>
            <pc:sldMk cId="513855211" sldId="448"/>
            <ac:spMk id="4" creationId="{622A3D92-9602-43A6-3B1A-A6E7DBB1CEC3}"/>
          </ac:spMkLst>
        </pc:spChg>
      </pc:sldChg>
      <pc:sldChg chg="addSp modSp">
        <pc:chgData name="Paul Winser" userId="c3146a91-e6bd-4264-bd86-e164e04bc32d" providerId="ADAL" clId="{D0E4D837-0002-4594-9358-5E29EFDD765E}" dt="2025-01-06T11:33:21.194" v="41"/>
        <pc:sldMkLst>
          <pc:docMk/>
          <pc:sldMk cId="3733618468" sldId="449"/>
        </pc:sldMkLst>
        <pc:spChg chg="add mod">
          <ac:chgData name="Paul Winser" userId="c3146a91-e6bd-4264-bd86-e164e04bc32d" providerId="ADAL" clId="{D0E4D837-0002-4594-9358-5E29EFDD765E}" dt="2025-01-06T11:33:21.194" v="41"/>
          <ac:spMkLst>
            <pc:docMk/>
            <pc:sldMk cId="3733618468" sldId="449"/>
            <ac:spMk id="4" creationId="{99D67051-8FE1-2C66-091D-9800C32902F2}"/>
          </ac:spMkLst>
        </pc:spChg>
      </pc:sldChg>
      <pc:sldChg chg="addSp modSp">
        <pc:chgData name="Paul Winser" userId="c3146a91-e6bd-4264-bd86-e164e04bc32d" providerId="ADAL" clId="{D0E4D837-0002-4594-9358-5E29EFDD765E}" dt="2025-01-06T11:33:22.276" v="42"/>
        <pc:sldMkLst>
          <pc:docMk/>
          <pc:sldMk cId="1975543242" sldId="450"/>
        </pc:sldMkLst>
        <pc:spChg chg="add mod">
          <ac:chgData name="Paul Winser" userId="c3146a91-e6bd-4264-bd86-e164e04bc32d" providerId="ADAL" clId="{D0E4D837-0002-4594-9358-5E29EFDD765E}" dt="2025-01-06T11:33:22.276" v="42"/>
          <ac:spMkLst>
            <pc:docMk/>
            <pc:sldMk cId="1975543242" sldId="450"/>
            <ac:spMk id="4" creationId="{DC12C202-6B48-D5B8-06C2-0F229E2B5513}"/>
          </ac:spMkLst>
        </pc:spChg>
      </pc:sldChg>
      <pc:sldChg chg="addSp modSp">
        <pc:chgData name="Paul Winser" userId="c3146a91-e6bd-4264-bd86-e164e04bc32d" providerId="ADAL" clId="{D0E4D837-0002-4594-9358-5E29EFDD765E}" dt="2025-01-06T11:33:25.275" v="44"/>
        <pc:sldMkLst>
          <pc:docMk/>
          <pc:sldMk cId="3972550630" sldId="451"/>
        </pc:sldMkLst>
        <pc:spChg chg="add mod">
          <ac:chgData name="Paul Winser" userId="c3146a91-e6bd-4264-bd86-e164e04bc32d" providerId="ADAL" clId="{D0E4D837-0002-4594-9358-5E29EFDD765E}" dt="2025-01-06T11:33:25.275" v="44"/>
          <ac:spMkLst>
            <pc:docMk/>
            <pc:sldMk cId="3972550630" sldId="451"/>
            <ac:spMk id="4" creationId="{CB1139A6-7097-AE44-1E55-A8E6A780573D}"/>
          </ac:spMkLst>
        </pc:spChg>
      </pc:sldChg>
      <pc:sldChg chg="addSp modSp">
        <pc:chgData name="Paul Winser" userId="c3146a91-e6bd-4264-bd86-e164e04bc32d" providerId="ADAL" clId="{D0E4D837-0002-4594-9358-5E29EFDD765E}" dt="2025-01-06T11:33:26.683" v="45"/>
        <pc:sldMkLst>
          <pc:docMk/>
          <pc:sldMk cId="3705307512" sldId="452"/>
        </pc:sldMkLst>
        <pc:spChg chg="add mod">
          <ac:chgData name="Paul Winser" userId="c3146a91-e6bd-4264-bd86-e164e04bc32d" providerId="ADAL" clId="{D0E4D837-0002-4594-9358-5E29EFDD765E}" dt="2025-01-06T11:33:26.683" v="45"/>
          <ac:spMkLst>
            <pc:docMk/>
            <pc:sldMk cId="3705307512" sldId="452"/>
            <ac:spMk id="4" creationId="{111BA6DC-0860-2F3F-298E-D8A211310F38}"/>
          </ac:spMkLst>
        </pc:spChg>
      </pc:sldChg>
      <pc:sldChg chg="addSp modSp">
        <pc:chgData name="Paul Winser" userId="c3146a91-e6bd-4264-bd86-e164e04bc32d" providerId="ADAL" clId="{D0E4D837-0002-4594-9358-5E29EFDD765E}" dt="2025-01-06T11:33:27.726" v="46"/>
        <pc:sldMkLst>
          <pc:docMk/>
          <pc:sldMk cId="3479169840" sldId="453"/>
        </pc:sldMkLst>
        <pc:spChg chg="add mod">
          <ac:chgData name="Paul Winser" userId="c3146a91-e6bd-4264-bd86-e164e04bc32d" providerId="ADAL" clId="{D0E4D837-0002-4594-9358-5E29EFDD765E}" dt="2025-01-06T11:33:27.726" v="46"/>
          <ac:spMkLst>
            <pc:docMk/>
            <pc:sldMk cId="3479169840" sldId="453"/>
            <ac:spMk id="4" creationId="{FD541487-B139-E0DB-C0F8-2E3196AD8A45}"/>
          </ac:spMkLst>
        </pc:spChg>
      </pc:sldChg>
      <pc:sldChg chg="addSp modSp">
        <pc:chgData name="Paul Winser" userId="c3146a91-e6bd-4264-bd86-e164e04bc32d" providerId="ADAL" clId="{D0E4D837-0002-4594-9358-5E29EFDD765E}" dt="2025-01-06T11:33:29.202" v="47"/>
        <pc:sldMkLst>
          <pc:docMk/>
          <pc:sldMk cId="4181462721" sldId="454"/>
        </pc:sldMkLst>
        <pc:spChg chg="add mod">
          <ac:chgData name="Paul Winser" userId="c3146a91-e6bd-4264-bd86-e164e04bc32d" providerId="ADAL" clId="{D0E4D837-0002-4594-9358-5E29EFDD765E}" dt="2025-01-06T11:33:29.202" v="47"/>
          <ac:spMkLst>
            <pc:docMk/>
            <pc:sldMk cId="4181462721" sldId="454"/>
            <ac:spMk id="4" creationId="{C03E72E7-E392-5055-70C0-9A7EB61A3FFD}"/>
          </ac:spMkLst>
        </pc:spChg>
      </pc:sldChg>
      <pc:sldChg chg="addSp modSp">
        <pc:chgData name="Paul Winser" userId="c3146a91-e6bd-4264-bd86-e164e04bc32d" providerId="ADAL" clId="{D0E4D837-0002-4594-9358-5E29EFDD765E}" dt="2025-01-06T11:33:33.183" v="49"/>
        <pc:sldMkLst>
          <pc:docMk/>
          <pc:sldMk cId="3262851639" sldId="455"/>
        </pc:sldMkLst>
        <pc:spChg chg="add mod">
          <ac:chgData name="Paul Winser" userId="c3146a91-e6bd-4264-bd86-e164e04bc32d" providerId="ADAL" clId="{D0E4D837-0002-4594-9358-5E29EFDD765E}" dt="2025-01-06T11:33:33.183" v="49"/>
          <ac:spMkLst>
            <pc:docMk/>
            <pc:sldMk cId="3262851639" sldId="455"/>
            <ac:spMk id="4" creationId="{E8FEF916-3DCE-59D2-6436-FC081711750B}"/>
          </ac:spMkLst>
        </pc:spChg>
      </pc:sldChg>
      <pc:sldChg chg="addSp modSp">
        <pc:chgData name="Paul Winser" userId="c3146a91-e6bd-4264-bd86-e164e04bc32d" providerId="ADAL" clId="{D0E4D837-0002-4594-9358-5E29EFDD765E}" dt="2025-01-06T11:33:34.708" v="50"/>
        <pc:sldMkLst>
          <pc:docMk/>
          <pc:sldMk cId="2470843713" sldId="456"/>
        </pc:sldMkLst>
        <pc:spChg chg="add mod">
          <ac:chgData name="Paul Winser" userId="c3146a91-e6bd-4264-bd86-e164e04bc32d" providerId="ADAL" clId="{D0E4D837-0002-4594-9358-5E29EFDD765E}" dt="2025-01-06T11:33:34.708" v="50"/>
          <ac:spMkLst>
            <pc:docMk/>
            <pc:sldMk cId="2470843713" sldId="456"/>
            <ac:spMk id="4" creationId="{13FFE957-2F40-1B20-5D71-D99B780D3CE0}"/>
          </ac:spMkLst>
        </pc:spChg>
      </pc:sldChg>
      <pc:sldChg chg="addSp modSp">
        <pc:chgData name="Paul Winser" userId="c3146a91-e6bd-4264-bd86-e164e04bc32d" providerId="ADAL" clId="{D0E4D837-0002-4594-9358-5E29EFDD765E}" dt="2025-01-06T11:33:35.864" v="51"/>
        <pc:sldMkLst>
          <pc:docMk/>
          <pc:sldMk cId="2802178889" sldId="457"/>
        </pc:sldMkLst>
        <pc:spChg chg="add mod">
          <ac:chgData name="Paul Winser" userId="c3146a91-e6bd-4264-bd86-e164e04bc32d" providerId="ADAL" clId="{D0E4D837-0002-4594-9358-5E29EFDD765E}" dt="2025-01-06T11:33:35.864" v="51"/>
          <ac:spMkLst>
            <pc:docMk/>
            <pc:sldMk cId="2802178889" sldId="457"/>
            <ac:spMk id="4" creationId="{65F1C783-D931-3B42-7987-AB68D2A4CB60}"/>
          </ac:spMkLst>
        </pc:spChg>
      </pc:sldChg>
      <pc:sldChg chg="addSp modSp">
        <pc:chgData name="Paul Winser" userId="c3146a91-e6bd-4264-bd86-e164e04bc32d" providerId="ADAL" clId="{D0E4D837-0002-4594-9358-5E29EFDD765E}" dt="2025-01-06T11:33:36.953" v="52"/>
        <pc:sldMkLst>
          <pc:docMk/>
          <pc:sldMk cId="337463417" sldId="458"/>
        </pc:sldMkLst>
        <pc:spChg chg="add mod">
          <ac:chgData name="Paul Winser" userId="c3146a91-e6bd-4264-bd86-e164e04bc32d" providerId="ADAL" clId="{D0E4D837-0002-4594-9358-5E29EFDD765E}" dt="2025-01-06T11:33:36.953" v="52"/>
          <ac:spMkLst>
            <pc:docMk/>
            <pc:sldMk cId="337463417" sldId="458"/>
            <ac:spMk id="4" creationId="{F7F97479-FB4C-E09C-4399-BD229390784A}"/>
          </ac:spMkLst>
        </pc:spChg>
      </pc:sldChg>
      <pc:sldChg chg="addSp modSp">
        <pc:chgData name="Paul Winser" userId="c3146a91-e6bd-4264-bd86-e164e04bc32d" providerId="ADAL" clId="{D0E4D837-0002-4594-9358-5E29EFDD765E}" dt="2025-01-06T11:33:38.076" v="53"/>
        <pc:sldMkLst>
          <pc:docMk/>
          <pc:sldMk cId="467558461" sldId="459"/>
        </pc:sldMkLst>
        <pc:spChg chg="add mod">
          <ac:chgData name="Paul Winser" userId="c3146a91-e6bd-4264-bd86-e164e04bc32d" providerId="ADAL" clId="{D0E4D837-0002-4594-9358-5E29EFDD765E}" dt="2025-01-06T11:33:38.076" v="53"/>
          <ac:spMkLst>
            <pc:docMk/>
            <pc:sldMk cId="467558461" sldId="459"/>
            <ac:spMk id="4" creationId="{A47B4FB5-3DB2-92A8-EDC4-CC7A1C415005}"/>
          </ac:spMkLst>
        </pc:spChg>
      </pc:sldChg>
      <pc:sldChg chg="addSp modSp">
        <pc:chgData name="Paul Winser" userId="c3146a91-e6bd-4264-bd86-e164e04bc32d" providerId="ADAL" clId="{D0E4D837-0002-4594-9358-5E29EFDD765E}" dt="2025-01-06T11:33:39.521" v="54"/>
        <pc:sldMkLst>
          <pc:docMk/>
          <pc:sldMk cId="1261037465" sldId="460"/>
        </pc:sldMkLst>
        <pc:spChg chg="add mod">
          <ac:chgData name="Paul Winser" userId="c3146a91-e6bd-4264-bd86-e164e04bc32d" providerId="ADAL" clId="{D0E4D837-0002-4594-9358-5E29EFDD765E}" dt="2025-01-06T11:33:39.521" v="54"/>
          <ac:spMkLst>
            <pc:docMk/>
            <pc:sldMk cId="1261037465" sldId="460"/>
            <ac:spMk id="4" creationId="{41D7C9BF-07D2-55C7-3A1F-DF643D964B8A}"/>
          </ac:spMkLst>
        </pc:spChg>
      </pc:sldChg>
      <pc:sldChg chg="addSp modSp">
        <pc:chgData name="Paul Winser" userId="c3146a91-e6bd-4264-bd86-e164e04bc32d" providerId="ADAL" clId="{D0E4D837-0002-4594-9358-5E29EFDD765E}" dt="2025-01-06T11:33:43.386" v="56"/>
        <pc:sldMkLst>
          <pc:docMk/>
          <pc:sldMk cId="3583525960" sldId="461"/>
        </pc:sldMkLst>
        <pc:spChg chg="add mod">
          <ac:chgData name="Paul Winser" userId="c3146a91-e6bd-4264-bd86-e164e04bc32d" providerId="ADAL" clId="{D0E4D837-0002-4594-9358-5E29EFDD765E}" dt="2025-01-06T11:33:43.386" v="56"/>
          <ac:spMkLst>
            <pc:docMk/>
            <pc:sldMk cId="3583525960" sldId="461"/>
            <ac:spMk id="4" creationId="{D8A0DCED-8E9B-E9FF-B953-3DA849F8DF28}"/>
          </ac:spMkLst>
        </pc:spChg>
      </pc:sldChg>
      <pc:sldChg chg="addSp modSp">
        <pc:chgData name="Paul Winser" userId="c3146a91-e6bd-4264-bd86-e164e04bc32d" providerId="ADAL" clId="{D0E4D837-0002-4594-9358-5E29EFDD765E}" dt="2025-01-06T11:33:44.682" v="57"/>
        <pc:sldMkLst>
          <pc:docMk/>
          <pc:sldMk cId="1008704810" sldId="462"/>
        </pc:sldMkLst>
        <pc:spChg chg="add mod">
          <ac:chgData name="Paul Winser" userId="c3146a91-e6bd-4264-bd86-e164e04bc32d" providerId="ADAL" clId="{D0E4D837-0002-4594-9358-5E29EFDD765E}" dt="2025-01-06T11:33:44.682" v="57"/>
          <ac:spMkLst>
            <pc:docMk/>
            <pc:sldMk cId="1008704810" sldId="462"/>
            <ac:spMk id="4" creationId="{B1D3BA9C-FCF1-0D03-B77E-56AB3DBFF638}"/>
          </ac:spMkLst>
        </pc:spChg>
      </pc:sldChg>
      <pc:sldChg chg="addSp modSp">
        <pc:chgData name="Paul Winser" userId="c3146a91-e6bd-4264-bd86-e164e04bc32d" providerId="ADAL" clId="{D0E4D837-0002-4594-9358-5E29EFDD765E}" dt="2025-01-06T11:33:46.478" v="58"/>
        <pc:sldMkLst>
          <pc:docMk/>
          <pc:sldMk cId="229555275" sldId="463"/>
        </pc:sldMkLst>
        <pc:spChg chg="add mod">
          <ac:chgData name="Paul Winser" userId="c3146a91-e6bd-4264-bd86-e164e04bc32d" providerId="ADAL" clId="{D0E4D837-0002-4594-9358-5E29EFDD765E}" dt="2025-01-06T11:33:46.478" v="58"/>
          <ac:spMkLst>
            <pc:docMk/>
            <pc:sldMk cId="229555275" sldId="463"/>
            <ac:spMk id="5" creationId="{A62BB020-E18E-28EC-7257-3F8E22771AFB}"/>
          </ac:spMkLst>
        </pc:spChg>
      </pc:sldChg>
      <pc:sldChg chg="addSp modSp mod">
        <pc:chgData name="Paul Winser" userId="c3146a91-e6bd-4264-bd86-e164e04bc32d" providerId="ADAL" clId="{D0E4D837-0002-4594-9358-5E29EFDD765E}" dt="2025-01-14T16:00:24.545" v="95" actId="1076"/>
        <pc:sldMkLst>
          <pc:docMk/>
          <pc:sldMk cId="2790584420" sldId="464"/>
        </pc:sldMkLst>
        <pc:spChg chg="add mod">
          <ac:chgData name="Paul Winser" userId="c3146a91-e6bd-4264-bd86-e164e04bc32d" providerId="ADAL" clId="{D0E4D837-0002-4594-9358-5E29EFDD765E}" dt="2025-01-06T11:33:48.006" v="59"/>
          <ac:spMkLst>
            <pc:docMk/>
            <pc:sldMk cId="2790584420" sldId="464"/>
            <ac:spMk id="4" creationId="{5711FE27-FE29-1C6E-E67C-5924E2278BD0}"/>
          </ac:spMkLst>
        </pc:spChg>
        <pc:picChg chg="mod">
          <ac:chgData name="Paul Winser" userId="c3146a91-e6bd-4264-bd86-e164e04bc32d" providerId="ADAL" clId="{D0E4D837-0002-4594-9358-5E29EFDD765E}" dt="2025-01-14T16:00:24.545" v="95" actId="1076"/>
          <ac:picMkLst>
            <pc:docMk/>
            <pc:sldMk cId="2790584420" sldId="464"/>
            <ac:picMk id="6" creationId="{B983359C-66C3-89A2-A241-84B37D0B85F7}"/>
          </ac:picMkLst>
        </pc:picChg>
      </pc:sldChg>
      <pc:sldChg chg="addSp modSp">
        <pc:chgData name="Paul Winser" userId="c3146a91-e6bd-4264-bd86-e164e04bc32d" providerId="ADAL" clId="{D0E4D837-0002-4594-9358-5E29EFDD765E}" dt="2025-01-06T11:33:53.138" v="61" actId="1076"/>
        <pc:sldMkLst>
          <pc:docMk/>
          <pc:sldMk cId="1320901189" sldId="465"/>
        </pc:sldMkLst>
        <pc:spChg chg="mod">
          <ac:chgData name="Paul Winser" userId="c3146a91-e6bd-4264-bd86-e164e04bc32d" providerId="ADAL" clId="{D0E4D837-0002-4594-9358-5E29EFDD765E}" dt="2025-01-06T11:33:53.138" v="61" actId="1076"/>
          <ac:spMkLst>
            <pc:docMk/>
            <pc:sldMk cId="1320901189" sldId="465"/>
            <ac:spMk id="2" creationId="{0E4356B2-99D5-4187-A22A-F31DC9BC01DD}"/>
          </ac:spMkLst>
        </pc:spChg>
        <pc:spChg chg="add mod">
          <ac:chgData name="Paul Winser" userId="c3146a91-e6bd-4264-bd86-e164e04bc32d" providerId="ADAL" clId="{D0E4D837-0002-4594-9358-5E29EFDD765E}" dt="2025-01-06T11:33:50.018" v="60"/>
          <ac:spMkLst>
            <pc:docMk/>
            <pc:sldMk cId="1320901189" sldId="465"/>
            <ac:spMk id="4" creationId="{9E8D314A-A530-4789-56DB-F92F32A618F1}"/>
          </ac:spMkLst>
        </pc:spChg>
      </pc:sldChg>
      <pc:sldChg chg="addSp modSp">
        <pc:chgData name="Paul Winser" userId="c3146a91-e6bd-4264-bd86-e164e04bc32d" providerId="ADAL" clId="{D0E4D837-0002-4594-9358-5E29EFDD765E}" dt="2025-01-06T11:33:54.589" v="62"/>
        <pc:sldMkLst>
          <pc:docMk/>
          <pc:sldMk cId="2794938157" sldId="466"/>
        </pc:sldMkLst>
        <pc:spChg chg="add mod">
          <ac:chgData name="Paul Winser" userId="c3146a91-e6bd-4264-bd86-e164e04bc32d" providerId="ADAL" clId="{D0E4D837-0002-4594-9358-5E29EFDD765E}" dt="2025-01-06T11:33:54.589" v="62"/>
          <ac:spMkLst>
            <pc:docMk/>
            <pc:sldMk cId="2794938157" sldId="466"/>
            <ac:spMk id="4" creationId="{E01251C4-8E23-74C3-9FBE-75ACC57349B9}"/>
          </ac:spMkLst>
        </pc:spChg>
      </pc:sldChg>
      <pc:sldChg chg="addSp modSp">
        <pc:chgData name="Paul Winser" userId="c3146a91-e6bd-4264-bd86-e164e04bc32d" providerId="ADAL" clId="{D0E4D837-0002-4594-9358-5E29EFDD765E}" dt="2025-01-06T11:33:56.163" v="63"/>
        <pc:sldMkLst>
          <pc:docMk/>
          <pc:sldMk cId="3434027615" sldId="467"/>
        </pc:sldMkLst>
        <pc:spChg chg="add mod">
          <ac:chgData name="Paul Winser" userId="c3146a91-e6bd-4264-bd86-e164e04bc32d" providerId="ADAL" clId="{D0E4D837-0002-4594-9358-5E29EFDD765E}" dt="2025-01-06T11:33:56.163" v="63"/>
          <ac:spMkLst>
            <pc:docMk/>
            <pc:sldMk cId="3434027615" sldId="467"/>
            <ac:spMk id="4" creationId="{46F184D4-F83F-CDE9-3B48-CD9513E212D5}"/>
          </ac:spMkLst>
        </pc:spChg>
      </pc:sldChg>
      <pc:sldChg chg="addSp modSp">
        <pc:chgData name="Paul Winser" userId="c3146a91-e6bd-4264-bd86-e164e04bc32d" providerId="ADAL" clId="{D0E4D837-0002-4594-9358-5E29EFDD765E}" dt="2025-01-06T11:33:57.809" v="64"/>
        <pc:sldMkLst>
          <pc:docMk/>
          <pc:sldMk cId="2660823644" sldId="468"/>
        </pc:sldMkLst>
        <pc:spChg chg="add mod">
          <ac:chgData name="Paul Winser" userId="c3146a91-e6bd-4264-bd86-e164e04bc32d" providerId="ADAL" clId="{D0E4D837-0002-4594-9358-5E29EFDD765E}" dt="2025-01-06T11:33:57.809" v="64"/>
          <ac:spMkLst>
            <pc:docMk/>
            <pc:sldMk cId="2660823644" sldId="468"/>
            <ac:spMk id="4" creationId="{9A9CBF3B-61BC-3E6F-9DE6-031BE221BC6E}"/>
          </ac:spMkLst>
        </pc:spChg>
      </pc:sldChg>
      <pc:sldChg chg="addSp modSp">
        <pc:chgData name="Paul Winser" userId="c3146a91-e6bd-4264-bd86-e164e04bc32d" providerId="ADAL" clId="{D0E4D837-0002-4594-9358-5E29EFDD765E}" dt="2025-01-06T11:33:59.142" v="65"/>
        <pc:sldMkLst>
          <pc:docMk/>
          <pc:sldMk cId="2858898587" sldId="469"/>
        </pc:sldMkLst>
        <pc:spChg chg="add mod">
          <ac:chgData name="Paul Winser" userId="c3146a91-e6bd-4264-bd86-e164e04bc32d" providerId="ADAL" clId="{D0E4D837-0002-4594-9358-5E29EFDD765E}" dt="2025-01-06T11:33:59.142" v="65"/>
          <ac:spMkLst>
            <pc:docMk/>
            <pc:sldMk cId="2858898587" sldId="469"/>
            <ac:spMk id="4" creationId="{0FEBC510-147B-57DA-3D45-F917772D2A81}"/>
          </ac:spMkLst>
        </pc:spChg>
      </pc:sldChg>
      <pc:sldChg chg="addSp modSp">
        <pc:chgData name="Paul Winser" userId="c3146a91-e6bd-4264-bd86-e164e04bc32d" providerId="ADAL" clId="{D0E4D837-0002-4594-9358-5E29EFDD765E}" dt="2025-01-06T11:34:01.467" v="67"/>
        <pc:sldMkLst>
          <pc:docMk/>
          <pc:sldMk cId="569337495" sldId="470"/>
        </pc:sldMkLst>
        <pc:spChg chg="add mod">
          <ac:chgData name="Paul Winser" userId="c3146a91-e6bd-4264-bd86-e164e04bc32d" providerId="ADAL" clId="{D0E4D837-0002-4594-9358-5E29EFDD765E}" dt="2025-01-06T11:34:01.467" v="67"/>
          <ac:spMkLst>
            <pc:docMk/>
            <pc:sldMk cId="569337495" sldId="470"/>
            <ac:spMk id="4" creationId="{95FCE842-4281-752D-6552-E59105A7BD3B}"/>
          </ac:spMkLst>
        </pc:spChg>
      </pc:sldChg>
      <pc:sldChg chg="addSp modSp">
        <pc:chgData name="Paul Winser" userId="c3146a91-e6bd-4264-bd86-e164e04bc32d" providerId="ADAL" clId="{D0E4D837-0002-4594-9358-5E29EFDD765E}" dt="2025-01-06T11:34:00.289" v="66"/>
        <pc:sldMkLst>
          <pc:docMk/>
          <pc:sldMk cId="4060866890" sldId="471"/>
        </pc:sldMkLst>
        <pc:spChg chg="add mod">
          <ac:chgData name="Paul Winser" userId="c3146a91-e6bd-4264-bd86-e164e04bc32d" providerId="ADAL" clId="{D0E4D837-0002-4594-9358-5E29EFDD765E}" dt="2025-01-06T11:34:00.289" v="66"/>
          <ac:spMkLst>
            <pc:docMk/>
            <pc:sldMk cId="4060866890" sldId="471"/>
            <ac:spMk id="4" creationId="{E7AE1AC3-8118-CB22-56CE-32C5A682F62F}"/>
          </ac:spMkLst>
        </pc:spChg>
      </pc:sldChg>
      <pc:sldChg chg="addSp modSp">
        <pc:chgData name="Paul Winser" userId="c3146a91-e6bd-4264-bd86-e164e04bc32d" providerId="ADAL" clId="{D0E4D837-0002-4594-9358-5E29EFDD765E}" dt="2025-01-06T11:34:04.342" v="69"/>
        <pc:sldMkLst>
          <pc:docMk/>
          <pc:sldMk cId="2922546955" sldId="472"/>
        </pc:sldMkLst>
        <pc:spChg chg="add mod">
          <ac:chgData name="Paul Winser" userId="c3146a91-e6bd-4264-bd86-e164e04bc32d" providerId="ADAL" clId="{D0E4D837-0002-4594-9358-5E29EFDD765E}" dt="2025-01-06T11:34:04.342" v="69"/>
          <ac:spMkLst>
            <pc:docMk/>
            <pc:sldMk cId="2922546955" sldId="472"/>
            <ac:spMk id="4" creationId="{6ACAB817-E502-1E45-8E7A-B25C93973101}"/>
          </ac:spMkLst>
        </pc:spChg>
      </pc:sldChg>
      <pc:sldChg chg="addSp modSp">
        <pc:chgData name="Paul Winser" userId="c3146a91-e6bd-4264-bd86-e164e04bc32d" providerId="ADAL" clId="{D0E4D837-0002-4594-9358-5E29EFDD765E}" dt="2025-01-06T11:34:05.505" v="70"/>
        <pc:sldMkLst>
          <pc:docMk/>
          <pc:sldMk cId="98356459" sldId="473"/>
        </pc:sldMkLst>
        <pc:spChg chg="add mod">
          <ac:chgData name="Paul Winser" userId="c3146a91-e6bd-4264-bd86-e164e04bc32d" providerId="ADAL" clId="{D0E4D837-0002-4594-9358-5E29EFDD765E}" dt="2025-01-06T11:34:05.505" v="70"/>
          <ac:spMkLst>
            <pc:docMk/>
            <pc:sldMk cId="98356459" sldId="473"/>
            <ac:spMk id="4" creationId="{0C0DB676-518A-4D88-1EB3-4EC2323A766F}"/>
          </ac:spMkLst>
        </pc:spChg>
      </pc:sldChg>
      <pc:sldChg chg="addSp modSp">
        <pc:chgData name="Paul Winser" userId="c3146a91-e6bd-4264-bd86-e164e04bc32d" providerId="ADAL" clId="{D0E4D837-0002-4594-9358-5E29EFDD765E}" dt="2025-01-06T11:34:06.809" v="71"/>
        <pc:sldMkLst>
          <pc:docMk/>
          <pc:sldMk cId="759822656" sldId="474"/>
        </pc:sldMkLst>
        <pc:spChg chg="add mod">
          <ac:chgData name="Paul Winser" userId="c3146a91-e6bd-4264-bd86-e164e04bc32d" providerId="ADAL" clId="{D0E4D837-0002-4594-9358-5E29EFDD765E}" dt="2025-01-06T11:34:06.809" v="71"/>
          <ac:spMkLst>
            <pc:docMk/>
            <pc:sldMk cId="759822656" sldId="474"/>
            <ac:spMk id="4" creationId="{DCE8F2C5-932F-B7E7-7214-8DD22228A6B5}"/>
          </ac:spMkLst>
        </pc:spChg>
      </pc:sldChg>
      <pc:sldChg chg="addSp modSp">
        <pc:chgData name="Paul Winser" userId="c3146a91-e6bd-4264-bd86-e164e04bc32d" providerId="ADAL" clId="{D0E4D837-0002-4594-9358-5E29EFDD765E}" dt="2025-01-06T11:34:08.301" v="72"/>
        <pc:sldMkLst>
          <pc:docMk/>
          <pc:sldMk cId="2016559175" sldId="475"/>
        </pc:sldMkLst>
        <pc:spChg chg="add mod">
          <ac:chgData name="Paul Winser" userId="c3146a91-e6bd-4264-bd86-e164e04bc32d" providerId="ADAL" clId="{D0E4D837-0002-4594-9358-5E29EFDD765E}" dt="2025-01-06T11:34:08.301" v="72"/>
          <ac:spMkLst>
            <pc:docMk/>
            <pc:sldMk cId="2016559175" sldId="475"/>
            <ac:spMk id="4" creationId="{3886D3AC-B823-F6F0-DAD5-3CEA6D5A305C}"/>
          </ac:spMkLst>
        </pc:spChg>
      </pc:sldChg>
      <pc:sldChg chg="addSp modSp">
        <pc:chgData name="Paul Winser" userId="c3146a91-e6bd-4264-bd86-e164e04bc32d" providerId="ADAL" clId="{D0E4D837-0002-4594-9358-5E29EFDD765E}" dt="2025-01-06T11:34:09.682" v="73"/>
        <pc:sldMkLst>
          <pc:docMk/>
          <pc:sldMk cId="1092339850" sldId="476"/>
        </pc:sldMkLst>
        <pc:spChg chg="add mod">
          <ac:chgData name="Paul Winser" userId="c3146a91-e6bd-4264-bd86-e164e04bc32d" providerId="ADAL" clId="{D0E4D837-0002-4594-9358-5E29EFDD765E}" dt="2025-01-06T11:34:09.682" v="73"/>
          <ac:spMkLst>
            <pc:docMk/>
            <pc:sldMk cId="1092339850" sldId="476"/>
            <ac:spMk id="4" creationId="{7E6A8981-BC03-F583-1AD6-1A119CCB4AE4}"/>
          </ac:spMkLst>
        </pc:spChg>
      </pc:sldChg>
      <pc:sldChg chg="addSp modSp">
        <pc:chgData name="Paul Winser" userId="c3146a91-e6bd-4264-bd86-e164e04bc32d" providerId="ADAL" clId="{D0E4D837-0002-4594-9358-5E29EFDD765E}" dt="2025-01-06T11:34:12.481" v="75"/>
        <pc:sldMkLst>
          <pc:docMk/>
          <pc:sldMk cId="1456151001" sldId="477"/>
        </pc:sldMkLst>
        <pc:spChg chg="add mod">
          <ac:chgData name="Paul Winser" userId="c3146a91-e6bd-4264-bd86-e164e04bc32d" providerId="ADAL" clId="{D0E4D837-0002-4594-9358-5E29EFDD765E}" dt="2025-01-06T11:34:12.481" v="75"/>
          <ac:spMkLst>
            <pc:docMk/>
            <pc:sldMk cId="1456151001" sldId="477"/>
            <ac:spMk id="4" creationId="{53F6FC9C-C1B1-E4CE-6437-A0738B47D59B}"/>
          </ac:spMkLst>
        </pc:spChg>
      </pc:sldChg>
      <pc:sldChg chg="addSp modSp">
        <pc:chgData name="Paul Winser" userId="c3146a91-e6bd-4264-bd86-e164e04bc32d" providerId="ADAL" clId="{D0E4D837-0002-4594-9358-5E29EFDD765E}" dt="2025-01-06T11:34:14.007" v="76"/>
        <pc:sldMkLst>
          <pc:docMk/>
          <pc:sldMk cId="1656599223" sldId="478"/>
        </pc:sldMkLst>
        <pc:spChg chg="add mod">
          <ac:chgData name="Paul Winser" userId="c3146a91-e6bd-4264-bd86-e164e04bc32d" providerId="ADAL" clId="{D0E4D837-0002-4594-9358-5E29EFDD765E}" dt="2025-01-06T11:34:14.007" v="76"/>
          <ac:spMkLst>
            <pc:docMk/>
            <pc:sldMk cId="1656599223" sldId="478"/>
            <ac:spMk id="4" creationId="{870A8780-2876-914D-A02D-5D2FB4F8E8C3}"/>
          </ac:spMkLst>
        </pc:spChg>
      </pc:sldChg>
      <pc:sldChg chg="addSp modSp">
        <pc:chgData name="Paul Winser" userId="c3146a91-e6bd-4264-bd86-e164e04bc32d" providerId="ADAL" clId="{D0E4D837-0002-4594-9358-5E29EFDD765E}" dt="2025-01-06T11:34:15.488" v="77"/>
        <pc:sldMkLst>
          <pc:docMk/>
          <pc:sldMk cId="410979321" sldId="479"/>
        </pc:sldMkLst>
        <pc:spChg chg="add mod">
          <ac:chgData name="Paul Winser" userId="c3146a91-e6bd-4264-bd86-e164e04bc32d" providerId="ADAL" clId="{D0E4D837-0002-4594-9358-5E29EFDD765E}" dt="2025-01-06T11:34:15.488" v="77"/>
          <ac:spMkLst>
            <pc:docMk/>
            <pc:sldMk cId="410979321" sldId="479"/>
            <ac:spMk id="4" creationId="{F1BA6036-B750-B58D-BE3A-3F0E71D63312}"/>
          </ac:spMkLst>
        </pc:spChg>
      </pc:sldChg>
      <pc:sldChg chg="addSp modSp">
        <pc:chgData name="Paul Winser" userId="c3146a91-e6bd-4264-bd86-e164e04bc32d" providerId="ADAL" clId="{D0E4D837-0002-4594-9358-5E29EFDD765E}" dt="2025-01-06T11:34:16.815" v="78"/>
        <pc:sldMkLst>
          <pc:docMk/>
          <pc:sldMk cId="657643787" sldId="480"/>
        </pc:sldMkLst>
        <pc:spChg chg="add mod">
          <ac:chgData name="Paul Winser" userId="c3146a91-e6bd-4264-bd86-e164e04bc32d" providerId="ADAL" clId="{D0E4D837-0002-4594-9358-5E29EFDD765E}" dt="2025-01-06T11:34:16.815" v="78"/>
          <ac:spMkLst>
            <pc:docMk/>
            <pc:sldMk cId="657643787" sldId="480"/>
            <ac:spMk id="5" creationId="{574140DB-C47F-626B-B9AE-44B6F3209D84}"/>
          </ac:spMkLst>
        </pc:spChg>
      </pc:sldChg>
      <pc:sldChg chg="addSp modSp">
        <pc:chgData name="Paul Winser" userId="c3146a91-e6bd-4264-bd86-e164e04bc32d" providerId="ADAL" clId="{D0E4D837-0002-4594-9358-5E29EFDD765E}" dt="2025-01-06T11:34:19.660" v="80"/>
        <pc:sldMkLst>
          <pc:docMk/>
          <pc:sldMk cId="2620242604" sldId="481"/>
        </pc:sldMkLst>
        <pc:spChg chg="add mod">
          <ac:chgData name="Paul Winser" userId="c3146a91-e6bd-4264-bd86-e164e04bc32d" providerId="ADAL" clId="{D0E4D837-0002-4594-9358-5E29EFDD765E}" dt="2025-01-06T11:34:19.660" v="80"/>
          <ac:spMkLst>
            <pc:docMk/>
            <pc:sldMk cId="2620242604" sldId="481"/>
            <ac:spMk id="4" creationId="{81A13178-BECC-D485-D084-5406850A04BE}"/>
          </ac:spMkLst>
        </pc:spChg>
      </pc:sldChg>
      <pc:sldChg chg="addSp modSp">
        <pc:chgData name="Paul Winser" userId="c3146a91-e6bd-4264-bd86-e164e04bc32d" providerId="ADAL" clId="{D0E4D837-0002-4594-9358-5E29EFDD765E}" dt="2025-01-06T11:34:20.843" v="81"/>
        <pc:sldMkLst>
          <pc:docMk/>
          <pc:sldMk cId="1725879561" sldId="482"/>
        </pc:sldMkLst>
        <pc:spChg chg="add mod">
          <ac:chgData name="Paul Winser" userId="c3146a91-e6bd-4264-bd86-e164e04bc32d" providerId="ADAL" clId="{D0E4D837-0002-4594-9358-5E29EFDD765E}" dt="2025-01-06T11:34:20.843" v="81"/>
          <ac:spMkLst>
            <pc:docMk/>
            <pc:sldMk cId="1725879561" sldId="482"/>
            <ac:spMk id="4" creationId="{A469D42D-7D8D-7F73-DD75-AA9D239FFB76}"/>
          </ac:spMkLst>
        </pc:spChg>
      </pc:sldChg>
      <pc:sldChg chg="addSp modSp">
        <pc:chgData name="Paul Winser" userId="c3146a91-e6bd-4264-bd86-e164e04bc32d" providerId="ADAL" clId="{D0E4D837-0002-4594-9358-5E29EFDD765E}" dt="2025-01-06T11:34:22.149" v="82"/>
        <pc:sldMkLst>
          <pc:docMk/>
          <pc:sldMk cId="1165297033" sldId="483"/>
        </pc:sldMkLst>
        <pc:spChg chg="add mod">
          <ac:chgData name="Paul Winser" userId="c3146a91-e6bd-4264-bd86-e164e04bc32d" providerId="ADAL" clId="{D0E4D837-0002-4594-9358-5E29EFDD765E}" dt="2025-01-06T11:34:22.149" v="82"/>
          <ac:spMkLst>
            <pc:docMk/>
            <pc:sldMk cId="1165297033" sldId="483"/>
            <ac:spMk id="4" creationId="{B0B3AF75-28FA-0E08-24C1-CC1859EB0E0B}"/>
          </ac:spMkLst>
        </pc:spChg>
      </pc:sldChg>
      <pc:sldChg chg="addSp modSp">
        <pc:chgData name="Paul Winser" userId="c3146a91-e6bd-4264-bd86-e164e04bc32d" providerId="ADAL" clId="{D0E4D837-0002-4594-9358-5E29EFDD765E}" dt="2025-01-06T11:34:23.361" v="83"/>
        <pc:sldMkLst>
          <pc:docMk/>
          <pc:sldMk cId="3586034679" sldId="484"/>
        </pc:sldMkLst>
        <pc:spChg chg="add mod">
          <ac:chgData name="Paul Winser" userId="c3146a91-e6bd-4264-bd86-e164e04bc32d" providerId="ADAL" clId="{D0E4D837-0002-4594-9358-5E29EFDD765E}" dt="2025-01-06T11:34:23.361" v="83"/>
          <ac:spMkLst>
            <pc:docMk/>
            <pc:sldMk cId="3586034679" sldId="484"/>
            <ac:spMk id="4" creationId="{9F27D6F9-CB02-B2F1-59FE-D041F22E2561}"/>
          </ac:spMkLst>
        </pc:spChg>
      </pc:sldChg>
      <pc:sldChg chg="addSp modSp">
        <pc:chgData name="Paul Winser" userId="c3146a91-e6bd-4264-bd86-e164e04bc32d" providerId="ADAL" clId="{D0E4D837-0002-4594-9358-5E29EFDD765E}" dt="2025-01-06T11:34:24.744" v="84"/>
        <pc:sldMkLst>
          <pc:docMk/>
          <pc:sldMk cId="347522243" sldId="485"/>
        </pc:sldMkLst>
        <pc:spChg chg="add mod">
          <ac:chgData name="Paul Winser" userId="c3146a91-e6bd-4264-bd86-e164e04bc32d" providerId="ADAL" clId="{D0E4D837-0002-4594-9358-5E29EFDD765E}" dt="2025-01-06T11:34:24.744" v="84"/>
          <ac:spMkLst>
            <pc:docMk/>
            <pc:sldMk cId="347522243" sldId="485"/>
            <ac:spMk id="4" creationId="{C054E1D2-5642-F834-1E93-FB055F94BA80}"/>
          </ac:spMkLst>
        </pc:spChg>
      </pc:sldChg>
      <pc:sldChg chg="addSp modSp">
        <pc:chgData name="Paul Winser" userId="c3146a91-e6bd-4264-bd86-e164e04bc32d" providerId="ADAL" clId="{D0E4D837-0002-4594-9358-5E29EFDD765E}" dt="2025-01-06T11:34:26.926" v="85"/>
        <pc:sldMkLst>
          <pc:docMk/>
          <pc:sldMk cId="3570862280" sldId="486"/>
        </pc:sldMkLst>
        <pc:spChg chg="add mod">
          <ac:chgData name="Paul Winser" userId="c3146a91-e6bd-4264-bd86-e164e04bc32d" providerId="ADAL" clId="{D0E4D837-0002-4594-9358-5E29EFDD765E}" dt="2025-01-06T11:34:26.926" v="85"/>
          <ac:spMkLst>
            <pc:docMk/>
            <pc:sldMk cId="3570862280" sldId="486"/>
            <ac:spMk id="4" creationId="{020B4B24-9462-4A36-B38D-1127AA308DB1}"/>
          </ac:spMkLst>
        </pc:spChg>
      </pc:sldChg>
      <pc:sldChg chg="addSp modSp">
        <pc:chgData name="Paul Winser" userId="c3146a91-e6bd-4264-bd86-e164e04bc32d" providerId="ADAL" clId="{D0E4D837-0002-4594-9358-5E29EFDD765E}" dt="2025-01-06T11:34:34.073" v="87"/>
        <pc:sldMkLst>
          <pc:docMk/>
          <pc:sldMk cId="3086205612" sldId="487"/>
        </pc:sldMkLst>
        <pc:spChg chg="add mod">
          <ac:chgData name="Paul Winser" userId="c3146a91-e6bd-4264-bd86-e164e04bc32d" providerId="ADAL" clId="{D0E4D837-0002-4594-9358-5E29EFDD765E}" dt="2025-01-06T11:34:31.447" v="86"/>
          <ac:spMkLst>
            <pc:docMk/>
            <pc:sldMk cId="3086205612" sldId="487"/>
            <ac:spMk id="4" creationId="{5E659223-3546-9890-FED3-647C97D08074}"/>
          </ac:spMkLst>
        </pc:spChg>
        <pc:spChg chg="add mod">
          <ac:chgData name="Paul Winser" userId="c3146a91-e6bd-4264-bd86-e164e04bc32d" providerId="ADAL" clId="{D0E4D837-0002-4594-9358-5E29EFDD765E}" dt="2025-01-06T11:34:34.073" v="87"/>
          <ac:spMkLst>
            <pc:docMk/>
            <pc:sldMk cId="3086205612" sldId="487"/>
            <ac:spMk id="5" creationId="{387A407E-75A4-FB76-4920-12D9EE7BBCF3}"/>
          </ac:spMkLst>
        </pc:spChg>
      </pc:sldChg>
      <pc:sldChg chg="addSp modSp">
        <pc:chgData name="Paul Winser" userId="c3146a91-e6bd-4264-bd86-e164e04bc32d" providerId="ADAL" clId="{D0E4D837-0002-4594-9358-5E29EFDD765E}" dt="2025-01-06T11:34:36.402" v="88"/>
        <pc:sldMkLst>
          <pc:docMk/>
          <pc:sldMk cId="4050384786" sldId="488"/>
        </pc:sldMkLst>
        <pc:spChg chg="add mod">
          <ac:chgData name="Paul Winser" userId="c3146a91-e6bd-4264-bd86-e164e04bc32d" providerId="ADAL" clId="{D0E4D837-0002-4594-9358-5E29EFDD765E}" dt="2025-01-06T11:34:36.402" v="88"/>
          <ac:spMkLst>
            <pc:docMk/>
            <pc:sldMk cId="4050384786" sldId="488"/>
            <ac:spMk id="4" creationId="{5A77D341-05EA-2829-CB0D-C5F41B4E1F56}"/>
          </ac:spMkLst>
        </pc:spChg>
      </pc:sldChg>
      <pc:sldChg chg="addSp modSp">
        <pc:chgData name="Paul Winser" userId="c3146a91-e6bd-4264-bd86-e164e04bc32d" providerId="ADAL" clId="{D0E4D837-0002-4594-9358-5E29EFDD765E}" dt="2025-01-06T11:34:37.763" v="89"/>
        <pc:sldMkLst>
          <pc:docMk/>
          <pc:sldMk cId="668105209" sldId="489"/>
        </pc:sldMkLst>
        <pc:spChg chg="add mod">
          <ac:chgData name="Paul Winser" userId="c3146a91-e6bd-4264-bd86-e164e04bc32d" providerId="ADAL" clId="{D0E4D837-0002-4594-9358-5E29EFDD765E}" dt="2025-01-06T11:34:37.763" v="89"/>
          <ac:spMkLst>
            <pc:docMk/>
            <pc:sldMk cId="668105209" sldId="489"/>
            <ac:spMk id="4" creationId="{1A2A10A3-55E7-A079-50D1-90D5A1B628E5}"/>
          </ac:spMkLst>
        </pc:spChg>
      </pc:sldChg>
      <pc:sldChg chg="addSp modSp">
        <pc:chgData name="Paul Winser" userId="c3146a91-e6bd-4264-bd86-e164e04bc32d" providerId="ADAL" clId="{D0E4D837-0002-4594-9358-5E29EFDD765E}" dt="2025-01-06T11:34:39.262" v="90"/>
        <pc:sldMkLst>
          <pc:docMk/>
          <pc:sldMk cId="3346830956" sldId="490"/>
        </pc:sldMkLst>
        <pc:spChg chg="add mod">
          <ac:chgData name="Paul Winser" userId="c3146a91-e6bd-4264-bd86-e164e04bc32d" providerId="ADAL" clId="{D0E4D837-0002-4594-9358-5E29EFDD765E}" dt="2025-01-06T11:34:39.262" v="90"/>
          <ac:spMkLst>
            <pc:docMk/>
            <pc:sldMk cId="3346830956" sldId="490"/>
            <ac:spMk id="4" creationId="{2EA4B8B2-3B86-6ADE-9B2A-FC2AF5F0AF3E}"/>
          </ac:spMkLst>
        </pc:spChg>
      </pc:sldChg>
      <pc:sldChg chg="addSp modSp">
        <pc:chgData name="Paul Winser" userId="c3146a91-e6bd-4264-bd86-e164e04bc32d" providerId="ADAL" clId="{D0E4D837-0002-4594-9358-5E29EFDD765E}" dt="2025-01-06T11:34:40.448" v="91"/>
        <pc:sldMkLst>
          <pc:docMk/>
          <pc:sldMk cId="3202310446" sldId="491"/>
        </pc:sldMkLst>
        <pc:spChg chg="add mod">
          <ac:chgData name="Paul Winser" userId="c3146a91-e6bd-4264-bd86-e164e04bc32d" providerId="ADAL" clId="{D0E4D837-0002-4594-9358-5E29EFDD765E}" dt="2025-01-06T11:34:40.448" v="91"/>
          <ac:spMkLst>
            <pc:docMk/>
            <pc:sldMk cId="3202310446" sldId="491"/>
            <ac:spMk id="4" creationId="{96A1FD2E-EAEC-5051-4FF6-6B7084322475}"/>
          </ac:spMkLst>
        </pc:spChg>
      </pc:sldChg>
      <pc:sldChg chg="addSp modSp">
        <pc:chgData name="Paul Winser" userId="c3146a91-e6bd-4264-bd86-e164e04bc32d" providerId="ADAL" clId="{D0E4D837-0002-4594-9358-5E29EFDD765E}" dt="2025-01-06T11:34:41.688" v="92"/>
        <pc:sldMkLst>
          <pc:docMk/>
          <pc:sldMk cId="628067644" sldId="492"/>
        </pc:sldMkLst>
        <pc:spChg chg="add mod">
          <ac:chgData name="Paul Winser" userId="c3146a91-e6bd-4264-bd86-e164e04bc32d" providerId="ADAL" clId="{D0E4D837-0002-4594-9358-5E29EFDD765E}" dt="2025-01-06T11:34:41.688" v="92"/>
          <ac:spMkLst>
            <pc:docMk/>
            <pc:sldMk cId="628067644" sldId="492"/>
            <ac:spMk id="4" creationId="{CCFAD372-C65B-6A0D-A226-432CB87FB965}"/>
          </ac:spMkLst>
        </pc:spChg>
      </pc:sldChg>
      <pc:sldChg chg="addSp modSp">
        <pc:chgData name="Paul Winser" userId="c3146a91-e6bd-4264-bd86-e164e04bc32d" providerId="ADAL" clId="{D0E4D837-0002-4594-9358-5E29EFDD765E}" dt="2025-01-06T11:34:43.074" v="93"/>
        <pc:sldMkLst>
          <pc:docMk/>
          <pc:sldMk cId="3403383465" sldId="493"/>
        </pc:sldMkLst>
        <pc:spChg chg="add mod">
          <ac:chgData name="Paul Winser" userId="c3146a91-e6bd-4264-bd86-e164e04bc32d" providerId="ADAL" clId="{D0E4D837-0002-4594-9358-5E29EFDD765E}" dt="2025-01-06T11:34:43.074" v="93"/>
          <ac:spMkLst>
            <pc:docMk/>
            <pc:sldMk cId="3403383465" sldId="493"/>
            <ac:spMk id="5" creationId="{1F709D1B-E20D-7B84-84FC-0D8C008BBC7B}"/>
          </ac:spMkLst>
        </pc:spChg>
      </pc:sldChg>
      <pc:sldChg chg="addSp modSp">
        <pc:chgData name="Paul Winser" userId="c3146a91-e6bd-4264-bd86-e164e04bc32d" providerId="ADAL" clId="{D0E4D837-0002-4594-9358-5E29EFDD765E}" dt="2025-01-06T11:34:44.433" v="94"/>
        <pc:sldMkLst>
          <pc:docMk/>
          <pc:sldMk cId="3713043221" sldId="494"/>
        </pc:sldMkLst>
        <pc:spChg chg="add mod">
          <ac:chgData name="Paul Winser" userId="c3146a91-e6bd-4264-bd86-e164e04bc32d" providerId="ADAL" clId="{D0E4D837-0002-4594-9358-5E29EFDD765E}" dt="2025-01-06T11:34:44.433" v="94"/>
          <ac:spMkLst>
            <pc:docMk/>
            <pc:sldMk cId="3713043221" sldId="494"/>
            <ac:spMk id="4" creationId="{FF037C4E-A8EB-8804-944D-B17BF2129A5C}"/>
          </ac:spMkLst>
        </pc:spChg>
      </pc:sldChg>
      <pc:sldChg chg="addSp modSp">
        <pc:chgData name="Paul Winser" userId="c3146a91-e6bd-4264-bd86-e164e04bc32d" providerId="ADAL" clId="{D0E4D837-0002-4594-9358-5E29EFDD765E}" dt="2025-01-06T11:32:31.860" v="5"/>
        <pc:sldMkLst>
          <pc:docMk/>
          <pc:sldMk cId="479065892" sldId="495"/>
        </pc:sldMkLst>
        <pc:spChg chg="add mod">
          <ac:chgData name="Paul Winser" userId="c3146a91-e6bd-4264-bd86-e164e04bc32d" providerId="ADAL" clId="{D0E4D837-0002-4594-9358-5E29EFDD765E}" dt="2025-01-06T11:32:31.860" v="5"/>
          <ac:spMkLst>
            <pc:docMk/>
            <pc:sldMk cId="479065892" sldId="495"/>
            <ac:spMk id="4" creationId="{4A8C0494-AAA3-19BC-3C53-7F7F4BBCB1E2}"/>
          </ac:spMkLst>
        </pc:spChg>
      </pc:sldChg>
      <pc:sldChg chg="addSp modSp">
        <pc:chgData name="Paul Winser" userId="c3146a91-e6bd-4264-bd86-e164e04bc32d" providerId="ADAL" clId="{D0E4D837-0002-4594-9358-5E29EFDD765E}" dt="2025-01-06T11:32:33.131" v="6"/>
        <pc:sldMkLst>
          <pc:docMk/>
          <pc:sldMk cId="3981027210" sldId="496"/>
        </pc:sldMkLst>
        <pc:spChg chg="add mod">
          <ac:chgData name="Paul Winser" userId="c3146a91-e6bd-4264-bd86-e164e04bc32d" providerId="ADAL" clId="{D0E4D837-0002-4594-9358-5E29EFDD765E}" dt="2025-01-06T11:32:33.131" v="6"/>
          <ac:spMkLst>
            <pc:docMk/>
            <pc:sldMk cId="3981027210" sldId="496"/>
            <ac:spMk id="4" creationId="{EE6C5AFE-F10D-397D-901E-72B68EBE629E}"/>
          </ac:spMkLst>
        </pc:spChg>
      </pc:sldChg>
      <pc:sldChg chg="addSp modSp">
        <pc:chgData name="Paul Winser" userId="c3146a91-e6bd-4264-bd86-e164e04bc32d" providerId="ADAL" clId="{D0E4D837-0002-4594-9358-5E29EFDD765E}" dt="2025-01-06T11:32:51.300" v="18"/>
        <pc:sldMkLst>
          <pc:docMk/>
          <pc:sldMk cId="2683506342" sldId="497"/>
        </pc:sldMkLst>
        <pc:spChg chg="add mod">
          <ac:chgData name="Paul Winser" userId="c3146a91-e6bd-4264-bd86-e164e04bc32d" providerId="ADAL" clId="{D0E4D837-0002-4594-9358-5E29EFDD765E}" dt="2025-01-06T11:32:51.300" v="18"/>
          <ac:spMkLst>
            <pc:docMk/>
            <pc:sldMk cId="2683506342" sldId="497"/>
            <ac:spMk id="4" creationId="{CA33BB80-834E-54DA-E63A-21B84C64BBE1}"/>
          </ac:spMkLst>
        </pc:spChg>
      </pc:sldChg>
      <pc:sldChg chg="addSp modSp">
        <pc:chgData name="Paul Winser" userId="c3146a91-e6bd-4264-bd86-e164e04bc32d" providerId="ADAL" clId="{D0E4D837-0002-4594-9358-5E29EFDD765E}" dt="2025-01-06T11:32:56.307" v="22"/>
        <pc:sldMkLst>
          <pc:docMk/>
          <pc:sldMk cId="3238401533" sldId="498"/>
        </pc:sldMkLst>
        <pc:spChg chg="add mod">
          <ac:chgData name="Paul Winser" userId="c3146a91-e6bd-4264-bd86-e164e04bc32d" providerId="ADAL" clId="{D0E4D837-0002-4594-9358-5E29EFDD765E}" dt="2025-01-06T11:32:56.307" v="22"/>
          <ac:spMkLst>
            <pc:docMk/>
            <pc:sldMk cId="3238401533" sldId="498"/>
            <ac:spMk id="5" creationId="{8A6272AD-5694-E23A-A433-F42C837BD6A2}"/>
          </ac:spMkLst>
        </pc:spChg>
      </pc:sldChg>
      <pc:sldChg chg="add modTransition">
        <pc:chgData name="Paul Winser" userId="c3146a91-e6bd-4264-bd86-e164e04bc32d" providerId="ADAL" clId="{D0E4D837-0002-4594-9358-5E29EFDD765E}" dt="2025-01-23T09:23:59.634" v="96"/>
        <pc:sldMkLst>
          <pc:docMk/>
          <pc:sldMk cId="0" sldId="4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r>
              <a:rPr lang="ar">
                <a:latin typeface="Arial" panose="020B0604020202020204" pitchFamily="34" charset="0"/>
              </a:rPr>
              <a:t>An outline of the three main learning aims in the unit.</a:t>
            </a:r>
          </a:p>
          <a:p>
            <a:pPr rtl="1"/>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4</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a:effectLst/>
                <a:latin typeface="Helvetica" pitchFamily="2" charset="0"/>
              </a:rPr>
              <a:t>Learning aim A: Understand the scale, scope and diversity of the hospitality industry</a:t>
            </a:r>
          </a:p>
          <a:p>
            <a:pPr rtl="1"/>
            <a:endParaRPr lang="en-GB" dirty="0">
              <a:effectLst/>
              <a:latin typeface="Helvetica" pitchFamily="2" charset="0"/>
            </a:endParaRPr>
          </a:p>
          <a:p>
            <a:pPr rtl="1"/>
            <a:r>
              <a:rPr lang="ar">
                <a:effectLst/>
                <a:latin typeface="Helvetica" pitchFamily="2" charset="0"/>
              </a:rPr>
              <a:t>The focus of Learning aim A is defining the scope and scale of the hospitality industry</a:t>
            </a:r>
          </a:p>
          <a:p>
            <a:pPr rtl="1"/>
            <a:endParaRPr lang="en-GB" altLang="en-US" dirty="0">
              <a:latin typeface="Arial" panose="020B0604020202020204" pitchFamily="34" charset="0"/>
            </a:endParaRPr>
          </a:p>
          <a:p>
            <a:pPr rtl="1"/>
            <a:r>
              <a:rPr lang="ar">
                <a:latin typeface="Arial" panose="020B0604020202020204" pitchFamily="34" charset="0"/>
              </a:rPr>
              <a:t>When studying the hospitality industry, it is important to understand its size, the types of businesses that operate within the industry, how these businesses are owned, where the industry operates and the importance of the hospitality industry locally, nationally and internationally.</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5</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6</a:t>
            </a:fld>
            <a:endParaRPr lang="en-GB" altLang="en-US"/>
          </a:p>
        </p:txBody>
      </p:sp>
    </p:spTree>
    <p:extLst>
      <p:ext uri="{BB962C8B-B14F-4D97-AF65-F5344CB8AC3E}">
        <p14:creationId xmlns:p14="http://schemas.microsoft.com/office/powerpoint/2010/main" val="2329595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13</a:t>
            </a:fld>
            <a:endParaRPr lang="en-GB" altLang="en-US"/>
          </a:p>
        </p:txBody>
      </p:sp>
    </p:spTree>
    <p:extLst>
      <p:ext uri="{BB962C8B-B14F-4D97-AF65-F5344CB8AC3E}">
        <p14:creationId xmlns:p14="http://schemas.microsoft.com/office/powerpoint/2010/main" val="286453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20</a:t>
            </a:fld>
            <a:endParaRPr lang="en-GB" altLang="en-US"/>
          </a:p>
        </p:txBody>
      </p:sp>
    </p:spTree>
    <p:extLst>
      <p:ext uri="{BB962C8B-B14F-4D97-AF65-F5344CB8AC3E}">
        <p14:creationId xmlns:p14="http://schemas.microsoft.com/office/powerpoint/2010/main" val="35789717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35</a:t>
            </a:fld>
            <a:endParaRPr lang="en-GB" altLang="en-US"/>
          </a:p>
        </p:txBody>
      </p:sp>
    </p:spTree>
    <p:extLst>
      <p:ext uri="{BB962C8B-B14F-4D97-AF65-F5344CB8AC3E}">
        <p14:creationId xmlns:p14="http://schemas.microsoft.com/office/powerpoint/2010/main" val="18110865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40</a:t>
            </a:fld>
            <a:endParaRPr lang="en-GB" altLang="en-US"/>
          </a:p>
        </p:txBody>
      </p:sp>
    </p:spTree>
    <p:extLst>
      <p:ext uri="{BB962C8B-B14F-4D97-AF65-F5344CB8AC3E}">
        <p14:creationId xmlns:p14="http://schemas.microsoft.com/office/powerpoint/2010/main" val="3033703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45</a:t>
            </a:fld>
            <a:endParaRPr lang="en-GB" altLang="en-US"/>
          </a:p>
        </p:txBody>
      </p:sp>
    </p:spTree>
    <p:extLst>
      <p:ext uri="{BB962C8B-B14F-4D97-AF65-F5344CB8AC3E}">
        <p14:creationId xmlns:p14="http://schemas.microsoft.com/office/powerpoint/2010/main" val="635610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46</a:t>
            </a:fld>
            <a:endParaRPr lang="en-GB" altLang="en-US"/>
          </a:p>
        </p:txBody>
      </p:sp>
    </p:spTree>
    <p:extLst>
      <p:ext uri="{BB962C8B-B14F-4D97-AF65-F5344CB8AC3E}">
        <p14:creationId xmlns:p14="http://schemas.microsoft.com/office/powerpoint/2010/main" val="2614175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a:effectLst/>
                <a:latin typeface="Helvetica" pitchFamily="2" charset="0"/>
              </a:rPr>
              <a:t>Learning aim A: Understand the scale, scope and diversity of the hospitality industry</a:t>
            </a:r>
          </a:p>
          <a:p>
            <a:pPr rtl="1"/>
            <a:endParaRPr lang="en-GB" dirty="0">
              <a:effectLst/>
              <a:latin typeface="Helvetica" pitchFamily="2" charset="0"/>
            </a:endParaRPr>
          </a:p>
          <a:p>
            <a:pPr rtl="1"/>
            <a:r>
              <a:rPr lang="ar">
                <a:effectLst/>
                <a:latin typeface="Helvetica" pitchFamily="2" charset="0"/>
              </a:rPr>
              <a:t>The focus of Learning aim A is defining the scope and scale of the hospitality industry</a:t>
            </a:r>
          </a:p>
          <a:p>
            <a:pPr rtl="1"/>
            <a:endParaRPr lang="en-GB" altLang="en-US" dirty="0">
              <a:latin typeface="Arial" panose="020B0604020202020204" pitchFamily="34" charset="0"/>
            </a:endParaRPr>
          </a:p>
          <a:p>
            <a:pPr rtl="1"/>
            <a:r>
              <a:rPr lang="ar">
                <a:latin typeface="Arial" panose="020B0604020202020204" pitchFamily="34" charset="0"/>
              </a:rPr>
              <a:t>When studying the hospitality industry, it is important to understand its size, the types of businesses that operate within the industry, how these businesses are owned, where the industry operates and the importance of the hospitality industry locally, nationally and internationally.</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52</a:t>
            </a:fld>
            <a:endParaRPr lang="en-GB" altLang="en-US"/>
          </a:p>
        </p:txBody>
      </p:sp>
    </p:spTree>
    <p:extLst>
      <p:ext uri="{BB962C8B-B14F-4D97-AF65-F5344CB8AC3E}">
        <p14:creationId xmlns:p14="http://schemas.microsoft.com/office/powerpoint/2010/main" val="904139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64</a:t>
            </a:fld>
            <a:endParaRPr lang="en-GB" altLang="en-US"/>
          </a:p>
        </p:txBody>
      </p:sp>
    </p:spTree>
    <p:extLst>
      <p:ext uri="{BB962C8B-B14F-4D97-AF65-F5344CB8AC3E}">
        <p14:creationId xmlns:p14="http://schemas.microsoft.com/office/powerpoint/2010/main" val="10426662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70</a:t>
            </a:fld>
            <a:endParaRPr lang="en-GB" altLang="en-US"/>
          </a:p>
        </p:txBody>
      </p:sp>
    </p:spTree>
    <p:extLst>
      <p:ext uri="{BB962C8B-B14F-4D97-AF65-F5344CB8AC3E}">
        <p14:creationId xmlns:p14="http://schemas.microsoft.com/office/powerpoint/2010/main" val="22034953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a:effectLst/>
                <a:latin typeface="Helvetica" pitchFamily="2" charset="0"/>
              </a:rPr>
              <a:t>Learning aim A: Understand the scale, scope and diversity of the hospitality industry</a:t>
            </a:r>
          </a:p>
          <a:p>
            <a:pPr rtl="1"/>
            <a:endParaRPr lang="en-GB" dirty="0">
              <a:effectLst/>
              <a:latin typeface="Helvetica" pitchFamily="2" charset="0"/>
            </a:endParaRPr>
          </a:p>
          <a:p>
            <a:pPr rtl="1"/>
            <a:r>
              <a:rPr lang="ar">
                <a:effectLst/>
                <a:latin typeface="Helvetica" pitchFamily="2" charset="0"/>
              </a:rPr>
              <a:t>The focus of Learning aim A is defining the scope and scale of the hospitality industry</a:t>
            </a:r>
          </a:p>
          <a:p>
            <a:pPr rtl="1"/>
            <a:endParaRPr lang="en-GB" altLang="en-US" dirty="0">
              <a:latin typeface="Arial" panose="020B0604020202020204" pitchFamily="34" charset="0"/>
            </a:endParaRPr>
          </a:p>
          <a:p>
            <a:pPr rtl="1"/>
            <a:r>
              <a:rPr lang="ar">
                <a:latin typeface="Arial" panose="020B0604020202020204" pitchFamily="34" charset="0"/>
              </a:rPr>
              <a:t>When studying the hospitality industry, it is important to understand its size, the types of businesses that operate within the industry, how these businesses are owned, where the industry operates and the importance of the hospitality industry locally, nationally and internationally.</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75</a:t>
            </a:fld>
            <a:endParaRPr lang="en-GB" altLang="en-US"/>
          </a:p>
        </p:txBody>
      </p:sp>
    </p:spTree>
    <p:extLst>
      <p:ext uri="{BB962C8B-B14F-4D97-AF65-F5344CB8AC3E}">
        <p14:creationId xmlns:p14="http://schemas.microsoft.com/office/powerpoint/2010/main" val="24206040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rtl="1"/>
              <a:t>90</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jpe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4" name="Picture 8">
            <a:extLst>
              <a:ext uri="{FF2B5EF4-FFF2-40B4-BE49-F238E27FC236}">
                <a16:creationId xmlns:a16="http://schemas.microsoft.com/office/drawing/2014/main" id="{9DFD14FD-5FCF-3F68-876F-96C67F0E64DA}"/>
              </a:ext>
            </a:extLst>
          </p:cNvPr>
          <p:cNvPicPr>
            <a:picLocks noChangeAspect="1" noChangeArrowheads="1"/>
          </p:cNvPicPr>
          <p:nvPr userDrawn="1"/>
        </p:nvPicPr>
        <p:blipFill rotWithShape="1">
          <a:blip r:embed="rId16">
            <a:extLst>
              <a:ext uri="{28A0092B-C50C-407E-A947-70E740481C1C}">
                <a14:useLocalDpi xmlns:a14="http://schemas.microsoft.com/office/drawing/2010/main"/>
              </a:ext>
            </a:extLst>
          </a:blip>
          <a:srcRect r="37547"/>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E6FCB704-EDB3-0095-9B3B-D00C3756D9F1}"/>
              </a:ext>
            </a:extLst>
          </p:cNvPr>
          <p:cNvSpPr/>
          <p:nvPr userDrawn="1"/>
        </p:nvSpPr>
        <p:spPr>
          <a:xfrm>
            <a:off x="189038" y="122587"/>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a:t>
            </a:r>
            <a:r>
              <a:rPr lang="ar" sz="2500" b="1">
                <a:latin typeface="Sakkal Majalla" panose="02000000000000000000" pitchFamily="2" charset="-78"/>
                <a:cs typeface="Sakkal Majalla" panose="02000000000000000000" pitchFamily="2" charset="-78"/>
              </a:rPr>
              <a:t>International </a:t>
            </a:r>
            <a:r>
              <a:rPr lang="ar-EG" sz="2500" b="1">
                <a:latin typeface="Sakkal Majalla" panose="02000000000000000000" pitchFamily="2" charset="-78"/>
                <a:cs typeface="Sakkal Majalla" panose="02000000000000000000" pitchFamily="2" charset="-78"/>
              </a:rPr>
              <a:t>ل</a:t>
            </a:r>
            <a:r>
              <a:rPr lang="ar" sz="2500" b="1">
                <a:latin typeface="Sakkal Majalla" panose="02000000000000000000" pitchFamily="2" charset="-78"/>
                <a:cs typeface="Sakkal Majalla" panose="02000000000000000000" pitchFamily="2" charset="-78"/>
              </a:rPr>
              <a:t>لمستوى </a:t>
            </a:r>
            <a:r>
              <a:rPr lang="ar-EG" sz="2500" b="1" dirty="0">
                <a:latin typeface="Sakkal Majalla" panose="02000000000000000000" pitchFamily="2" charset="-78"/>
                <a:cs typeface="Sakkal Majalla" panose="02000000000000000000" pitchFamily="2" charset="-78"/>
              </a:rPr>
              <a:t>3</a:t>
            </a:r>
            <a:endParaRPr lang="en-US" sz="2500" b="1" dirty="0">
              <a:latin typeface="Sakkal Majalla" panose="02000000000000000000" pitchFamily="2" charset="-78"/>
              <a:cs typeface="Sakkal Majalla" panose="02000000000000000000" pitchFamily="2" charset="-78"/>
            </a:endParaRPr>
          </a:p>
          <a:p>
            <a:pPr algn="l">
              <a:lnSpc>
                <a:spcPct val="110000"/>
              </a:lnSpc>
            </a:pPr>
            <a:r>
              <a:rPr lang="ar-EG" sz="2500" b="1" dirty="0">
                <a:latin typeface="Sakkal Majalla" panose="02000000000000000000" pitchFamily="2" charset="-78"/>
                <a:cs typeface="Sakkal Majalla" panose="02000000000000000000" pitchFamily="2" charset="-78"/>
              </a:rPr>
              <a:t>الهندسة</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66.xml"/></Relationships>
</file>

<file path=ppt/slides/_rels/slide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66.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 Id="rId4" Type="http://schemas.openxmlformats.org/officeDocument/2006/relationships/image" Target="../media/image13.jpeg"/></Relationships>
</file>

<file path=ppt/slides/_rels/slide1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 Id="rId4" Type="http://schemas.openxmlformats.org/officeDocument/2006/relationships/image" Target="../media/image14.jpeg"/></Relationships>
</file>

<file path=ppt/slides/_rels/slide2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2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3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3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3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3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3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s>
</file>

<file path=ppt/slides/_rels/slide3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3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3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3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4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s>
</file>

<file path=ppt/slides/_rels/slide4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4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4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4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4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 Id="rId4" Type="http://schemas.openxmlformats.org/officeDocument/2006/relationships/image" Target="../media/image16.jpeg"/></Relationships>
</file>

<file path=ppt/slides/_rels/slide4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68.xml"/><Relationship Id="rId4" Type="http://schemas.openxmlformats.org/officeDocument/2006/relationships/image" Target="../media/image17.jpeg"/></Relationships>
</file>

<file path=ppt/slides/_rels/slide4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4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4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5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5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5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s>
</file>

<file path=ppt/slides/_rels/slide5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5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5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5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5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5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5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6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6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6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6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6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s>
</file>

<file path=ppt/slides/_rels/slide6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6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6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6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6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7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 Id="rId4" Type="http://schemas.openxmlformats.org/officeDocument/2006/relationships/image" Target="../media/image21.jpeg"/></Relationships>
</file>

<file path=ppt/slides/_rels/slide7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7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7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7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7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s>
</file>

<file path=ppt/slides/_rels/slide7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7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7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7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8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8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8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8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8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8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8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8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8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8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9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800" dirty="0">
                <a:latin typeface="Sakkal Majalla" panose="02000000000000000000" pitchFamily="2" charset="-78"/>
                <a:cs typeface="Sakkal Majalla" panose="02000000000000000000" pitchFamily="2" charset="-78"/>
              </a:rPr>
              <a:t>الوحدة 26</a:t>
            </a:r>
            <a:br>
              <a:rPr lang="en-GB" altLang="en-US" sz="4800" dirty="0">
                <a:latin typeface="Sakkal Majalla" panose="02000000000000000000" pitchFamily="2" charset="-78"/>
                <a:cs typeface="Sakkal Majalla" panose="02000000000000000000" pitchFamily="2" charset="-78"/>
              </a:rPr>
            </a:br>
            <a:r>
              <a:rPr lang="ar" sz="4800" dirty="0">
                <a:latin typeface="Sakkal Majalla" panose="02000000000000000000" pitchFamily="2" charset="-78"/>
                <a:cs typeface="Sakkal Majalla" panose="02000000000000000000" pitchFamily="2" charset="-78"/>
              </a:rPr>
              <a:t>السلوك الميكانيكي للمواد غير المعدنية</a:t>
            </a:r>
            <a:br>
              <a:rPr lang="en-GB" altLang="en-US" sz="4800" dirty="0">
                <a:latin typeface="Sakkal Majalla" panose="02000000000000000000" pitchFamily="2" charset="-78"/>
                <a:cs typeface="Sakkal Majalla" panose="02000000000000000000" pitchFamily="2" charset="-78"/>
              </a:rPr>
            </a:br>
            <a:endParaRPr lang="en-GB" altLang="en-US" sz="4800" dirty="0">
              <a:latin typeface="Sakkal Majalla" panose="02000000000000000000" pitchFamily="2" charset="-78"/>
              <a:cs typeface="Sakkal Majalla" panose="02000000000000000000" pitchFamily="2" charset="-78"/>
            </a:endParaRPr>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Autofit/>
          </a:bodyPr>
          <a:lstStyle/>
          <a:p>
            <a:pPr algn="ctr" rtl="1">
              <a:lnSpc>
                <a:spcPct val="90000"/>
              </a:lnSpc>
              <a:spcAft>
                <a:spcPts val="600"/>
              </a:spcAft>
              <a:defRPr/>
            </a:pPr>
            <a:r>
              <a:rPr lang="ar" sz="1400" dirty="0">
                <a:latin typeface="Sakkal Majalla" panose="02000000000000000000" pitchFamily="2" charset="-78"/>
                <a:cs typeface="Sakkal Majalla" panose="02000000000000000000" pitchFamily="2" charset="-78"/>
              </a:rPr>
              <a:t>© حقوق التأليف والنشر لعام 2024 محفوظة لشركة بيرسون إديوكيشن ليمتد. لا يُسمح بالنسخ إلا للمؤسسة المُشترية فقط. </a:t>
            </a:r>
          </a:p>
        </p:txBody>
      </p:sp>
      <p:sp>
        <p:nvSpPr>
          <p:cNvPr id="2" name="Footer Placeholder 2">
            <a:extLst>
              <a:ext uri="{FF2B5EF4-FFF2-40B4-BE49-F238E27FC236}">
                <a16:creationId xmlns:a16="http://schemas.microsoft.com/office/drawing/2014/main" id="{07C6F3D5-7A7D-9FDA-8C12-C16F84D39163}"/>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6D697-8368-41A1-A14D-B57F01576BD2}"/>
              </a:ext>
            </a:extLst>
          </p:cNvPr>
          <p:cNvSpPr>
            <a:spLocks noGrp="1"/>
          </p:cNvSpPr>
          <p:nvPr>
            <p:ph type="title"/>
          </p:nvPr>
        </p:nvSpPr>
        <p:spPr>
          <a:xfrm>
            <a:off x="457200" y="1195200"/>
            <a:ext cx="8229600" cy="864000"/>
          </a:xfrm>
        </p:spPr>
        <p:txBody>
          <a:bodyPr rtlCol="1"/>
          <a:lstStyle/>
          <a:p>
            <a:pPr rtl="1"/>
            <a:br>
              <a:rPr lang="en-GB"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موجز عن الوحدة</a:t>
            </a:r>
            <a:br>
              <a:rPr lang="en-GB" sz="3800" b="1" dirty="0">
                <a:latin typeface="Sakkal Majalla" panose="02000000000000000000" pitchFamily="2" charset="-78"/>
                <a:cs typeface="Sakkal Majalla" panose="02000000000000000000" pitchFamily="2" charset="-78"/>
              </a:rPr>
            </a:b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6EAEE20C-4FD0-401E-A30E-EE91DC6A7F4C}"/>
              </a:ext>
            </a:extLst>
          </p:cNvPr>
          <p:cNvSpPr>
            <a:spLocks noGrp="1"/>
          </p:cNvSpPr>
          <p:nvPr>
            <p:ph idx="1"/>
          </p:nvPr>
        </p:nvSpPr>
        <p:spPr>
          <a:xfrm>
            <a:off x="468311" y="2196000"/>
            <a:ext cx="8207375" cy="3878436"/>
          </a:xfrm>
        </p:spPr>
        <p:txBody>
          <a:bodyPr rtlCol="1"/>
          <a:lstStyle/>
          <a:p>
            <a:pPr rtl="1"/>
            <a:r>
              <a:rPr lang="ar" sz="2200" dirty="0">
                <a:latin typeface="Sakkal Majalla" panose="02000000000000000000" pitchFamily="2" charset="-78"/>
                <a:cs typeface="Sakkal Majalla" panose="02000000000000000000" pitchFamily="2" charset="-78"/>
              </a:rPr>
              <a:t>تركز هذه الوحدة على استكشاف الخواص الميكانيكية للبوليمرات والسيراميك والمُركبات واستخداماتها في الهندسة. ومن المقرر أن يبحث المتعلمون في بنية هذه المواد، وكيف تؤثر العيوب البُنيوية في سلوكها، وأنماط إخفاقها في أثناء الاستخدام. </a:t>
            </a:r>
          </a:p>
          <a:p>
            <a:pPr rtl="1"/>
            <a:r>
              <a:rPr lang="ar" sz="2200" dirty="0">
                <a:latin typeface="Sakkal Majalla" panose="02000000000000000000" pitchFamily="2" charset="-78"/>
                <a:cs typeface="Sakkal Majalla" panose="02000000000000000000" pitchFamily="2" charset="-78"/>
              </a:rPr>
              <a:t>تتضمن الوحدة أيضًا اختبارات عملية على الخواص الميكانيكية مثل مقاومة الشد ومقاومة التفكك. بفهم هذه الجوانب، يمكن للطلاب اقتراح تحسينات التصميم لمنع إخفاق المواد. وبذلك يكتسبون معرفة تُؤهلهم للدراسات الهندسية عالية المستوى أو التدريب المهني ذي الصلة.</a:t>
            </a:r>
          </a:p>
          <a:p>
            <a:pPr rtl="1"/>
            <a:endParaRPr lang="en-GB" sz="22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4A8C0494-AAA3-19BC-3C53-7F7F4BBCB1E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479065892"/>
      </p:ext>
    </p:extLst>
  </p:cSld>
  <p:clrMapOvr>
    <a:masterClrMapping/>
  </p:clrMapOvr>
  <p:transition>
    <p:sndAc>
      <p:stSnd>
        <p:snd r:embed="rId2"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1CFA0-3799-413C-89F2-D5EB91ABF82C}"/>
              </a:ext>
            </a:extLst>
          </p:cNvPr>
          <p:cNvSpPr>
            <a:spLocks noGrp="1"/>
          </p:cNvSpPr>
          <p:nvPr>
            <p:ph type="title"/>
          </p:nvPr>
        </p:nvSpPr>
        <p:spPr>
          <a:xfrm>
            <a:off x="457200" y="1195200"/>
            <a:ext cx="8229600" cy="864000"/>
          </a:xfrm>
        </p:spPr>
        <p:txBody>
          <a:bodyPr rtlCol="1"/>
          <a:lstStyle/>
          <a:p>
            <a:pPr rtl="1"/>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مقدمة الوحدة</a:t>
            </a:r>
            <a:br>
              <a:rPr lang="en-GB" altLang="en-US" sz="3800" b="1" dirty="0">
                <a:latin typeface="Sakkal Majalla" panose="02000000000000000000" pitchFamily="2" charset="-78"/>
                <a:cs typeface="Sakkal Majalla" panose="02000000000000000000" pitchFamily="2" charset="-78"/>
              </a:rPr>
            </a:b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71499688-D1C3-41A7-8A2D-DDE605FE0120}"/>
              </a:ext>
            </a:extLst>
          </p:cNvPr>
          <p:cNvSpPr>
            <a:spLocks noGrp="1"/>
          </p:cNvSpPr>
          <p:nvPr>
            <p:ph idx="1"/>
          </p:nvPr>
        </p:nvSpPr>
        <p:spPr>
          <a:xfrm>
            <a:off x="468314" y="2195999"/>
            <a:ext cx="8207375" cy="4185329"/>
          </a:xfrm>
        </p:spPr>
        <p:txBody>
          <a:bodyPr rtlCol="1"/>
          <a:lstStyle/>
          <a:p>
            <a:pPr rtl="1"/>
            <a:r>
              <a:rPr lang="ar" sz="1800" dirty="0">
                <a:latin typeface="Sakkal Majalla" panose="02000000000000000000" pitchFamily="2" charset="-78"/>
                <a:cs typeface="Sakkal Majalla" panose="02000000000000000000" pitchFamily="2" charset="-78"/>
              </a:rPr>
              <a:t>يتعمق المتعلمون في دراسة البوليمرات والسيراميك والمُركبات التي تعتبر ضرورية في الهندسة الحديثة. لا بد أن يختار المهندسون المواد المناسبة لمختلف المنتجات لضمان الأداء الأمثل والمتانة. توفر هذه الوحدة فهمًا متعمقًا لكيفية تصرف هذه المواد غير المعدنية في ظل ظروف مختلفة من خلال فحص بُنياتها الذرية والجزيئية. حيث سيحصل المتعلمون على رؤى وأفكار بشأن الخواص الميكانيكية لهذه المواد، مثل مقاومة الشد والمرونة والمتانة ضد الكسر، وكيف تحدد هذه الخواص مدى ملاءمتها للاستخدامات الهندسية المختلفة.</a:t>
            </a:r>
          </a:p>
          <a:p>
            <a:pPr rtl="1"/>
            <a:r>
              <a:rPr lang="ar" sz="1800" dirty="0">
                <a:latin typeface="Sakkal Majalla" panose="02000000000000000000" pitchFamily="2" charset="-78"/>
                <a:cs typeface="Sakkal Majalla" panose="02000000000000000000" pitchFamily="2" charset="-78"/>
              </a:rPr>
              <a:t>سيشارك المتعلمون أيضًا في الاختبار العملي لتقييم السلوك الميكانيكي للمواد غير المعدنية، واستكشاف كيف يمكن لعوامل مثل العيوب البُنيوية والظروف البيئية أن تؤثر في أداء المواد. إضافة إلى ذلك، سيدرس المتعلمون أسباب إخفاق المواد في أثناء الاستخدام ويقترحون حلول تصميمية لتعزيز طول عمر المكونات وموثوقيتها. تزود هذه الوحدة المتعلمين بالمعرفة العملية والمهارات الأساسية لمزيد من الدراسات في الهندسة أو التدريب المهني ذي الصلة، ما يضمن فهمهم للدور الحاسم الذي تؤديه المواد غير المعدنية في التكنولوجيا الحديثة وتصميم المنتجات.</a:t>
            </a:r>
            <a:endParaRPr lang="en-GB" sz="18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EE6C5AFE-F10D-397D-901E-72B68EBE629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981027210"/>
      </p:ext>
    </p:extLst>
  </p:cSld>
  <p:clrMapOvr>
    <a:masterClrMapping/>
  </p:clrMapOvr>
  <p:transition>
    <p:sndAc>
      <p:stSnd>
        <p:snd r:embed="rId2"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نتاجات التعلم</a:t>
            </a:r>
            <a:endParaRPr lang="en-GB" altLang="en-US" sz="4600" dirty="0">
              <a:latin typeface="Sakkal Majalla" panose="02000000000000000000" pitchFamily="2" charset="-78"/>
              <a:cs typeface="Sakkal Majalla" panose="02000000000000000000" pitchFamily="2" charset="-78"/>
            </a:endParaRPr>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79209" y="2058988"/>
            <a:ext cx="7991475" cy="46568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endParaRPr lang="en-GB" altLang="en-US" sz="2600" b="1" dirty="0">
              <a:latin typeface="Sakkal Majalla" panose="02000000000000000000" pitchFamily="2" charset="-78"/>
              <a:cs typeface="Sakkal Majalla" panose="02000000000000000000" pitchFamily="2" charset="-78"/>
            </a:endParaRPr>
          </a:p>
          <a:p>
            <a:pPr marL="404813" indent="-387350" defTabSz="431800" rtl="1">
              <a:buNone/>
            </a:pPr>
            <a:r>
              <a:rPr lang="ar" sz="2600" b="1" dirty="0">
                <a:latin typeface="Sakkal Majalla" panose="02000000000000000000" pitchFamily="2" charset="-78"/>
                <a:cs typeface="Sakkal Majalla" panose="02000000000000000000" pitchFamily="2" charset="-78"/>
              </a:rPr>
              <a:t>أ	</a:t>
            </a:r>
            <a:r>
              <a:rPr lang="ar" sz="2600" dirty="0">
                <a:latin typeface="Sakkal Majalla" panose="02000000000000000000" pitchFamily="2" charset="-78"/>
                <a:cs typeface="Sakkal Majalla" panose="02000000000000000000" pitchFamily="2" charset="-78"/>
              </a:rPr>
              <a:t>دراسة كيفية تأثير بنية المواد غير المعدنية في خواصها الميكانيكية</a:t>
            </a:r>
          </a:p>
          <a:p>
            <a:pPr marL="404813" indent="-387350" defTabSz="431800" rtl="1">
              <a:buNone/>
            </a:pPr>
            <a:endParaRPr lang="en-GB" altLang="en-US" sz="2600" b="1" dirty="0">
              <a:highlight>
                <a:srgbClr val="FFFF00"/>
              </a:highlight>
              <a:latin typeface="Sakkal Majalla" panose="02000000000000000000" pitchFamily="2" charset="-78"/>
              <a:cs typeface="Sakkal Majalla" panose="02000000000000000000" pitchFamily="2" charset="-78"/>
            </a:endParaRPr>
          </a:p>
          <a:p>
            <a:pPr marL="404813" indent="-387350" defTabSz="431800" rtl="1">
              <a:buNone/>
            </a:pPr>
            <a:r>
              <a:rPr lang="ar" sz="2600" b="1" dirty="0">
                <a:latin typeface="Sakkal Majalla" panose="02000000000000000000" pitchFamily="2" charset="-78"/>
                <a:cs typeface="Sakkal Majalla" panose="02000000000000000000" pitchFamily="2" charset="-78"/>
              </a:rPr>
              <a:t>ب	</a:t>
            </a:r>
            <a:r>
              <a:rPr lang="ar" sz="2600" dirty="0">
                <a:latin typeface="Sakkal Majalla" panose="02000000000000000000" pitchFamily="2" charset="-78"/>
                <a:cs typeface="Sakkal Majalla" panose="02000000000000000000" pitchFamily="2" charset="-78"/>
              </a:rPr>
              <a:t>الاستكشاف الآمن للخواص الميكانيكية للمواد غير المعدنية وتأثير العيوب البنيوية فيها</a:t>
            </a:r>
          </a:p>
          <a:p>
            <a:pPr marL="404813" indent="-387350" defTabSz="431800" rtl="1">
              <a:buNone/>
            </a:pPr>
            <a:endParaRPr lang="en-GB" altLang="en-US" sz="2600" b="1" dirty="0">
              <a:highlight>
                <a:srgbClr val="FFFF00"/>
              </a:highlight>
              <a:latin typeface="Sakkal Majalla" panose="02000000000000000000" pitchFamily="2" charset="-78"/>
              <a:cs typeface="Sakkal Majalla" panose="02000000000000000000" pitchFamily="2" charset="-78"/>
            </a:endParaRPr>
          </a:p>
          <a:p>
            <a:pPr marL="404813" indent="-387350" defTabSz="431800" rtl="1">
              <a:buNone/>
            </a:pPr>
            <a:r>
              <a:rPr lang="ar" sz="2600" b="1" dirty="0">
                <a:latin typeface="Sakkal Majalla" panose="02000000000000000000" pitchFamily="2" charset="-78"/>
                <a:cs typeface="Sakkal Majalla" panose="02000000000000000000" pitchFamily="2" charset="-78"/>
              </a:rPr>
              <a:t>ج	</a:t>
            </a:r>
            <a:r>
              <a:rPr lang="ar" sz="2600" dirty="0">
                <a:latin typeface="Sakkal Majalla" panose="02000000000000000000" pitchFamily="2" charset="-78"/>
                <a:cs typeface="Sakkal Majalla" panose="02000000000000000000" pitchFamily="2" charset="-78"/>
              </a:rPr>
              <a:t>استكشاف إخفاق المكونات غير المعدنية في أثناء الاستخدام ودراسة إدخال تحسينات على تصميمها</a:t>
            </a:r>
          </a:p>
          <a:p>
            <a:pPr marL="404813" indent="-387350" defTabSz="431800" rtl="1">
              <a:buNone/>
            </a:pPr>
            <a:endParaRPr lang="en-GB" altLang="en-US" sz="26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CC717EE7-7FDB-BCD9-931C-5DFAA881924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نتاج التعلم أ</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1727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دراسة كيفية تأثير بنية المواد</a:t>
            </a:r>
          </a:p>
          <a:p>
            <a:pPr algn="ctr" rtl="1"/>
            <a:r>
              <a:rPr lang="ar" sz="3800" b="1" dirty="0">
                <a:latin typeface="Sakkal Majalla" panose="02000000000000000000" pitchFamily="2" charset="-78"/>
                <a:cs typeface="Sakkal Majalla" panose="02000000000000000000" pitchFamily="2" charset="-78"/>
              </a:rPr>
              <a:t>غير المعدنية في خواصها الميكانيكية</a:t>
            </a:r>
          </a:p>
          <a:p>
            <a:pPr algn="ctr" rtl="1"/>
            <a:endParaRPr lang="en-GB" altLang="en-US" sz="3800" b="1" dirty="0">
              <a:latin typeface="Sakkal Majalla" panose="02000000000000000000" pitchFamily="2" charset="-78"/>
              <a:cs typeface="Sakkal Majalla" panose="02000000000000000000" pitchFamily="2" charset="-78"/>
            </a:endParaRPr>
          </a:p>
          <a:p>
            <a:pPr algn="ctr" rtl="1"/>
            <a:endParaRPr lang="en-GB" altLang="en-US" sz="3800" b="1" dirty="0">
              <a:latin typeface="Sakkal Majalla" panose="02000000000000000000" pitchFamily="2" charset="-78"/>
              <a:cs typeface="Sakkal Majalla" panose="02000000000000000000" pitchFamily="2" charset="-78"/>
            </a:endParaRPr>
          </a:p>
          <a:p>
            <a:pPr algn="ctr" rtl="1"/>
            <a:endParaRPr lang="en-GB" altLang="en-US" sz="38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E4D944B9-2C54-716F-5A41-37837A75583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23928" y="1683626"/>
            <a:ext cx="5101311" cy="426565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600" b="1" dirty="0">
                <a:latin typeface="Sakkal Majalla" panose="02000000000000000000" pitchFamily="2" charset="-78"/>
                <a:cs typeface="Sakkal Majalla" panose="02000000000000000000" pitchFamily="2" charset="-78"/>
              </a:rPr>
              <a:t>أ1: أنواع المواد غير المعدنية</a:t>
            </a:r>
          </a:p>
          <a:p>
            <a:pPr marL="0" indent="0" rtl="1">
              <a:buNone/>
            </a:pPr>
            <a:endParaRPr lang="en-GB" sz="1400" dirty="0">
              <a:latin typeface="Sakkal Majalla" panose="02000000000000000000" pitchFamily="2" charset="-78"/>
              <a:cs typeface="Sakkal Majalla" panose="02000000000000000000" pitchFamily="2" charset="-78"/>
            </a:endParaRPr>
          </a:p>
          <a:p>
            <a:pPr marL="0" indent="0" rtl="1">
              <a:buNone/>
            </a:pPr>
            <a:r>
              <a:rPr lang="ar" sz="2200" dirty="0">
                <a:latin typeface="Sakkal Majalla" panose="02000000000000000000" pitchFamily="2" charset="-78"/>
                <a:cs typeface="Sakkal Majalla" panose="02000000000000000000" pitchFamily="2" charset="-78"/>
              </a:rPr>
              <a:t>في الهندسة، تؤدي المواد غير المعدنية دورًا حيويًا نظرًا لخواصها المميزة التي تجعلها مناسبة لمجموعة متنوعة من الاستخدامات. وتُصنف هذه المواد إلى ثلاث فئات رئيسة: البوليمرات والسيراميك والمُركبات. ولكل فئة من هذه الفئات أنواع فرعية مختلفة ذات بُنى وخواص فريدة تؤثر في سلوكها الميكانيكي واستخدامها في المنتجات الهندسية.</a:t>
            </a:r>
            <a:br>
              <a:rPr lang="en-GB" sz="2200" dirty="0">
                <a:latin typeface="Sakkal Majalla" panose="02000000000000000000" pitchFamily="2" charset="-78"/>
                <a:cs typeface="Sakkal Majalla" panose="02000000000000000000" pitchFamily="2" charset="-78"/>
              </a:rPr>
            </a:br>
            <a:br>
              <a:rPr lang="en-GB" sz="2200" dirty="0">
                <a:latin typeface="Sakkal Majalla" panose="02000000000000000000" pitchFamily="2" charset="-78"/>
                <a:cs typeface="Sakkal Majalla" panose="02000000000000000000" pitchFamily="2" charset="-78"/>
              </a:rPr>
            </a:br>
            <a:endParaRPr lang="en-GB" sz="22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000" b="1" dirty="0">
              <a:latin typeface="Sakkal Majalla" panose="02000000000000000000" pitchFamily="2" charset="-78"/>
              <a:cs typeface="Sakkal Majalla" panose="02000000000000000000" pitchFamily="2" charset="-78"/>
            </a:endParaRPr>
          </a:p>
        </p:txBody>
      </p:sp>
      <p:sp>
        <p:nvSpPr>
          <p:cNvPr id="2" name="TextBox 1"/>
          <p:cNvSpPr txBox="1"/>
          <p:nvPr/>
        </p:nvSpPr>
        <p:spPr>
          <a:xfrm>
            <a:off x="523415" y="5325381"/>
            <a:ext cx="3112481" cy="492443"/>
          </a:xfrm>
          <a:prstGeom prst="rect">
            <a:avLst/>
          </a:prstGeom>
          <a:noFill/>
        </p:spPr>
        <p:txBody>
          <a:bodyPr wrap="square" rtlCol="1">
            <a:spAutoFit/>
          </a:bodyPr>
          <a:lstStyle/>
          <a:p>
            <a:pPr algn="ctr" rtl="1"/>
            <a:r>
              <a:rPr lang="ar" sz="1300" b="1" dirty="0">
                <a:latin typeface="Sakkal Majalla" panose="02000000000000000000" pitchFamily="2" charset="-78"/>
                <a:cs typeface="Sakkal Majalla" panose="02000000000000000000" pitchFamily="2" charset="-78"/>
              </a:rPr>
              <a:t>مصنع لإنتاج البوليثين </a:t>
            </a:r>
          </a:p>
          <a:p>
            <a:pPr algn="ctr" rtl="1"/>
            <a:r>
              <a:rPr lang="ar" sz="1300" b="1" dirty="0">
                <a:latin typeface="Sakkal Majalla" panose="02000000000000000000" pitchFamily="2" charset="-78"/>
                <a:cs typeface="Sakkal Majalla" panose="02000000000000000000" pitchFamily="2" charset="-78"/>
              </a:rPr>
              <a:t>والسيلوفان للتغليف</a:t>
            </a:r>
          </a:p>
        </p:txBody>
      </p:sp>
      <p:pic>
        <p:nvPicPr>
          <p:cNvPr id="5" name="Picture 4" descr="A machine in a factory&#10;&#10;Description automatically generated">
            <a:extLst>
              <a:ext uri="{FF2B5EF4-FFF2-40B4-BE49-F238E27FC236}">
                <a16:creationId xmlns:a16="http://schemas.microsoft.com/office/drawing/2014/main" id="{772D0C76-15EA-5895-5EDD-359143271C2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16025" y="2773839"/>
            <a:ext cx="3779911" cy="2510538"/>
          </a:xfrm>
          <a:prstGeom prst="rect">
            <a:avLst/>
          </a:prstGeom>
        </p:spPr>
      </p:pic>
      <p:sp>
        <p:nvSpPr>
          <p:cNvPr id="3" name="Footer Placeholder 2">
            <a:extLst>
              <a:ext uri="{FF2B5EF4-FFF2-40B4-BE49-F238E27FC236}">
                <a16:creationId xmlns:a16="http://schemas.microsoft.com/office/drawing/2014/main" id="{3E9E77EB-6FD2-728F-F1D6-268C00504577}"/>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4160411727"/>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27C4C-78D1-4165-9499-1CBEF97F039C}"/>
              </a:ext>
            </a:extLst>
          </p:cNvPr>
          <p:cNvSpPr>
            <a:spLocks noGrp="1"/>
          </p:cNvSpPr>
          <p:nvPr>
            <p:ph type="title"/>
          </p:nvPr>
        </p:nvSpPr>
        <p:spPr>
          <a:xfrm>
            <a:off x="457200" y="1195388"/>
            <a:ext cx="8229600" cy="865460"/>
          </a:xfrm>
        </p:spPr>
        <p:txBody>
          <a:bodyPr rtlCol="1"/>
          <a:lstStyle/>
          <a:p>
            <a:pPr rtl="1"/>
            <a:br>
              <a:rPr lang="en-GB"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مواد البوليمر</a:t>
            </a:r>
            <a:br>
              <a:rPr lang="en-GB" altLang="en-US" sz="3800" b="1" dirty="0">
                <a:latin typeface="Sakkal Majalla" panose="02000000000000000000" pitchFamily="2" charset="-78"/>
                <a:cs typeface="Sakkal Majalla" panose="02000000000000000000" pitchFamily="2" charset="-78"/>
              </a:rPr>
            </a:b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836AC70D-F1ED-4C8E-8C2C-AAF01B523D5D}"/>
              </a:ext>
            </a:extLst>
          </p:cNvPr>
          <p:cNvSpPr>
            <a:spLocks noGrp="1"/>
          </p:cNvSpPr>
          <p:nvPr>
            <p:ph sz="half" idx="2"/>
          </p:nvPr>
        </p:nvSpPr>
        <p:spPr>
          <a:xfrm>
            <a:off x="468312" y="2195513"/>
            <a:ext cx="7991475" cy="3609975"/>
          </a:xfrm>
        </p:spPr>
        <p:txBody>
          <a:bodyPr rtlCol="1"/>
          <a:lstStyle/>
          <a:p>
            <a:pPr marL="0" indent="0" rtl="1">
              <a:buNone/>
            </a:pPr>
            <a:r>
              <a:rPr lang="ar" sz="2600" b="1" dirty="0">
                <a:latin typeface="Sakkal Majalla" panose="02000000000000000000" pitchFamily="2" charset="-78"/>
                <a:cs typeface="Sakkal Majalla" panose="02000000000000000000" pitchFamily="2" charset="-78"/>
              </a:rPr>
              <a:t>بوليمرات اللدائن الحرارية:</a:t>
            </a:r>
          </a:p>
          <a:p>
            <a:pPr marL="0" indent="0" rtl="1">
              <a:buNone/>
            </a:pPr>
            <a:r>
              <a:rPr lang="ar" sz="2600" dirty="0">
                <a:latin typeface="Sakkal Majalla" panose="02000000000000000000" pitchFamily="2" charset="-78"/>
                <a:cs typeface="Sakkal Majalla" panose="02000000000000000000" pitchFamily="2" charset="-78"/>
              </a:rPr>
              <a:t>اللدائن الحرارية عبارة عن بوليمرات يمكن صهرها وإعادة تشكيلها بشكل متكرر دون تغيير خواصها الأساسية. وعادةً ما تكون هذه المواد خفيفة الوزن ومتينة وسهلة المعالجة، ما يجعلها مثالية لمختلف الاستخدامات.</a:t>
            </a:r>
            <a:br>
              <a:rPr lang="en-GB" sz="2600" dirty="0">
                <a:latin typeface="Sakkal Majalla" panose="02000000000000000000" pitchFamily="2" charset="-78"/>
                <a:cs typeface="Sakkal Majalla" panose="02000000000000000000" pitchFamily="2" charset="-78"/>
              </a:rPr>
            </a:b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03369FF3-F5FE-32B8-3754-7C5451CF74C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59758448"/>
      </p:ext>
    </p:extLst>
  </p:cSld>
  <p:clrMapOvr>
    <a:masterClrMapping/>
  </p:clrMapOvr>
  <p:transition>
    <p:sndAc>
      <p:stSnd>
        <p:snd r:embed="rId2"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6AC26-A0A0-4B13-A458-0B8626C5DF92}"/>
              </a:ext>
            </a:extLst>
          </p:cNvPr>
          <p:cNvSpPr>
            <a:spLocks noGrp="1"/>
          </p:cNvSpPr>
          <p:nvPr>
            <p:ph type="title"/>
          </p:nvPr>
        </p:nvSpPr>
        <p:spPr>
          <a:xfrm>
            <a:off x="457200" y="1195388"/>
            <a:ext cx="8229600" cy="863600"/>
          </a:xfrm>
        </p:spPr>
        <p:txBody>
          <a:bodyPr rtlCol="1"/>
          <a:lstStyle/>
          <a:p>
            <a:pPr rtl="1"/>
            <a:br>
              <a:rPr lang="en-GB"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مواد البوليمرات</a:t>
            </a:r>
            <a:br>
              <a:rPr lang="en-GB" sz="3800" dirty="0">
                <a:latin typeface="Sakkal Majalla" panose="02000000000000000000" pitchFamily="2" charset="-78"/>
                <a:cs typeface="Sakkal Majalla" panose="02000000000000000000" pitchFamily="2" charset="-78"/>
              </a:rPr>
            </a:b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15BA9D40-B33D-42EB-AE7F-C97C4CC90D30}"/>
              </a:ext>
            </a:extLst>
          </p:cNvPr>
          <p:cNvSpPr>
            <a:spLocks noGrp="1"/>
          </p:cNvSpPr>
          <p:nvPr>
            <p:ph sz="half" idx="2"/>
          </p:nvPr>
        </p:nvSpPr>
        <p:spPr>
          <a:xfrm>
            <a:off x="468312" y="2195513"/>
            <a:ext cx="7991475" cy="3609975"/>
          </a:xfrm>
        </p:spPr>
        <p:txBody>
          <a:bodyPr rtlCol="1"/>
          <a:lstStyle/>
          <a:p>
            <a:pPr marL="0" indent="0" rtl="1">
              <a:buNone/>
            </a:pPr>
            <a:r>
              <a:rPr lang="ar" sz="2600" dirty="0">
                <a:latin typeface="Sakkal Majalla" panose="02000000000000000000" pitchFamily="2" charset="-78"/>
                <a:cs typeface="Sakkal Majalla" panose="02000000000000000000" pitchFamily="2" charset="-78"/>
              </a:rPr>
              <a:t>ومن أمثلتها ما يأتي:</a:t>
            </a:r>
          </a:p>
          <a:p>
            <a:pPr rtl="1"/>
            <a:r>
              <a:rPr lang="ar" sz="2600" dirty="0">
                <a:latin typeface="Sakkal Majalla" panose="02000000000000000000" pitchFamily="2" charset="-78"/>
                <a:cs typeface="Sakkal Majalla" panose="02000000000000000000" pitchFamily="2" charset="-78"/>
              </a:rPr>
              <a:t>الأكريليك: يُستخدم في منتجات مثل العدسات والنوافذ نظرًا لوضوحه ومقاومته.</a:t>
            </a:r>
            <a:endParaRPr lang="en-GB" sz="260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بولي تترافلوروإيثيلين (PTFE): يشتهر البولي تترافلوروإيثيلين بخواصه غير اللاصقة، ويُستخدم في نطاق واسع في أواني الطهي والطلاء.</a:t>
            </a:r>
            <a:endParaRPr lang="en-GB" sz="260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البوليثين: بلاستيك متعدد الاستعمالات يُستخدم في مواد التعبئة والتغليف والحاويات والأنابيب</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26BB6423-6F90-9CED-A712-08177C5813D3}"/>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115854959"/>
      </p:ext>
    </p:extLst>
  </p:cSld>
  <p:clrMapOvr>
    <a:masterClrMapping/>
  </p:clrMapOvr>
  <p:transition>
    <p:sndAc>
      <p:stSnd>
        <p:snd r:embed="rId2"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18E0-90E8-416A-9AF4-74A825BAB99E}"/>
              </a:ext>
            </a:extLst>
          </p:cNvPr>
          <p:cNvSpPr>
            <a:spLocks noGrp="1"/>
          </p:cNvSpPr>
          <p:nvPr>
            <p:ph type="title"/>
          </p:nvPr>
        </p:nvSpPr>
        <p:spPr>
          <a:xfrm>
            <a:off x="457200" y="1195388"/>
            <a:ext cx="8229600" cy="863600"/>
          </a:xfrm>
        </p:spPr>
        <p:txBody>
          <a:bodyPr rtlCol="1"/>
          <a:lstStyle/>
          <a:p>
            <a:pPr rtl="1"/>
            <a:r>
              <a:rPr lang="ar" sz="4600" b="1" dirty="0">
                <a:latin typeface="Sakkal Majalla" panose="02000000000000000000" pitchFamily="2" charset="-78"/>
                <a:cs typeface="Sakkal Majalla" panose="02000000000000000000" pitchFamily="2" charset="-78"/>
              </a:rPr>
              <a:t>مواد البوليمرات</a:t>
            </a:r>
            <a:endParaRPr lang="en-GB" sz="46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C8A2B358-22A2-484F-9A2B-CA44DA866FE4}"/>
              </a:ext>
            </a:extLst>
          </p:cNvPr>
          <p:cNvSpPr>
            <a:spLocks noGrp="1"/>
          </p:cNvSpPr>
          <p:nvPr>
            <p:ph sz="half" idx="2"/>
          </p:nvPr>
        </p:nvSpPr>
        <p:spPr>
          <a:xfrm>
            <a:off x="468312" y="2195513"/>
            <a:ext cx="7991475" cy="3609975"/>
          </a:xfrm>
        </p:spPr>
        <p:txBody>
          <a:bodyPr rtlCol="1"/>
          <a:lstStyle/>
          <a:p>
            <a:pPr marL="0" indent="0" rtl="1">
              <a:buNone/>
            </a:pPr>
            <a:r>
              <a:rPr lang="ar" sz="2600" dirty="0">
                <a:latin typeface="Sakkal Majalla" panose="02000000000000000000" pitchFamily="2" charset="-78"/>
                <a:cs typeface="Sakkal Majalla" panose="02000000000000000000" pitchFamily="2" charset="-78"/>
              </a:rPr>
              <a:t>ومن أمثلتها ما يأتي:</a:t>
            </a:r>
          </a:p>
          <a:p>
            <a:pPr rtl="1"/>
            <a:r>
              <a:rPr lang="ar" sz="2600" dirty="0">
                <a:latin typeface="Sakkal Majalla" panose="02000000000000000000" pitchFamily="2" charset="-78"/>
                <a:cs typeface="Sakkal Majalla" panose="02000000000000000000" pitchFamily="2" charset="-78"/>
              </a:rPr>
              <a:t>بولي فينيل الكلورايد (PVC): يشيع استخدامه في تصنيع الأنابيب والكابلات الكهربائية والأرضيات نظرًا لمتانته ومقاومته الكيميائية.</a:t>
            </a:r>
            <a:endParaRPr lang="en-GB" sz="260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النايلون: مادة قوية ومرنة تُستخدم في التروس والمحامل والمنسوجات.</a:t>
            </a:r>
            <a:endParaRPr lang="en-GB" sz="260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البوليسترين: غالبًا ما يُستخدم في العزل والتغليف نظرًا لصلابته وخواصه الحرارية</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D01195C0-01F3-ABE1-6972-8A0A982C8DC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4078111108"/>
      </p:ext>
    </p:extLst>
  </p:cSld>
  <p:clrMapOvr>
    <a:masterClrMapping/>
  </p:clrMapOvr>
  <p:transition>
    <p:sndAc>
      <p:stSnd>
        <p:snd r:embed="rId2"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484D2-20C0-4701-BCF0-D4BB90CCDA91}"/>
              </a:ext>
            </a:extLst>
          </p:cNvPr>
          <p:cNvSpPr>
            <a:spLocks noGrp="1"/>
          </p:cNvSpPr>
          <p:nvPr>
            <p:ph type="title"/>
          </p:nvPr>
        </p:nvSpPr>
        <p:spPr>
          <a:xfrm>
            <a:off x="457200" y="1195388"/>
            <a:ext cx="8229600" cy="863600"/>
          </a:xfrm>
        </p:spPr>
        <p:txBody>
          <a:bodyPr rtlCol="1"/>
          <a:lstStyle/>
          <a:p>
            <a:pPr rtl="1"/>
            <a:br>
              <a:rPr lang="en-GB"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البوليمرات المتصلدة بالحرارة</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28FF4236-B818-40D7-A01E-85B24EEB126F}"/>
              </a:ext>
            </a:extLst>
          </p:cNvPr>
          <p:cNvSpPr>
            <a:spLocks noGrp="1"/>
          </p:cNvSpPr>
          <p:nvPr>
            <p:ph sz="half" idx="2"/>
          </p:nvPr>
        </p:nvSpPr>
        <p:spPr>
          <a:xfrm>
            <a:off x="468312" y="2195513"/>
            <a:ext cx="7991475" cy="3609975"/>
          </a:xfrm>
        </p:spPr>
        <p:txBody>
          <a:bodyPr rtlCol="1"/>
          <a:lstStyle/>
          <a:p>
            <a:pPr marL="0" indent="0" rtl="1">
              <a:buNone/>
            </a:pPr>
            <a:r>
              <a:rPr lang="ar" sz="2600" b="1" dirty="0">
                <a:latin typeface="Sakkal Majalla" panose="02000000000000000000" pitchFamily="2" charset="-78"/>
                <a:cs typeface="Sakkal Majalla" panose="02000000000000000000" pitchFamily="2" charset="-78"/>
              </a:rPr>
              <a:t>	</a:t>
            </a:r>
          </a:p>
          <a:p>
            <a:pPr marL="0" indent="0" rtl="1">
              <a:buNone/>
            </a:pPr>
            <a:r>
              <a:rPr lang="ar" sz="2600" dirty="0">
                <a:latin typeface="Sakkal Majalla" panose="02000000000000000000" pitchFamily="2" charset="-78"/>
                <a:cs typeface="Sakkal Majalla" panose="02000000000000000000" pitchFamily="2" charset="-78"/>
              </a:rPr>
              <a:t>على عكس اللدائن الحرارية، تشكل البوليمرات المتصلدة بالحرارة روابط غير قابلة للعكس عند معالجتها، ما يجعلها أكثر صلابة ومقاومة للحرارة. وتُستخدم عادةً في التطبيقات التي تتطلب مواد متينة ومُعمّرة.</a:t>
            </a:r>
          </a:p>
          <a:p>
            <a:pPr rtl="1"/>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F8B2921B-8AA8-63B2-7B46-A80A2C20DCF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168202469"/>
      </p:ext>
    </p:extLst>
  </p:cSld>
  <p:clrMapOvr>
    <a:masterClrMapping/>
  </p:clrMapOvr>
  <p:transition>
    <p:sndAc>
      <p:stSnd>
        <p:snd r:embed="rId2"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87DDE-FF41-4023-9496-E483C094C488}"/>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البوليمرات المتصلدة بالحرارة</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1B6A4664-3EF9-461D-B393-842E095C3D1E}"/>
              </a:ext>
            </a:extLst>
          </p:cNvPr>
          <p:cNvSpPr>
            <a:spLocks noGrp="1"/>
          </p:cNvSpPr>
          <p:nvPr>
            <p:ph sz="half" idx="2"/>
          </p:nvPr>
        </p:nvSpPr>
        <p:spPr>
          <a:xfrm>
            <a:off x="468312" y="2195513"/>
            <a:ext cx="7991475" cy="3609975"/>
          </a:xfrm>
        </p:spPr>
        <p:txBody>
          <a:bodyPr rtlCol="1"/>
          <a:lstStyle/>
          <a:p>
            <a:pPr marL="0" indent="0" rtl="1">
              <a:buNone/>
            </a:pPr>
            <a:r>
              <a:rPr lang="ar" sz="2200" dirty="0">
                <a:latin typeface="Sakkal Majalla" panose="02000000000000000000" pitchFamily="2" charset="-78"/>
                <a:cs typeface="Sakkal Majalla" panose="02000000000000000000" pitchFamily="2" charset="-78"/>
              </a:rPr>
              <a:t>ومن أمثلتها ما يأتي:</a:t>
            </a:r>
          </a:p>
          <a:p>
            <a:pPr rtl="1"/>
            <a:r>
              <a:rPr lang="ar" sz="2200" dirty="0">
                <a:latin typeface="Sakkal Majalla" panose="02000000000000000000" pitchFamily="2" charset="-78"/>
                <a:cs typeface="Sakkal Majalla" panose="02000000000000000000" pitchFamily="2" charset="-78"/>
              </a:rPr>
              <a:t>الفينول فورمالدهيد: يُستخدم في العزل الكهربائي والمكونات المقاومة للحرارة.</a:t>
            </a:r>
          </a:p>
          <a:p>
            <a:pPr rtl="1"/>
            <a:r>
              <a:rPr lang="ar" sz="2200" dirty="0">
                <a:latin typeface="Sakkal Majalla" panose="02000000000000000000" pitchFamily="2" charset="-78"/>
                <a:cs typeface="Sakkal Majalla" panose="02000000000000000000" pitchFamily="2" charset="-78"/>
              </a:rPr>
              <a:t>الميلامين فورمالدهيد: يشيع وجوده في أدوات المطبخ والصفائح/الرقائق بسبب صلابته ومقاومته للحرارة</a:t>
            </a:r>
          </a:p>
          <a:p>
            <a:pPr rtl="1"/>
            <a:r>
              <a:rPr lang="ar" sz="2200" dirty="0">
                <a:latin typeface="Sakkal Majalla" panose="02000000000000000000" pitchFamily="2" charset="-78"/>
                <a:cs typeface="Sakkal Majalla" panose="02000000000000000000" pitchFamily="2" charset="-78"/>
              </a:rPr>
              <a:t>يوريا فورمالدهيد: يُستخدم بشكل أساسي في المواد اللاصقة والتشطيبات بسبب قوته العالية ومتانته.</a:t>
            </a:r>
          </a:p>
          <a:p>
            <a:pPr rtl="1"/>
            <a:r>
              <a:rPr lang="ar" sz="2200" dirty="0">
                <a:latin typeface="Sakkal Majalla" panose="02000000000000000000" pitchFamily="2" charset="-78"/>
                <a:cs typeface="Sakkal Majalla" panose="02000000000000000000" pitchFamily="2" charset="-78"/>
              </a:rPr>
              <a:t>راتنج الإيبوكسي: يُعرف الإيبوكسي بقوته الممتازة في الترابط ومقاومته الكيميائية، ويُستخدم في الطلاءات والمُركبات.</a:t>
            </a:r>
          </a:p>
          <a:p>
            <a:pPr rtl="1"/>
            <a:r>
              <a:rPr lang="ar" sz="2200" dirty="0">
                <a:latin typeface="Sakkal Majalla" panose="02000000000000000000" pitchFamily="2" charset="-78"/>
                <a:cs typeface="Sakkal Majalla" panose="02000000000000000000" pitchFamily="2" charset="-78"/>
              </a:rPr>
              <a:t>راتنج البوليستر: يشيع استخدامه في منتجات الألياف الزجاجية وطلاءات الأسطح نظرًا لخواصه المقاومة للماء.</a:t>
            </a:r>
            <a:br>
              <a:rPr lang="en-GB" sz="2200" dirty="0">
                <a:latin typeface="Sakkal Majalla" panose="02000000000000000000" pitchFamily="2" charset="-78"/>
                <a:cs typeface="Sakkal Majalla" panose="02000000000000000000" pitchFamily="2" charset="-78"/>
              </a:rPr>
            </a:br>
            <a:endParaRPr lang="en-GB" sz="22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1265D7F7-5A9D-4383-2704-975225A2431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460148155"/>
      </p:ext>
    </p:extLst>
  </p:cSld>
  <p:clrMapOvr>
    <a:masterClrMapping/>
  </p:clrMapOvr>
  <p:transition>
    <p:sndAc>
      <p:stSnd>
        <p:snd r:embed="rId2"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B646D-3270-4D54-89B0-7D89EFDC7BA9}"/>
              </a:ext>
            </a:extLst>
          </p:cNvPr>
          <p:cNvSpPr>
            <a:spLocks noGrp="1"/>
          </p:cNvSpPr>
          <p:nvPr>
            <p:ph type="title"/>
          </p:nvPr>
        </p:nvSpPr>
        <p:spPr>
          <a:xfrm>
            <a:off x="457200" y="1195388"/>
            <a:ext cx="8229600" cy="863600"/>
          </a:xfrm>
        </p:spPr>
        <p:txBody>
          <a:bodyPr rtlCol="1"/>
          <a:lstStyle/>
          <a:p>
            <a:pPr rtl="1"/>
            <a:r>
              <a:rPr lang="ar-EG" sz="3800" b="1" dirty="0">
                <a:latin typeface="Sakkal Majalla" panose="02000000000000000000" pitchFamily="2" charset="-78"/>
                <a:cs typeface="Sakkal Majalla" panose="02000000000000000000" pitchFamily="2" charset="-78"/>
              </a:rPr>
              <a:t>ال</a:t>
            </a:r>
            <a:r>
              <a:rPr lang="ar" sz="3800" b="1" dirty="0">
                <a:latin typeface="Sakkal Majalla" panose="02000000000000000000" pitchFamily="2" charset="-78"/>
                <a:cs typeface="Sakkal Majalla" panose="02000000000000000000" pitchFamily="2" charset="-78"/>
              </a:rPr>
              <a:t>إلاستومرات</a:t>
            </a:r>
          </a:p>
        </p:txBody>
      </p:sp>
      <p:sp>
        <p:nvSpPr>
          <p:cNvPr id="3" name="Content Placeholder 2">
            <a:extLst>
              <a:ext uri="{FF2B5EF4-FFF2-40B4-BE49-F238E27FC236}">
                <a16:creationId xmlns:a16="http://schemas.microsoft.com/office/drawing/2014/main" id="{DABD7DB5-C7AA-4B64-9CA1-19A2001A6E25}"/>
              </a:ext>
            </a:extLst>
          </p:cNvPr>
          <p:cNvSpPr>
            <a:spLocks noGrp="1"/>
          </p:cNvSpPr>
          <p:nvPr>
            <p:ph sz="half" idx="2"/>
          </p:nvPr>
        </p:nvSpPr>
        <p:spPr>
          <a:xfrm>
            <a:off x="468312" y="2195513"/>
            <a:ext cx="7991475" cy="3609975"/>
          </a:xfrm>
        </p:spPr>
        <p:txBody>
          <a:bodyPr rtlCol="1"/>
          <a:lstStyle/>
          <a:p>
            <a:pPr marL="0" indent="0" rtl="1">
              <a:buNone/>
            </a:pPr>
            <a:r>
              <a:rPr lang="ar" sz="2600" dirty="0">
                <a:latin typeface="Sakkal Majalla" panose="02000000000000000000" pitchFamily="2" charset="-78"/>
                <a:cs typeface="Sakkal Majalla" panose="02000000000000000000" pitchFamily="2" charset="-78"/>
              </a:rPr>
              <a:t>الإلاستومرات عبارة عن بوليمرات ذات خواص مرنة، ما يعني أنها يمكن أن تتمدد وتعود إلى شكلها الأصلي. ومن الأمثلة البارزة على ذلك:</a:t>
            </a:r>
            <a:endParaRPr lang="en-GB" sz="260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إلاستومر اللدائن الحرارية (TPE): يجمع بين خواص اللدائن الحرارية والإلاستومر، ما يوفر المرونة وسهولة المعالجة. ويُستخدم في منتجات مثل مانعات التسرب والخراطيم والأجهزة الطبية.</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EF27BCFA-0053-CAFD-5246-C45ADF3DE62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625297761"/>
      </p:ext>
    </p:extLst>
  </p:cSld>
  <p:clrMapOvr>
    <a:masterClrMapping/>
  </p:clrMapOvr>
  <p:transition>
    <p:sndAc>
      <p:stSnd>
        <p:snd r:embed="rId2"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أ1: أنواع المواد غير المعدنية</a:t>
            </a:r>
          </a:p>
        </p:txBody>
      </p:sp>
      <p:sp>
        <p:nvSpPr>
          <p:cNvPr id="2" name="Rectangle 1"/>
          <p:cNvSpPr/>
          <p:nvPr/>
        </p:nvSpPr>
        <p:spPr>
          <a:xfrm>
            <a:off x="6411335" y="4725144"/>
            <a:ext cx="873957" cy="292388"/>
          </a:xfrm>
          <a:prstGeom prst="rect">
            <a:avLst/>
          </a:prstGeom>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كرات الألومينا</a:t>
            </a:r>
            <a:endParaRPr lang="en-GB" sz="1300" b="1" i="0" dirty="0">
              <a:effectLst/>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F2663FA4-0570-45B5-73A7-CEEE45CF9BDC}"/>
              </a:ext>
            </a:extLst>
          </p:cNvPr>
          <p:cNvSpPr>
            <a:spLocks noGrp="1"/>
          </p:cNvSpPr>
          <p:nvPr>
            <p:ph sz="half" idx="2"/>
          </p:nvPr>
        </p:nvSpPr>
        <p:spPr>
          <a:xfrm>
            <a:off x="323528" y="1628800"/>
            <a:ext cx="4032447" cy="4632212"/>
          </a:xfrm>
        </p:spPr>
        <p:txBody>
          <a:bodyPr rtlCol="1"/>
          <a:lstStyle/>
          <a:p>
            <a:pPr rtl="1"/>
            <a:r>
              <a:rPr lang="ar" sz="2200" dirty="0">
                <a:latin typeface="Sakkal Majalla" panose="02000000000000000000" pitchFamily="2" charset="-78"/>
                <a:cs typeface="Sakkal Majalla" panose="02000000000000000000" pitchFamily="2" charset="-78"/>
              </a:rPr>
              <a:t>يجب على المهندسين فهم الخواص والاستخدامات المميزة لهذه المواد غير المعدنية، فذلك يُمكّنهم من اختيار المواد الأكثر ملاءمة لمتطلبات هندسية محددة.</a:t>
            </a:r>
          </a:p>
          <a:p>
            <a:pPr rtl="1"/>
            <a:r>
              <a:rPr lang="ar" sz="2200" dirty="0">
                <a:latin typeface="Sakkal Majalla" panose="02000000000000000000" pitchFamily="2" charset="-78"/>
                <a:cs typeface="Sakkal Majalla" panose="02000000000000000000" pitchFamily="2" charset="-78"/>
              </a:rPr>
              <a:t>ويوفر كل نوع من المواد مزايا فريدة، تتراوح من الطبيعة الخفيفة والمرنة للبوليمرات إلى الصلابة والمقاومة الحرارية للسيراميك والمُركبات.</a:t>
            </a:r>
          </a:p>
        </p:txBody>
      </p:sp>
      <p:pic>
        <p:nvPicPr>
          <p:cNvPr id="6" name="Picture 5" descr="A pile of white balls&#10;&#10;Description automatically generated">
            <a:extLst>
              <a:ext uri="{FF2B5EF4-FFF2-40B4-BE49-F238E27FC236}">
                <a16:creationId xmlns:a16="http://schemas.microsoft.com/office/drawing/2014/main" id="{FB34F3CC-9F05-B2A6-3B42-4B54A82A541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724017" y="2420888"/>
            <a:ext cx="4096455" cy="2304256"/>
          </a:xfrm>
          <a:prstGeom prst="rect">
            <a:avLst/>
          </a:prstGeom>
        </p:spPr>
      </p:pic>
      <p:sp>
        <p:nvSpPr>
          <p:cNvPr id="4" name="Footer Placeholder 2">
            <a:extLst>
              <a:ext uri="{FF2B5EF4-FFF2-40B4-BE49-F238E27FC236}">
                <a16:creationId xmlns:a16="http://schemas.microsoft.com/office/drawing/2014/main" id="{4146414F-568D-975A-726B-83B82F1A58DC}"/>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451467700"/>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0BF83-4E45-4A69-81BB-A2A5E73CEEEB}"/>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مواد السيراميك</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B13BCE4A-5BF8-4511-9BA1-362E9F77D378}"/>
              </a:ext>
            </a:extLst>
          </p:cNvPr>
          <p:cNvSpPr>
            <a:spLocks noGrp="1"/>
          </p:cNvSpPr>
          <p:nvPr>
            <p:ph sz="half" idx="2"/>
          </p:nvPr>
        </p:nvSpPr>
        <p:spPr>
          <a:xfrm>
            <a:off x="468312" y="2195513"/>
            <a:ext cx="7991475" cy="3609975"/>
          </a:xfrm>
        </p:spPr>
        <p:txBody>
          <a:bodyPr rtlCol="1"/>
          <a:lstStyle/>
          <a:p>
            <a:pPr rtl="1"/>
            <a:r>
              <a:rPr lang="ar" sz="2600" dirty="0">
                <a:latin typeface="Sakkal Majalla" panose="02000000000000000000" pitchFamily="2" charset="-78"/>
                <a:cs typeface="Sakkal Majalla" panose="02000000000000000000" pitchFamily="2" charset="-78"/>
              </a:rPr>
              <a:t>يجب على المهندسين فهم الخواص والاستخدامات المميزة لهذه المواد غير المعدنية، فذلك يُمكّنهم من اختيار المواد الأكثر ملاءمة لمتطلبات هندسية محددة.</a:t>
            </a:r>
          </a:p>
          <a:p>
            <a:pPr rtl="1"/>
            <a:r>
              <a:rPr lang="ar" sz="2600" dirty="0">
                <a:latin typeface="Sakkal Majalla" panose="02000000000000000000" pitchFamily="2" charset="-78"/>
                <a:cs typeface="Sakkal Majalla" panose="02000000000000000000" pitchFamily="2" charset="-78"/>
              </a:rPr>
              <a:t>ويوفر كل نوع من المواد مزايا فريدة، تتراوح من الطبيعة الخفيفة والمرنة للبوليمرات إلى الصلابة والمقاومة الحرارية للسيراميك والمُركبات.</a:t>
            </a:r>
          </a:p>
        </p:txBody>
      </p:sp>
      <p:sp>
        <p:nvSpPr>
          <p:cNvPr id="4" name="Footer Placeholder 3">
            <a:extLst>
              <a:ext uri="{FF2B5EF4-FFF2-40B4-BE49-F238E27FC236}">
                <a16:creationId xmlns:a16="http://schemas.microsoft.com/office/drawing/2014/main" id="{681AEC5F-F4A0-4F33-8D78-C1F252995EBF}"/>
              </a:ext>
            </a:extLst>
          </p:cNvPr>
          <p:cNvSpPr>
            <a:spLocks noGrp="1"/>
          </p:cNvSpPr>
          <p:nvPr>
            <p:ph type="ftr" sz="quarter" idx="10"/>
          </p:nvPr>
        </p:nvSpPr>
        <p:spPr>
          <a:xfrm>
            <a:off x="0" y="6459538"/>
            <a:ext cx="9144000" cy="287337"/>
          </a:xfrm>
        </p:spPr>
        <p:txBody>
          <a:bodyPr rtlCol="1"/>
          <a:lstStyle/>
          <a:p>
            <a:pPr rtl="1">
              <a:defRPr/>
            </a:pPr>
            <a:r>
              <a:rPr lang="ar">
                <a:latin typeface="Sakkal Majalla" panose="02000000000000000000" pitchFamily="2" charset="-78"/>
                <a:cs typeface="Sakkal Majalla" panose="02000000000000000000" pitchFamily="2" charset="-78"/>
              </a:rPr>
              <a:t> </a:t>
            </a:r>
          </a:p>
        </p:txBody>
      </p:sp>
      <p:sp>
        <p:nvSpPr>
          <p:cNvPr id="5" name="Footer Placeholder 2">
            <a:extLst>
              <a:ext uri="{FF2B5EF4-FFF2-40B4-BE49-F238E27FC236}">
                <a16:creationId xmlns:a16="http://schemas.microsoft.com/office/drawing/2014/main" id="{1D658119-8369-035C-10C6-697FD992FE2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493438749"/>
      </p:ext>
    </p:extLst>
  </p:cSld>
  <p:clrMapOvr>
    <a:masterClrMapping/>
  </p:clrMapOvr>
  <p:transition>
    <p:sndAc>
      <p:stSnd>
        <p:snd r:embed="rId2"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5ADA4-C363-42B4-9F1E-FDB0504749B2}"/>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مواد السيراميك</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42179879-09DC-43AE-8817-59C869DC7F09}"/>
              </a:ext>
            </a:extLst>
          </p:cNvPr>
          <p:cNvSpPr>
            <a:spLocks noGrp="1"/>
          </p:cNvSpPr>
          <p:nvPr>
            <p:ph sz="half" idx="2"/>
          </p:nvPr>
        </p:nvSpPr>
        <p:spPr>
          <a:xfrm>
            <a:off x="540965" y="2060848"/>
            <a:ext cx="7991475" cy="4329831"/>
          </a:xfrm>
        </p:spPr>
        <p:txBody>
          <a:bodyPr rtlCol="1"/>
          <a:lstStyle/>
          <a:p>
            <a:pPr marL="0" indent="0" rtl="1">
              <a:buNone/>
            </a:pPr>
            <a:r>
              <a:rPr lang="ar" sz="2200" b="1" dirty="0">
                <a:latin typeface="Sakkal Majalla" panose="02000000000000000000" pitchFamily="2" charset="-78"/>
                <a:cs typeface="Sakkal Majalla" panose="02000000000000000000" pitchFamily="2" charset="-78"/>
              </a:rPr>
              <a:t>سيراميك غير متبلور</a:t>
            </a:r>
            <a:br>
              <a:rPr lang="en-GB" sz="2200" dirty="0">
                <a:latin typeface="Sakkal Majalla" panose="02000000000000000000" pitchFamily="2" charset="-78"/>
                <a:cs typeface="Sakkal Majalla" panose="02000000000000000000" pitchFamily="2" charset="-78"/>
              </a:rPr>
            </a:br>
            <a:r>
              <a:rPr lang="ar" sz="2200" dirty="0">
                <a:latin typeface="Sakkal Majalla" panose="02000000000000000000" pitchFamily="2" charset="-78"/>
                <a:cs typeface="Sakkal Majalla" panose="02000000000000000000" pitchFamily="2" charset="-78"/>
              </a:rPr>
              <a:t>يفتقر السيراميك غير المتبلور، مثل زجاج السيليكا (</a:t>
            </a:r>
            <a:r>
              <a:rPr lang="en-US" sz="2200" dirty="0">
                <a:latin typeface="Sakkal Majalla" panose="02000000000000000000" pitchFamily="2" charset="-78"/>
                <a:cs typeface="Sakkal Majalla" panose="02000000000000000000" pitchFamily="2" charset="-78"/>
              </a:rPr>
              <a:t>SiO2</a:t>
            </a:r>
            <a:r>
              <a:rPr lang="ar" sz="2200" dirty="0">
                <a:latin typeface="Sakkal Majalla" panose="02000000000000000000" pitchFamily="2" charset="-78"/>
                <a:cs typeface="Sakkal Majalla" panose="02000000000000000000" pitchFamily="2" charset="-78"/>
              </a:rPr>
              <a:t>)، إلى بنية منظمة بعيدة المدى. ويُعرف بشفافيته واستقراره الحراري، ما يجعله مثاليًا لاستخدامات مثل النوافذ والعدسات البصرية ومعدات المختبرات.</a:t>
            </a:r>
          </a:p>
          <a:p>
            <a:pPr marL="0" indent="0" rtl="1">
              <a:buNone/>
            </a:pPr>
            <a:r>
              <a:rPr lang="ar" sz="2200" b="1" dirty="0">
                <a:latin typeface="Sakkal Majalla" panose="02000000000000000000" pitchFamily="2" charset="-78"/>
                <a:cs typeface="Sakkal Majalla" panose="02000000000000000000" pitchFamily="2" charset="-78"/>
              </a:rPr>
              <a:t>سيراميك بلوري</a:t>
            </a:r>
            <a:br>
              <a:rPr lang="en-GB" sz="2200" dirty="0">
                <a:latin typeface="Sakkal Majalla" panose="02000000000000000000" pitchFamily="2" charset="-78"/>
                <a:cs typeface="Sakkal Majalla" panose="02000000000000000000" pitchFamily="2" charset="-78"/>
              </a:rPr>
            </a:br>
            <a:r>
              <a:rPr lang="ar" sz="2200" dirty="0">
                <a:latin typeface="Sakkal Majalla" panose="02000000000000000000" pitchFamily="2" charset="-78"/>
                <a:cs typeface="Sakkal Majalla" panose="02000000000000000000" pitchFamily="2" charset="-78"/>
              </a:rPr>
              <a:t>يتميز هذا السيراميك ببنية ذرية محددة جيدًا تمنحه صلابة ممتازة ومقاومة حرارية. ومن أمثلتها ما يأتي:</a:t>
            </a:r>
          </a:p>
          <a:p>
            <a:pPr rtl="1"/>
            <a:r>
              <a:rPr lang="ar" sz="2200" dirty="0">
                <a:latin typeface="Sakkal Majalla" panose="02000000000000000000" pitchFamily="2" charset="-78"/>
                <a:cs typeface="Sakkal Majalla" panose="02000000000000000000" pitchFamily="2" charset="-78"/>
              </a:rPr>
              <a:t>كربيد السيليكون (SiC): يُستخدم في نطاق واسع في أدوات القطع والمكونات ذات درجة الحرارة العالية بسبب صلابته وموصليته للحرارة.</a:t>
            </a:r>
          </a:p>
          <a:p>
            <a:pPr rtl="1"/>
            <a:r>
              <a:rPr lang="ar" sz="2200" dirty="0">
                <a:latin typeface="Sakkal Majalla" panose="02000000000000000000" pitchFamily="2" charset="-78"/>
                <a:cs typeface="Sakkal Majalla" panose="02000000000000000000" pitchFamily="2" charset="-78"/>
              </a:rPr>
              <a:t>ألومينا (</a:t>
            </a:r>
            <a:r>
              <a:rPr lang="en-US" sz="2200" dirty="0">
                <a:latin typeface="Sakkal Majalla" panose="02000000000000000000" pitchFamily="2" charset="-78"/>
                <a:cs typeface="Sakkal Majalla" panose="02000000000000000000" pitchFamily="2" charset="-78"/>
              </a:rPr>
              <a:t>Al2O3</a:t>
            </a:r>
            <a:r>
              <a:rPr lang="ar" sz="2200" dirty="0">
                <a:latin typeface="Sakkal Majalla" panose="02000000000000000000" pitchFamily="2" charset="-78"/>
                <a:cs typeface="Sakkal Majalla" panose="02000000000000000000" pitchFamily="2" charset="-78"/>
              </a:rPr>
              <a:t>): شائع في العوازل الكهربائية والغرسات الطبية الحيوية والطلاءات المقاومة للتآكل.</a:t>
            </a:r>
            <a:endParaRPr lang="en-GB" sz="2200" dirty="0">
              <a:latin typeface="Sakkal Majalla" panose="02000000000000000000" pitchFamily="2" charset="-78"/>
              <a:cs typeface="Sakkal Majalla" panose="02000000000000000000" pitchFamily="2" charset="-78"/>
            </a:endParaRPr>
          </a:p>
          <a:p>
            <a:pPr marL="0" indent="0" rtl="1">
              <a:buNone/>
            </a:pPr>
            <a:br>
              <a:rPr lang="en-GB" sz="2200" dirty="0">
                <a:latin typeface="Sakkal Majalla" panose="02000000000000000000" pitchFamily="2" charset="-78"/>
                <a:cs typeface="Sakkal Majalla" panose="02000000000000000000" pitchFamily="2" charset="-78"/>
              </a:rPr>
            </a:br>
            <a:endParaRPr lang="en-GB" sz="22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CA33BB80-834E-54DA-E63A-21B84C64BBE1}"/>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683506342"/>
      </p:ext>
    </p:extLst>
  </p:cSld>
  <p:clrMapOvr>
    <a:masterClrMapping/>
  </p:clrMapOvr>
  <p:transition>
    <p:sndAc>
      <p:stSnd>
        <p:snd r:embed="rId2"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5ADA4-C363-42B4-9F1E-FDB0504749B2}"/>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مواد السيراميك</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42179879-09DC-43AE-8817-59C869DC7F09}"/>
              </a:ext>
            </a:extLst>
          </p:cNvPr>
          <p:cNvSpPr>
            <a:spLocks noGrp="1"/>
          </p:cNvSpPr>
          <p:nvPr>
            <p:ph sz="half" idx="2"/>
          </p:nvPr>
        </p:nvSpPr>
        <p:spPr>
          <a:xfrm>
            <a:off x="540965" y="2060848"/>
            <a:ext cx="7991475" cy="4329831"/>
          </a:xfrm>
        </p:spPr>
        <p:txBody>
          <a:bodyPr rtlCol="1"/>
          <a:lstStyle/>
          <a:p>
            <a:pPr marL="0" indent="0" rtl="1">
              <a:buNone/>
            </a:pPr>
            <a:r>
              <a:rPr lang="ar" sz="2600" b="1" dirty="0">
                <a:latin typeface="Sakkal Majalla" panose="02000000000000000000" pitchFamily="2" charset="-78"/>
                <a:cs typeface="Sakkal Majalla" panose="02000000000000000000" pitchFamily="2" charset="-78"/>
              </a:rPr>
              <a:t>السيراميك المربوط</a:t>
            </a:r>
            <a:br>
              <a:rPr lang="en-GB" sz="2600" dirty="0">
                <a:latin typeface="Sakkal Majalla" panose="02000000000000000000" pitchFamily="2" charset="-78"/>
                <a:cs typeface="Sakkal Majalla" panose="02000000000000000000" pitchFamily="2" charset="-78"/>
              </a:rPr>
            </a:br>
            <a:r>
              <a:rPr lang="ar" sz="2600" dirty="0">
                <a:latin typeface="Sakkal Majalla" panose="02000000000000000000" pitchFamily="2" charset="-78"/>
                <a:cs typeface="Sakkal Majalla" panose="02000000000000000000" pitchFamily="2" charset="-78"/>
              </a:rPr>
              <a:t>يُنتج السيراميك المربوط من خلال الجمع بين جزيئات السيراميك الصغيرة في مادة متماسكة. ومن الأمثلة الشائعة على ذلك:</a:t>
            </a:r>
          </a:p>
          <a:p>
            <a:pPr rtl="1"/>
            <a:r>
              <a:rPr lang="ar" sz="2600" dirty="0">
                <a:latin typeface="Sakkal Majalla" panose="02000000000000000000" pitchFamily="2" charset="-78"/>
                <a:cs typeface="Sakkal Majalla" panose="02000000000000000000" pitchFamily="2" charset="-78"/>
              </a:rPr>
              <a:t>الكربيدات الأسمنتية: تُصنع عن طريق ربط جزيئات السيراميك، مثل كربيد التنجستن، بمصفوفة معدنية، وتُستخدم عادةً في أدوات القطع والتطبيقات المقاومة للبلى.</a:t>
            </a:r>
          </a:p>
          <a:p>
            <a:pPr rtl="1"/>
            <a:endParaRPr lang="en-GB" sz="2600" dirty="0">
              <a:latin typeface="Sakkal Majalla" panose="02000000000000000000" pitchFamily="2" charset="-78"/>
              <a:cs typeface="Sakkal Majalla" panose="02000000000000000000" pitchFamily="2" charset="-78"/>
            </a:endParaRPr>
          </a:p>
          <a:p>
            <a:pPr marL="0" indent="0" rtl="1">
              <a:buNone/>
            </a:pPr>
            <a:br>
              <a:rPr lang="en-GB" sz="2600" dirty="0">
                <a:latin typeface="Sakkal Majalla" panose="02000000000000000000" pitchFamily="2" charset="-78"/>
                <a:cs typeface="Sakkal Majalla" panose="02000000000000000000" pitchFamily="2" charset="-78"/>
              </a:rPr>
            </a:b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A337D1D1-EDD6-D978-CE66-FB64677D433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1182924482"/>
      </p:ext>
    </p:extLst>
  </p:cSld>
  <p:clrMapOvr>
    <a:masterClrMapping/>
  </p:clrMapOvr>
  <p:transition>
    <p:sndAc>
      <p:stSnd>
        <p:snd r:embed="rId2"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5690C-2A87-4220-AF53-C2FF6D21C215}"/>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مواد المُركبات</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638AE2D7-3B56-448F-9929-F45A842AE103}"/>
              </a:ext>
            </a:extLst>
          </p:cNvPr>
          <p:cNvSpPr>
            <a:spLocks noGrp="1"/>
          </p:cNvSpPr>
          <p:nvPr>
            <p:ph sz="half" idx="2"/>
          </p:nvPr>
        </p:nvSpPr>
        <p:spPr>
          <a:xfrm>
            <a:off x="468312" y="2195513"/>
            <a:ext cx="7991475" cy="3609975"/>
          </a:xfrm>
        </p:spPr>
        <p:txBody>
          <a:bodyPr rtlCol="1"/>
          <a:lstStyle/>
          <a:p>
            <a:pPr marL="0" indent="0" rtl="1">
              <a:buNone/>
            </a:pPr>
            <a:r>
              <a:rPr lang="ar" sz="2600" b="1" dirty="0">
                <a:latin typeface="Sakkal Majalla" panose="02000000000000000000" pitchFamily="2" charset="-78"/>
                <a:cs typeface="Sakkal Majalla" panose="02000000000000000000" pitchFamily="2" charset="-78"/>
              </a:rPr>
              <a:t>	</a:t>
            </a:r>
            <a:endParaRPr lang="en-GB" sz="260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يجب على المهندسين فهم الخواص والاستخدامات المميزة لهذه المواد غير المعدنية، فذلك يُمكّنهم من اختيار المواد الأكثر ملاءمة لمتطلبات هندسية محددة.</a:t>
            </a:r>
          </a:p>
          <a:p>
            <a:pPr rtl="1"/>
            <a:r>
              <a:rPr lang="ar" sz="2600" dirty="0">
                <a:latin typeface="Sakkal Majalla" panose="02000000000000000000" pitchFamily="2" charset="-78"/>
                <a:cs typeface="Sakkal Majalla" panose="02000000000000000000" pitchFamily="2" charset="-78"/>
              </a:rPr>
              <a:t>ويوفر كل نوع من المواد مزايا فريدة، تتراوح من الطبيعة الخفيفة والمرنة للبوليمرات إلى الصلابة والمقاومة الحرارية للسيراميك والمُركبات.</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64B8E04C-D8B3-02CB-A8F7-E53199FF53F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929671617"/>
      </p:ext>
    </p:extLst>
  </p:cSld>
  <p:clrMapOvr>
    <a:masterClrMapping/>
  </p:clrMapOvr>
  <p:transition>
    <p:sndAc>
      <p:stSnd>
        <p:snd r:embed="rId2"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49CF1-283A-441B-A718-EDB1F24DE470}"/>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مواد المُركبات</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47E4A09A-59FD-4BCA-832B-25C4823A868E}"/>
              </a:ext>
            </a:extLst>
          </p:cNvPr>
          <p:cNvSpPr>
            <a:spLocks noGrp="1"/>
          </p:cNvSpPr>
          <p:nvPr>
            <p:ph sz="half" idx="2"/>
          </p:nvPr>
        </p:nvSpPr>
        <p:spPr>
          <a:xfrm>
            <a:off x="468312" y="2195513"/>
            <a:ext cx="7991475" cy="3609975"/>
          </a:xfrm>
        </p:spPr>
        <p:txBody>
          <a:bodyPr rtlCol="1"/>
          <a:lstStyle/>
          <a:p>
            <a:pPr marL="0" indent="0" rtl="1">
              <a:buNone/>
            </a:pPr>
            <a:r>
              <a:rPr lang="ar" sz="2000" b="1" dirty="0">
                <a:latin typeface="Sakkal Majalla" panose="02000000000000000000" pitchFamily="2" charset="-78"/>
                <a:cs typeface="Sakkal Majalla" panose="02000000000000000000" pitchFamily="2" charset="-78"/>
              </a:rPr>
              <a:t>المُركبات المقواة بالألياف (</a:t>
            </a:r>
            <a:r>
              <a:rPr lang="en-US" sz="2000" b="1" dirty="0">
                <a:latin typeface="Sakkal Majalla" panose="02000000000000000000" pitchFamily="2" charset="-78"/>
                <a:cs typeface="Sakkal Majalla" panose="02000000000000000000" pitchFamily="2" charset="-78"/>
              </a:rPr>
              <a:t>FRC</a:t>
            </a:r>
            <a:r>
              <a:rPr lang="ar" sz="2000" b="1" dirty="0">
                <a:latin typeface="Sakkal Majalla" panose="02000000000000000000" pitchFamily="2" charset="-78"/>
                <a:cs typeface="Sakkal Majalla" panose="02000000000000000000" pitchFamily="2" charset="-78"/>
              </a:rPr>
              <a:t>)</a:t>
            </a:r>
            <a:br>
              <a:rPr lang="en-GB" sz="2000" dirty="0">
                <a:latin typeface="Sakkal Majalla" panose="02000000000000000000" pitchFamily="2" charset="-78"/>
                <a:cs typeface="Sakkal Majalla" panose="02000000000000000000" pitchFamily="2" charset="-78"/>
              </a:rPr>
            </a:br>
            <a:r>
              <a:rPr lang="ar" sz="2000" dirty="0">
                <a:latin typeface="Sakkal Majalla" panose="02000000000000000000" pitchFamily="2" charset="-78"/>
                <a:cs typeface="Sakkal Majalla" panose="02000000000000000000" pitchFamily="2" charset="-78"/>
              </a:rPr>
              <a:t>تتكون المُركبات من مادة مصفوفة معززة بالألياف لتحسين المقاومة والقساوة. وتتوافر عدة أنواع من المُركبات المقواة بالألياف، منها:</a:t>
            </a:r>
          </a:p>
          <a:p>
            <a:pPr rtl="1"/>
            <a:r>
              <a:rPr lang="ar" sz="2000" dirty="0">
                <a:latin typeface="Sakkal Majalla" panose="02000000000000000000" pitchFamily="2" charset="-78"/>
                <a:cs typeface="Sakkal Majalla" panose="02000000000000000000" pitchFamily="2" charset="-78"/>
              </a:rPr>
              <a:t>البوليمر المقوى بالألياف (FRP): يُستخدم راتنج البوليمر كمصفوفة، معزز بألياف مثل الزجاج أو الكربون أو الأراميد. ويشيع استخدام البوليمر المقوى بالألياف في صناعات السيارات والفضاء والبناء، ويوفر مقاومة عالية ووزنًا منخفضًا.</a:t>
            </a:r>
          </a:p>
          <a:p>
            <a:pPr rtl="1"/>
            <a:endParaRPr lang="en-GB" sz="2000" b="1" dirty="0">
              <a:latin typeface="Sakkal Majalla" panose="02000000000000000000" pitchFamily="2" charset="-78"/>
              <a:cs typeface="Sakkal Majalla" panose="02000000000000000000" pitchFamily="2" charset="-78"/>
            </a:endParaRPr>
          </a:p>
          <a:p>
            <a:pPr marL="0" indent="0" rtl="1">
              <a:buNone/>
            </a:pPr>
            <a:r>
              <a:rPr lang="ar" sz="2000" b="1" dirty="0">
                <a:latin typeface="Sakkal Majalla" panose="02000000000000000000" pitchFamily="2" charset="-78"/>
                <a:cs typeface="Sakkal Majalla" panose="02000000000000000000" pitchFamily="2" charset="-78"/>
              </a:rPr>
              <a:t>مُركبات المصفوفة المعدنية (MMC)</a:t>
            </a:r>
            <a:br>
              <a:rPr lang="en-GB" sz="2000" b="1" dirty="0">
                <a:latin typeface="Sakkal Majalla" panose="02000000000000000000" pitchFamily="2" charset="-78"/>
                <a:cs typeface="Sakkal Majalla" panose="02000000000000000000" pitchFamily="2" charset="-78"/>
              </a:rPr>
            </a:br>
            <a:r>
              <a:rPr lang="ar" sz="2000" dirty="0">
                <a:latin typeface="Sakkal Majalla" panose="02000000000000000000" pitchFamily="2" charset="-78"/>
                <a:cs typeface="Sakkal Majalla" panose="02000000000000000000" pitchFamily="2" charset="-78"/>
              </a:rPr>
              <a:t>في مُركبات المصفوفة المعدنية، يشكل معدن مثل الألومنيوم المصفوفة، وتُستخدم ألياف مثل كربيد السيليكون للتقوية. تُستخدم مُركبات المصفوفة المعدنية في تطبيقات عالية الأداء مثل مكونات الفضاء والسيارات حيث تكون القوة ومقاومة الحرارة مطلوبة.</a:t>
            </a:r>
            <a:br>
              <a:rPr lang="en-GB" sz="2000" dirty="0">
                <a:latin typeface="Sakkal Majalla" panose="02000000000000000000" pitchFamily="2" charset="-78"/>
                <a:cs typeface="Sakkal Majalla" panose="02000000000000000000" pitchFamily="2" charset="-78"/>
              </a:rPr>
            </a:br>
            <a:endParaRPr lang="en-GB" sz="2000" dirty="0">
              <a:latin typeface="Sakkal Majalla" panose="02000000000000000000" pitchFamily="2" charset="-78"/>
              <a:cs typeface="Sakkal Majalla" panose="02000000000000000000" pitchFamily="2" charset="-78"/>
            </a:endParaRPr>
          </a:p>
        </p:txBody>
      </p:sp>
      <p:sp>
        <p:nvSpPr>
          <p:cNvPr id="4" name="Footer Placeholder 3">
            <a:extLst>
              <a:ext uri="{FF2B5EF4-FFF2-40B4-BE49-F238E27FC236}">
                <a16:creationId xmlns:a16="http://schemas.microsoft.com/office/drawing/2014/main" id="{3A4FA4CB-8BE8-41C5-B9E4-FB268EB32F01}"/>
              </a:ext>
            </a:extLst>
          </p:cNvPr>
          <p:cNvSpPr>
            <a:spLocks noGrp="1"/>
          </p:cNvSpPr>
          <p:nvPr>
            <p:ph type="ftr" sz="quarter" idx="10"/>
          </p:nvPr>
        </p:nvSpPr>
        <p:spPr>
          <a:xfrm>
            <a:off x="0" y="6459538"/>
            <a:ext cx="9144000" cy="287337"/>
          </a:xfrm>
        </p:spPr>
        <p:txBody>
          <a:bodyPr rtlCol="1"/>
          <a:lstStyle/>
          <a:p>
            <a:pPr rtl="1">
              <a:defRPr/>
            </a:pPr>
            <a:r>
              <a:rPr lang="ar">
                <a:latin typeface="Sakkal Majalla" panose="02000000000000000000" pitchFamily="2" charset="-78"/>
                <a:cs typeface="Sakkal Majalla" panose="02000000000000000000" pitchFamily="2" charset="-78"/>
              </a:rPr>
              <a:t>. </a:t>
            </a:r>
          </a:p>
        </p:txBody>
      </p:sp>
      <p:sp>
        <p:nvSpPr>
          <p:cNvPr id="5" name="Footer Placeholder 2">
            <a:extLst>
              <a:ext uri="{FF2B5EF4-FFF2-40B4-BE49-F238E27FC236}">
                <a16:creationId xmlns:a16="http://schemas.microsoft.com/office/drawing/2014/main" id="{279E010B-A2FD-2388-C09E-511B1E7772D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208194375"/>
      </p:ext>
    </p:extLst>
  </p:cSld>
  <p:clrMapOvr>
    <a:masterClrMapping/>
  </p:clrMapOvr>
  <p:transition>
    <p:sndAc>
      <p:stSnd>
        <p:snd r:embed="rId2"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49CF1-283A-441B-A718-EDB1F24DE470}"/>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مواد المُركبات</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47E4A09A-59FD-4BCA-832B-25C4823A868E}"/>
              </a:ext>
            </a:extLst>
          </p:cNvPr>
          <p:cNvSpPr>
            <a:spLocks noGrp="1"/>
          </p:cNvSpPr>
          <p:nvPr>
            <p:ph sz="half" idx="2"/>
          </p:nvPr>
        </p:nvSpPr>
        <p:spPr>
          <a:xfrm>
            <a:off x="468312" y="2195513"/>
            <a:ext cx="7991475" cy="3609975"/>
          </a:xfrm>
        </p:spPr>
        <p:txBody>
          <a:bodyPr rtlCol="1"/>
          <a:lstStyle/>
          <a:p>
            <a:pPr marL="0" indent="0" rtl="1">
              <a:buNone/>
            </a:pPr>
            <a:r>
              <a:rPr lang="ar" sz="2000" b="1" dirty="0">
                <a:latin typeface="Sakkal Majalla" panose="02000000000000000000" pitchFamily="2" charset="-78"/>
                <a:cs typeface="Sakkal Majalla" panose="02000000000000000000" pitchFamily="2" charset="-78"/>
              </a:rPr>
              <a:t>مُركبات مصفوفة السيراميك (CMC)</a:t>
            </a:r>
            <a:br>
              <a:rPr lang="en-GB" sz="2000" dirty="0">
                <a:latin typeface="Sakkal Majalla" panose="02000000000000000000" pitchFamily="2" charset="-78"/>
                <a:cs typeface="Sakkal Majalla" panose="02000000000000000000" pitchFamily="2" charset="-78"/>
              </a:rPr>
            </a:br>
            <a:r>
              <a:rPr lang="ar" sz="2000" dirty="0">
                <a:latin typeface="Sakkal Majalla" panose="02000000000000000000" pitchFamily="2" charset="-78"/>
                <a:cs typeface="Sakkal Majalla" panose="02000000000000000000" pitchFamily="2" charset="-78"/>
              </a:rPr>
              <a:t>تقوى مُركبات مصفوفة السيراميك بألياف قصيرة، مثل كربيد السيليكون ونتريد البورون، لتعزيز متانتها واستقرارها الحراري. وتُستخدم هذه المُركبات في البيئات ذات درجات الحرارة العالية، مثل محركات الطيران ومكونات التوربينات</a:t>
            </a:r>
            <a:br>
              <a:rPr lang="en-GB" sz="2000" dirty="0">
                <a:latin typeface="Sakkal Majalla" panose="02000000000000000000" pitchFamily="2" charset="-78"/>
                <a:cs typeface="Sakkal Majalla" panose="02000000000000000000" pitchFamily="2" charset="-78"/>
              </a:rPr>
            </a:br>
            <a:endParaRPr lang="en-GB" sz="2000" dirty="0">
              <a:latin typeface="Sakkal Majalla" panose="02000000000000000000" pitchFamily="2" charset="-78"/>
              <a:cs typeface="Sakkal Majalla" panose="02000000000000000000" pitchFamily="2" charset="-78"/>
            </a:endParaRPr>
          </a:p>
        </p:txBody>
      </p:sp>
      <p:sp>
        <p:nvSpPr>
          <p:cNvPr id="4" name="Footer Placeholder 3">
            <a:extLst>
              <a:ext uri="{FF2B5EF4-FFF2-40B4-BE49-F238E27FC236}">
                <a16:creationId xmlns:a16="http://schemas.microsoft.com/office/drawing/2014/main" id="{3A4FA4CB-8BE8-41C5-B9E4-FB268EB32F01}"/>
              </a:ext>
            </a:extLst>
          </p:cNvPr>
          <p:cNvSpPr>
            <a:spLocks noGrp="1"/>
          </p:cNvSpPr>
          <p:nvPr>
            <p:ph type="ftr" sz="quarter" idx="10"/>
          </p:nvPr>
        </p:nvSpPr>
        <p:spPr>
          <a:xfrm>
            <a:off x="0" y="6459538"/>
            <a:ext cx="9144000" cy="287337"/>
          </a:xfrm>
        </p:spPr>
        <p:txBody>
          <a:bodyPr rtlCol="1"/>
          <a:lstStyle/>
          <a:p>
            <a:pPr rtl="1">
              <a:defRPr/>
            </a:pPr>
            <a:r>
              <a:rPr lang="ar">
                <a:latin typeface="Sakkal Majalla" panose="02000000000000000000" pitchFamily="2" charset="-78"/>
                <a:cs typeface="Sakkal Majalla" panose="02000000000000000000" pitchFamily="2" charset="-78"/>
              </a:rPr>
              <a:t>. </a:t>
            </a:r>
          </a:p>
        </p:txBody>
      </p:sp>
      <p:sp>
        <p:nvSpPr>
          <p:cNvPr id="5" name="Footer Placeholder 2">
            <a:extLst>
              <a:ext uri="{FF2B5EF4-FFF2-40B4-BE49-F238E27FC236}">
                <a16:creationId xmlns:a16="http://schemas.microsoft.com/office/drawing/2014/main" id="{8A6272AD-5694-E23A-A433-F42C837BD6A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238401533"/>
      </p:ext>
    </p:extLst>
  </p:cSld>
  <p:clrMapOvr>
    <a:masterClrMapping/>
  </p:clrMapOvr>
  <p:transition>
    <p:sndAc>
      <p:stSnd>
        <p:snd r:embed="rId2"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283968" y="1080120"/>
            <a:ext cx="4563146" cy="56612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endParaRPr lang="en-GB" sz="1400" dirty="0">
              <a:latin typeface="Sakkal Majalla" panose="02000000000000000000" pitchFamily="2" charset="-78"/>
              <a:cs typeface="Sakkal Majalla" panose="02000000000000000000" pitchFamily="2" charset="-78"/>
            </a:endParaRPr>
          </a:p>
          <a:p>
            <a:pPr marL="0" indent="0" rtl="1">
              <a:buNone/>
            </a:pPr>
            <a:r>
              <a:rPr lang="ar" sz="2600" b="1" dirty="0">
                <a:latin typeface="Sakkal Majalla" panose="02000000000000000000" pitchFamily="2" charset="-78"/>
                <a:cs typeface="Sakkal Majalla" panose="02000000000000000000" pitchFamily="2" charset="-78"/>
              </a:rPr>
              <a:t>أ2: بُنى المواد غير المعدنية </a:t>
            </a:r>
            <a:br>
              <a:rPr lang="en-GB" altLang="en-US" sz="2600" b="1" dirty="0">
                <a:latin typeface="Sakkal Majalla" panose="02000000000000000000" pitchFamily="2" charset="-78"/>
                <a:cs typeface="Sakkal Majalla" panose="02000000000000000000" pitchFamily="2" charset="-78"/>
              </a:rPr>
            </a:br>
            <a:endParaRPr lang="en-GB" altLang="en-US" sz="2600" b="1" dirty="0">
              <a:latin typeface="Sakkal Majalla" panose="02000000000000000000" pitchFamily="2" charset="-78"/>
              <a:cs typeface="Sakkal Majalla" panose="02000000000000000000" pitchFamily="2" charset="-78"/>
            </a:endParaRPr>
          </a:p>
          <a:p>
            <a:pPr marL="0" indent="0" rtl="1">
              <a:buNone/>
            </a:pPr>
            <a:endParaRPr lang="en-GB" sz="1400" dirty="0">
              <a:latin typeface="Sakkal Majalla" panose="02000000000000000000" pitchFamily="2" charset="-78"/>
              <a:cs typeface="Sakkal Majalla" panose="02000000000000000000" pitchFamily="2" charset="-78"/>
            </a:endParaRPr>
          </a:p>
          <a:p>
            <a:pPr marL="0" indent="0" rtl="1">
              <a:buNone/>
            </a:pPr>
            <a:r>
              <a:rPr lang="ar" sz="1600" dirty="0">
                <a:latin typeface="Sakkal Majalla" panose="02000000000000000000" pitchFamily="2" charset="-78"/>
                <a:cs typeface="Sakkal Majalla" panose="02000000000000000000" pitchFamily="2" charset="-78"/>
              </a:rPr>
              <a:t>تؤثر بنية المواد غير المعدنية على المستوى الذري والجزيئي بشكل كبير </a:t>
            </a:r>
            <a:r>
              <a:rPr lang="ar-EG" sz="1600" dirty="0">
                <a:latin typeface="Sakkal Majalla" panose="02000000000000000000" pitchFamily="2" charset="-78"/>
                <a:cs typeface="Sakkal Majalla" panose="02000000000000000000" pitchFamily="2" charset="-78"/>
              </a:rPr>
              <a:t>في</a:t>
            </a:r>
            <a:r>
              <a:rPr lang="ar" sz="1600" dirty="0">
                <a:latin typeface="Sakkal Majalla" panose="02000000000000000000" pitchFamily="2" charset="-78"/>
                <a:cs typeface="Sakkal Majalla" panose="02000000000000000000" pitchFamily="2" charset="-78"/>
              </a:rPr>
              <a:t> خواصها الميكانيكية وسلوكها العام. بفضل فهم كيفية بناء هذه المواد من العناصر الأساسية وكيفية ترتيب بنياتها الداخلية، يمكن للمهندسين التنبؤ بشكل أحسن بأدائها في الاستخدامات المختلفة.</a:t>
            </a:r>
            <a:br>
              <a:rPr lang="en-GB" sz="1600" dirty="0">
                <a:latin typeface="Sakkal Majalla" panose="02000000000000000000" pitchFamily="2" charset="-78"/>
                <a:cs typeface="Sakkal Majalla" panose="02000000000000000000" pitchFamily="2" charset="-78"/>
              </a:rPr>
            </a:br>
            <a:br>
              <a:rPr lang="en-GB" sz="1600" dirty="0">
                <a:latin typeface="Sakkal Majalla" panose="02000000000000000000" pitchFamily="2" charset="-78"/>
                <a:cs typeface="Sakkal Majalla" panose="02000000000000000000" pitchFamily="2" charset="-78"/>
              </a:rPr>
            </a:br>
            <a:r>
              <a:rPr lang="ar" sz="1600" b="1" dirty="0">
                <a:latin typeface="Sakkal Majalla" panose="02000000000000000000" pitchFamily="2" charset="-78"/>
                <a:cs typeface="Sakkal Majalla" panose="02000000000000000000" pitchFamily="2" charset="-78"/>
              </a:rPr>
              <a:t>البنية الذرية والجزيئية</a:t>
            </a:r>
            <a:br>
              <a:rPr lang="en-GB" sz="1600" dirty="0">
                <a:latin typeface="Sakkal Majalla" panose="02000000000000000000" pitchFamily="2" charset="-78"/>
                <a:cs typeface="Sakkal Majalla" panose="02000000000000000000" pitchFamily="2" charset="-78"/>
              </a:rPr>
            </a:br>
            <a:br>
              <a:rPr lang="en-GB" sz="1600" dirty="0">
                <a:latin typeface="Sakkal Majalla" panose="02000000000000000000" pitchFamily="2" charset="-78"/>
                <a:cs typeface="Sakkal Majalla" panose="02000000000000000000" pitchFamily="2" charset="-78"/>
              </a:rPr>
            </a:br>
            <a:r>
              <a:rPr lang="ar" sz="1600" dirty="0">
                <a:latin typeface="Sakkal Majalla" panose="02000000000000000000" pitchFamily="2" charset="-78"/>
                <a:cs typeface="Sakkal Majalla" panose="02000000000000000000" pitchFamily="2" charset="-78"/>
              </a:rPr>
              <a:t>تمثل العناصر التي تتكون من الذرات اللبنات الأساسية لجميع المواد. تتكون كل ذرة من نواة (تحتوي على بروتونات ونيوترونات) وإلكترونات تدور حول النواة. ويحدد ترتيب هذه الذرات والتفاعلات بينها خواص المادة.</a:t>
            </a:r>
            <a:br>
              <a:rPr lang="en-GB" sz="1600" dirty="0">
                <a:latin typeface="Sakkal Majalla" panose="02000000000000000000" pitchFamily="2" charset="-78"/>
                <a:cs typeface="Sakkal Majalla" panose="02000000000000000000" pitchFamily="2" charset="-78"/>
              </a:rPr>
            </a:br>
            <a:br>
              <a:rPr lang="en-GB" sz="1600" dirty="0">
                <a:latin typeface="Sakkal Majalla" panose="02000000000000000000" pitchFamily="2" charset="-78"/>
                <a:cs typeface="Sakkal Majalla" panose="02000000000000000000" pitchFamily="2" charset="-78"/>
              </a:rPr>
            </a:br>
            <a:endParaRPr lang="en-GB" sz="1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000" b="1" dirty="0">
              <a:latin typeface="Sakkal Majalla" panose="02000000000000000000" pitchFamily="2" charset="-78"/>
              <a:cs typeface="Sakkal Majalla" panose="02000000000000000000" pitchFamily="2" charset="-78"/>
            </a:endParaRPr>
          </a:p>
        </p:txBody>
      </p:sp>
      <p:sp>
        <p:nvSpPr>
          <p:cNvPr id="2" name="Rectangle 1"/>
          <p:cNvSpPr/>
          <p:nvPr/>
        </p:nvSpPr>
        <p:spPr>
          <a:xfrm>
            <a:off x="1450318" y="5229200"/>
            <a:ext cx="1167307" cy="292388"/>
          </a:xfrm>
          <a:prstGeom prst="rect">
            <a:avLst/>
          </a:prstGeom>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الجزيئات التساهمية</a:t>
            </a:r>
            <a:endParaRPr lang="en-GB" sz="1300" b="1" i="0" dirty="0">
              <a:effectLst/>
              <a:latin typeface="Sakkal Majalla" panose="02000000000000000000" pitchFamily="2" charset="-78"/>
              <a:cs typeface="Sakkal Majalla" panose="02000000000000000000" pitchFamily="2" charset="-78"/>
            </a:endParaRPr>
          </a:p>
        </p:txBody>
      </p:sp>
      <p:pic>
        <p:nvPicPr>
          <p:cNvPr id="5" name="Picture 4" descr="A close-up of a molecule&#10;&#10;Description automatically generated">
            <a:extLst>
              <a:ext uri="{FF2B5EF4-FFF2-40B4-BE49-F238E27FC236}">
                <a16:creationId xmlns:a16="http://schemas.microsoft.com/office/drawing/2014/main" id="{9772CFAA-C436-E5D9-C226-475C1032845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96886" y="2690232"/>
            <a:ext cx="3699050" cy="2441023"/>
          </a:xfrm>
          <a:prstGeom prst="rect">
            <a:avLst/>
          </a:prstGeom>
        </p:spPr>
      </p:pic>
      <p:sp>
        <p:nvSpPr>
          <p:cNvPr id="3" name="Footer Placeholder 2">
            <a:extLst>
              <a:ext uri="{FF2B5EF4-FFF2-40B4-BE49-F238E27FC236}">
                <a16:creationId xmlns:a16="http://schemas.microsoft.com/office/drawing/2014/main" id="{7F50F90B-23DF-3354-35AD-2C570882208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104495609"/>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FB2C5-F423-4F78-8196-3B9CB8B9F796}"/>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آليات الترابط الذري</a:t>
            </a:r>
          </a:p>
        </p:txBody>
      </p:sp>
      <p:sp>
        <p:nvSpPr>
          <p:cNvPr id="3" name="Content Placeholder 2">
            <a:extLst>
              <a:ext uri="{FF2B5EF4-FFF2-40B4-BE49-F238E27FC236}">
                <a16:creationId xmlns:a16="http://schemas.microsoft.com/office/drawing/2014/main" id="{4EC7A0E1-87FD-46C1-8ECA-6BD24CBEAF5B}"/>
              </a:ext>
            </a:extLst>
          </p:cNvPr>
          <p:cNvSpPr>
            <a:spLocks noGrp="1"/>
          </p:cNvSpPr>
          <p:nvPr>
            <p:ph sz="half" idx="2"/>
          </p:nvPr>
        </p:nvSpPr>
        <p:spPr>
          <a:xfrm>
            <a:off x="468312" y="2195513"/>
            <a:ext cx="7991475" cy="3609975"/>
          </a:xfrm>
        </p:spPr>
        <p:txBody>
          <a:bodyPr rtlCol="1"/>
          <a:lstStyle/>
          <a:p>
            <a:pPr marL="0" indent="0" rtl="1">
              <a:buNone/>
            </a:pPr>
            <a:r>
              <a:rPr lang="ar" sz="2600" dirty="0">
                <a:latin typeface="Sakkal Majalla" panose="02000000000000000000" pitchFamily="2" charset="-78"/>
                <a:cs typeface="Sakkal Majalla" panose="02000000000000000000" pitchFamily="2" charset="-78"/>
              </a:rPr>
              <a:t>تترابط الذرات مع بعضها من خلال آليات مختلفة تحدد بنية المواد وخواصها:</a:t>
            </a:r>
            <a:endParaRPr lang="en-GB" sz="260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الروابط التساهمية: تشترك الذرات في الإلكترونات، ما يخلق روابط قوية ومستقرة. وهذا النوع من الترابط شائع في السيراميك والبوليمرات.</a:t>
            </a:r>
            <a:endParaRPr lang="en-GB" sz="260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الروابط الأيونية: تُنقل الإلكترونات من ذرة إلى أخرى، ما يؤدي إلى تكوين أيونات مشحونة مرتبطة ببعضها بواسطة القوى الكهروستاتيكية. ينتشر الترابط الأيوني في العديد من أنواع السيراميك.</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FC688568-A174-6461-8B49-EE1BC7641AA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087324311"/>
      </p:ext>
    </p:extLst>
  </p:cSld>
  <p:clrMapOvr>
    <a:masterClrMapping/>
  </p:clrMapOvr>
  <p:transition>
    <p:sndAc>
      <p:stSnd>
        <p:snd r:embed="rId2"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6BDE2-5A7B-4454-9B0A-7DFD941A02DA}"/>
              </a:ext>
            </a:extLst>
          </p:cNvPr>
          <p:cNvSpPr>
            <a:spLocks noGrp="1"/>
          </p:cNvSpPr>
          <p:nvPr>
            <p:ph type="title"/>
          </p:nvPr>
        </p:nvSpPr>
        <p:spPr>
          <a:xfrm>
            <a:off x="457200" y="1195388"/>
            <a:ext cx="8229600" cy="863600"/>
          </a:xfrm>
        </p:spPr>
        <p:txBody>
          <a:bodyPr rtlCol="1"/>
          <a:lstStyle/>
          <a:p>
            <a:pPr rtl="1"/>
            <a:br>
              <a:rPr lang="en-GB"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المُركبات والجزيئات</a:t>
            </a:r>
            <a:br>
              <a:rPr lang="en-GB" sz="3800" dirty="0">
                <a:latin typeface="Sakkal Majalla" panose="02000000000000000000" pitchFamily="2" charset="-78"/>
                <a:cs typeface="Sakkal Majalla" panose="02000000000000000000" pitchFamily="2" charset="-78"/>
              </a:rPr>
            </a:b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DA27F151-2416-4FBE-A5EC-7342DA3DFED2}"/>
              </a:ext>
            </a:extLst>
          </p:cNvPr>
          <p:cNvSpPr>
            <a:spLocks noGrp="1"/>
          </p:cNvSpPr>
          <p:nvPr>
            <p:ph sz="half" idx="2"/>
          </p:nvPr>
        </p:nvSpPr>
        <p:spPr>
          <a:xfrm>
            <a:off x="252165" y="2195513"/>
            <a:ext cx="8640315" cy="3609975"/>
          </a:xfrm>
        </p:spPr>
        <p:txBody>
          <a:bodyPr rtlCol="1"/>
          <a:lstStyle/>
          <a:p>
            <a:pPr rtl="1"/>
            <a:r>
              <a:rPr lang="ar" sz="2600" dirty="0">
                <a:latin typeface="Sakkal Majalla" panose="02000000000000000000" pitchFamily="2" charset="-78"/>
                <a:cs typeface="Sakkal Majalla" panose="02000000000000000000" pitchFamily="2" charset="-78"/>
              </a:rPr>
              <a:t>تتحد الذرات لتكوين مُركبات، وهي مجموعات من الذرات مرتبطة ببعضها بواسطة روابط. </a:t>
            </a:r>
          </a:p>
          <a:p>
            <a:pPr rtl="1"/>
            <a:r>
              <a:rPr lang="ar" sz="2600" dirty="0">
                <a:latin typeface="Sakkal Majalla" panose="02000000000000000000" pitchFamily="2" charset="-78"/>
                <a:cs typeface="Sakkal Majalla" panose="02000000000000000000" pitchFamily="2" charset="-78"/>
              </a:rPr>
              <a:t>وتؤثر بنية هذه المركبات، المحددة بوزنها الجزيئي (الكتلة الكلية للذرات داخل الجزيء)، في خواص المادة، مثل القوة والمرونة.</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90126592-8059-4188-973A-086F67458AD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016810633"/>
      </p:ext>
    </p:extLst>
  </p:cSld>
  <p:clrMapOvr>
    <a:masterClrMapping/>
  </p:clrMapOvr>
  <p:transition>
    <p:sndAc>
      <p:stSnd>
        <p:snd r:embed="rId2"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F0851-4746-4C48-997A-9B4AA18A54F1}"/>
              </a:ext>
            </a:extLst>
          </p:cNvPr>
          <p:cNvSpPr>
            <a:spLocks noGrp="1"/>
          </p:cNvSpPr>
          <p:nvPr>
            <p:ph type="title"/>
          </p:nvPr>
        </p:nvSpPr>
        <p:spPr>
          <a:xfrm>
            <a:off x="457200" y="1195388"/>
            <a:ext cx="8229600" cy="863600"/>
          </a:xfrm>
        </p:spPr>
        <p:txBody>
          <a:bodyPr rtlCol="1"/>
          <a:lstStyle/>
          <a:p>
            <a:pPr rtl="1"/>
            <a:br>
              <a:rPr lang="en-GB"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آليات الترابط بين الجزيئات</a:t>
            </a:r>
            <a:br>
              <a:rPr lang="en-GB" sz="3800" dirty="0">
                <a:latin typeface="Sakkal Majalla" panose="02000000000000000000" pitchFamily="2" charset="-78"/>
                <a:cs typeface="Sakkal Majalla" panose="02000000000000000000" pitchFamily="2" charset="-78"/>
              </a:rPr>
            </a:b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5CBDC51B-76BA-4802-9C38-C35977C28F8B}"/>
              </a:ext>
            </a:extLst>
          </p:cNvPr>
          <p:cNvSpPr>
            <a:spLocks noGrp="1"/>
          </p:cNvSpPr>
          <p:nvPr>
            <p:ph sz="half" idx="2"/>
          </p:nvPr>
        </p:nvSpPr>
        <p:spPr>
          <a:xfrm>
            <a:off x="468312" y="2195513"/>
            <a:ext cx="7991475" cy="3609975"/>
          </a:xfrm>
        </p:spPr>
        <p:txBody>
          <a:bodyPr rtlCol="1"/>
          <a:lstStyle/>
          <a:p>
            <a:pPr marL="0" indent="0" rtl="1">
              <a:buNone/>
            </a:pPr>
            <a:r>
              <a:rPr lang="ar" sz="2600" dirty="0">
                <a:latin typeface="Sakkal Majalla" panose="02000000000000000000" pitchFamily="2" charset="-78"/>
                <a:cs typeface="Sakkal Majalla" panose="02000000000000000000" pitchFamily="2" charset="-78"/>
              </a:rPr>
              <a:t>بصرف النظر عن الروابط الذرية، تؤثر القوى بين الجزيئات أيضًا في سلوك المواد:</a:t>
            </a:r>
            <a:endParaRPr lang="en-GB" sz="260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الترابط الهيدروجيني: قوة بين الجزيئات قوية نسبيًا تحدث عندما ترتبط ذرات الهيدروجين بالذرات الكهربية السالبة مثل الأكسجين أو النيتروجين</a:t>
            </a:r>
          </a:p>
          <a:p>
            <a:pPr rtl="1"/>
            <a:r>
              <a:rPr lang="ar" sz="2600" dirty="0">
                <a:latin typeface="Sakkal Majalla" panose="02000000000000000000" pitchFamily="2" charset="-78"/>
                <a:cs typeface="Sakkal Majalla" panose="02000000000000000000" pitchFamily="2" charset="-78"/>
              </a:rPr>
              <a:t>قوى فان دير فالس: قوى جاذبة ضعيفة تعمل بين الجزيئات، مهمة في التأثير في سلوك البوليمرات والمُركبات</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542F55AE-961C-DC27-2725-F9EF790895A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4283506891"/>
      </p:ext>
    </p:extLst>
  </p:cSld>
  <p:clrMapOvr>
    <a:masterClrMapping/>
  </p:clrMapOvr>
  <p:transition>
    <p:sndAc>
      <p:stSnd>
        <p:snd r:embed="rId2"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AD3A2-1E2B-4CA4-A40F-1B5954FC2D31}"/>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بنية مواد البوليمرات</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F5E84401-F5D9-4BC7-8DCD-7685696E5E6B}"/>
              </a:ext>
            </a:extLst>
          </p:cNvPr>
          <p:cNvSpPr>
            <a:spLocks noGrp="1"/>
          </p:cNvSpPr>
          <p:nvPr>
            <p:ph sz="half" idx="2"/>
          </p:nvPr>
        </p:nvSpPr>
        <p:spPr>
          <a:xfrm>
            <a:off x="468312" y="2195513"/>
            <a:ext cx="7991475" cy="3609975"/>
          </a:xfrm>
        </p:spPr>
        <p:txBody>
          <a:bodyPr rtlCol="1"/>
          <a:lstStyle/>
          <a:p>
            <a:pPr marL="0" indent="0" rtl="1">
              <a:buNone/>
            </a:pPr>
            <a:r>
              <a:rPr lang="ar" sz="2600" dirty="0">
                <a:latin typeface="Sakkal Majalla" panose="02000000000000000000" pitchFamily="2" charset="-78"/>
                <a:cs typeface="Sakkal Majalla" panose="02000000000000000000" pitchFamily="2" charset="-78"/>
              </a:rPr>
              <a:t>تتكون البوليمرات من سلاسل طويلة من الجزيئات تسمى المونومرات. وتتحد هذه المونومرات معًا لتكوين بوليمرات، ذات بُنى متسلسلة مختلفة اعتمادًا على نوع البوليمر.</a:t>
            </a:r>
            <a:endParaRPr lang="en-GB" sz="2600" dirty="0">
              <a:latin typeface="Sakkal Majalla" panose="02000000000000000000" pitchFamily="2" charset="-78"/>
              <a:cs typeface="Sakkal Majalla" panose="02000000000000000000" pitchFamily="2" charset="-78"/>
            </a:endParaRPr>
          </a:p>
        </p:txBody>
      </p:sp>
      <p:sp>
        <p:nvSpPr>
          <p:cNvPr id="4" name="Footer Placeholder 3">
            <a:extLst>
              <a:ext uri="{FF2B5EF4-FFF2-40B4-BE49-F238E27FC236}">
                <a16:creationId xmlns:a16="http://schemas.microsoft.com/office/drawing/2014/main" id="{BE74A96B-A57E-4DF1-BC3E-6DC7A884B481}"/>
              </a:ext>
            </a:extLst>
          </p:cNvPr>
          <p:cNvSpPr>
            <a:spLocks noGrp="1"/>
          </p:cNvSpPr>
          <p:nvPr>
            <p:ph type="ftr" sz="quarter" idx="10"/>
          </p:nvPr>
        </p:nvSpPr>
        <p:spPr>
          <a:xfrm>
            <a:off x="0" y="6459538"/>
            <a:ext cx="9144000" cy="287337"/>
          </a:xfrm>
        </p:spPr>
        <p:txBody>
          <a:bodyPr rtlCol="1"/>
          <a:lstStyle/>
          <a:p>
            <a:pPr rtl="1">
              <a:defRPr/>
            </a:pPr>
            <a:r>
              <a:rPr lang="ar">
                <a:latin typeface="Sakkal Majalla" panose="02000000000000000000" pitchFamily="2" charset="-78"/>
                <a:cs typeface="Sakkal Majalla" panose="02000000000000000000" pitchFamily="2" charset="-78"/>
              </a:rPr>
              <a:t>. </a:t>
            </a:r>
          </a:p>
        </p:txBody>
      </p:sp>
      <p:sp>
        <p:nvSpPr>
          <p:cNvPr id="5" name="Footer Placeholder 2">
            <a:extLst>
              <a:ext uri="{FF2B5EF4-FFF2-40B4-BE49-F238E27FC236}">
                <a16:creationId xmlns:a16="http://schemas.microsoft.com/office/drawing/2014/main" id="{6C5FAF84-2A42-37F1-AB2A-9DFF0FF9FBE1}"/>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1327677774"/>
      </p:ext>
    </p:extLst>
  </p:cSld>
  <p:clrMapOvr>
    <a:masterClrMapping/>
  </p:clrMapOvr>
  <p:transition>
    <p:sndAc>
      <p:stSnd>
        <p:snd r:embed="rId2"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A0CFC-E646-44B5-A495-AD6A49294B32}"/>
              </a:ext>
            </a:extLst>
          </p:cNvPr>
          <p:cNvSpPr>
            <a:spLocks noGrp="1"/>
          </p:cNvSpPr>
          <p:nvPr>
            <p:ph type="title"/>
          </p:nvPr>
        </p:nvSpPr>
        <p:spPr>
          <a:xfrm>
            <a:off x="457200" y="1195200"/>
            <a:ext cx="8229600" cy="864000"/>
          </a:xfrm>
        </p:spPr>
        <p:txBody>
          <a:bodyPr wrap="square" rtlCol="1" anchor="ctr">
            <a:normAutofit/>
          </a:bodyPr>
          <a:lstStyle/>
          <a:p>
            <a:pPr rtl="1"/>
            <a:r>
              <a:rPr lang="ar" sz="4600" b="1" dirty="0">
                <a:latin typeface="Sakkal Majalla" panose="02000000000000000000" pitchFamily="2" charset="-78"/>
                <a:cs typeface="Sakkal Majalla" panose="02000000000000000000" pitchFamily="2" charset="-78"/>
              </a:rPr>
              <a:t>أنواع البوليمر</a:t>
            </a:r>
            <a:r>
              <a:rPr lang="ar-EG" sz="4600" b="1" dirty="0">
                <a:latin typeface="Sakkal Majalla" panose="02000000000000000000" pitchFamily="2" charset="-78"/>
                <a:cs typeface="Sakkal Majalla" panose="02000000000000000000" pitchFamily="2" charset="-78"/>
              </a:rPr>
              <a:t>ات</a:t>
            </a:r>
            <a:endParaRPr lang="en-GB" sz="46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D4B26553-A504-415F-9D99-4373069254A1}"/>
              </a:ext>
            </a:extLst>
          </p:cNvPr>
          <p:cNvSpPr>
            <a:spLocks noGrp="1"/>
          </p:cNvSpPr>
          <p:nvPr>
            <p:ph sz="half" idx="2"/>
          </p:nvPr>
        </p:nvSpPr>
        <p:spPr>
          <a:xfrm>
            <a:off x="468312" y="2196001"/>
            <a:ext cx="4027488" cy="4024100"/>
          </a:xfrm>
        </p:spPr>
        <p:txBody>
          <a:bodyPr wrap="square" rtlCol="1" anchor="t">
            <a:normAutofit/>
          </a:bodyPr>
          <a:lstStyle/>
          <a:p>
            <a:pPr rtl="1">
              <a:lnSpc>
                <a:spcPct val="90000"/>
              </a:lnSpc>
            </a:pPr>
            <a:r>
              <a:rPr lang="ar" sz="2200" b="1" dirty="0">
                <a:latin typeface="Sakkal Majalla" panose="02000000000000000000" pitchFamily="2" charset="-78"/>
                <a:cs typeface="Sakkal Majalla" panose="02000000000000000000" pitchFamily="2" charset="-78"/>
              </a:rPr>
              <a:t>المونومرات: </a:t>
            </a:r>
            <a:r>
              <a:rPr lang="ar" sz="2200" dirty="0">
                <a:latin typeface="Sakkal Majalla" panose="02000000000000000000" pitchFamily="2" charset="-78"/>
                <a:cs typeface="Sakkal Majalla" panose="02000000000000000000" pitchFamily="2" charset="-78"/>
              </a:rPr>
              <a:t>اللبنات الأساسية، مثل كلوريد الفينيل، التي تشكل بوليمر البولي فينيل كلوريد (PVC).</a:t>
            </a:r>
          </a:p>
          <a:p>
            <a:pPr rtl="1">
              <a:lnSpc>
                <a:spcPct val="90000"/>
              </a:lnSpc>
            </a:pPr>
            <a:r>
              <a:rPr lang="ar" sz="2200" b="1" dirty="0">
                <a:latin typeface="Sakkal Majalla" panose="02000000000000000000" pitchFamily="2" charset="-78"/>
                <a:cs typeface="Sakkal Majalla" panose="02000000000000000000" pitchFamily="2" charset="-78"/>
              </a:rPr>
              <a:t>البوليمرات: </a:t>
            </a:r>
            <a:r>
              <a:rPr lang="ar" sz="2200" dirty="0">
                <a:latin typeface="Sakkal Majalla" panose="02000000000000000000" pitchFamily="2" charset="-78"/>
                <a:cs typeface="Sakkal Majalla" panose="02000000000000000000" pitchFamily="2" charset="-78"/>
              </a:rPr>
              <a:t>يمكن أن تكون هذه البوليمرات متجانسة، مصنوعة من نوع واحد من المونومر، مثل البوليسترين، أو البوليمرات المشتركة، مصنوعة من اثنين أو أكثر من المونومرات، مثل أكريلونيتريل بوتادين ستايرين (ABS).</a:t>
            </a:r>
          </a:p>
        </p:txBody>
      </p:sp>
      <p:sp>
        <p:nvSpPr>
          <p:cNvPr id="4" name="Rectangle 3"/>
          <p:cNvSpPr/>
          <p:nvPr/>
        </p:nvSpPr>
        <p:spPr>
          <a:xfrm>
            <a:off x="5955087" y="5158683"/>
            <a:ext cx="1683474" cy="292388"/>
          </a:xfrm>
          <a:prstGeom prst="rect">
            <a:avLst/>
          </a:prstGeom>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بوليمرات اللدائن المعاد تدويرها</a:t>
            </a:r>
            <a:endParaRPr lang="en-GB" sz="1300" b="1" i="0" dirty="0">
              <a:effectLst/>
              <a:latin typeface="Sakkal Majalla" panose="02000000000000000000" pitchFamily="2" charset="-78"/>
              <a:cs typeface="Sakkal Majalla" panose="02000000000000000000" pitchFamily="2" charset="-78"/>
            </a:endParaRPr>
          </a:p>
        </p:txBody>
      </p:sp>
      <p:pic>
        <p:nvPicPr>
          <p:cNvPr id="7" name="Picture 6" descr="A close-up of a bottle of plastic&#10;&#10;Description automatically generated">
            <a:extLst>
              <a:ext uri="{FF2B5EF4-FFF2-40B4-BE49-F238E27FC236}">
                <a16:creationId xmlns:a16="http://schemas.microsoft.com/office/drawing/2014/main" id="{F4C20591-DC9A-48B0-6CD7-E32AC97EAB0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96544" y="2564904"/>
            <a:ext cx="3923928" cy="2615952"/>
          </a:xfrm>
          <a:prstGeom prst="rect">
            <a:avLst/>
          </a:prstGeom>
        </p:spPr>
      </p:pic>
      <p:sp>
        <p:nvSpPr>
          <p:cNvPr id="5" name="Footer Placeholder 2">
            <a:extLst>
              <a:ext uri="{FF2B5EF4-FFF2-40B4-BE49-F238E27FC236}">
                <a16:creationId xmlns:a16="http://schemas.microsoft.com/office/drawing/2014/main" id="{3B918977-62D6-A7B9-4D66-BD9D7BA8D29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141365758"/>
      </p:ext>
    </p:extLst>
  </p:cSld>
  <p:clrMapOvr>
    <a:masterClrMapping/>
  </p:clrMapOvr>
  <p:transition>
    <p:sndAc>
      <p:stSnd>
        <p:snd r:embed="rId2"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10716-F287-41D7-B1AD-7D76F20BC480}"/>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سلاسل البوليمر</a:t>
            </a:r>
          </a:p>
        </p:txBody>
      </p:sp>
      <p:sp>
        <p:nvSpPr>
          <p:cNvPr id="3" name="Content Placeholder 2">
            <a:extLst>
              <a:ext uri="{FF2B5EF4-FFF2-40B4-BE49-F238E27FC236}">
                <a16:creationId xmlns:a16="http://schemas.microsoft.com/office/drawing/2014/main" id="{1F3FA1B5-8947-4F34-A7C7-4CBAE0868E9E}"/>
              </a:ext>
            </a:extLst>
          </p:cNvPr>
          <p:cNvSpPr>
            <a:spLocks noGrp="1"/>
          </p:cNvSpPr>
          <p:nvPr>
            <p:ph sz="half" idx="2"/>
          </p:nvPr>
        </p:nvSpPr>
        <p:spPr>
          <a:xfrm>
            <a:off x="180157" y="2195513"/>
            <a:ext cx="8568307" cy="3609975"/>
          </a:xfrm>
        </p:spPr>
        <p:txBody>
          <a:bodyPr rtlCol="1"/>
          <a:lstStyle/>
          <a:p>
            <a:pPr rtl="1"/>
            <a:r>
              <a:rPr lang="ar" sz="2600" dirty="0">
                <a:latin typeface="Sakkal Majalla" panose="02000000000000000000" pitchFamily="2" charset="-78"/>
                <a:cs typeface="Sakkal Majalla" panose="02000000000000000000" pitchFamily="2" charset="-78"/>
              </a:rPr>
              <a:t>يؤثر ترتيب سلاسل البوليمر في خواصها الميكانيكية.</a:t>
            </a:r>
            <a:endParaRPr lang="en-GB" sz="2600" dirty="0">
              <a:latin typeface="Sakkal Majalla" panose="02000000000000000000" pitchFamily="2" charset="-78"/>
              <a:cs typeface="Sakkal Majalla" panose="02000000000000000000" pitchFamily="2" charset="-78"/>
            </a:endParaRPr>
          </a:p>
          <a:p>
            <a:pPr rtl="1"/>
            <a:r>
              <a:rPr lang="ar" sz="2600" b="1" dirty="0">
                <a:latin typeface="Sakkal Majalla" panose="02000000000000000000" pitchFamily="2" charset="-78"/>
                <a:cs typeface="Sakkal Majalla" panose="02000000000000000000" pitchFamily="2" charset="-78"/>
              </a:rPr>
              <a:t>سلاسل خطية</a:t>
            </a:r>
            <a:r>
              <a:rPr lang="ar" sz="2600" dirty="0">
                <a:latin typeface="Sakkal Majalla" panose="02000000000000000000" pitchFamily="2" charset="-78"/>
                <a:cs typeface="Sakkal Majalla" panose="02000000000000000000" pitchFamily="2" charset="-78"/>
              </a:rPr>
              <a:t>: بوليمرات ذات بنية تسلسلية مستقيمة، ما يوفر المرونة والمعالجة السهلة.</a:t>
            </a:r>
            <a:endParaRPr lang="en-GB" sz="2600" dirty="0">
              <a:latin typeface="Sakkal Majalla" panose="02000000000000000000" pitchFamily="2" charset="-78"/>
              <a:cs typeface="Sakkal Majalla" panose="02000000000000000000" pitchFamily="2" charset="-78"/>
            </a:endParaRPr>
          </a:p>
          <a:p>
            <a:pPr rtl="1"/>
            <a:r>
              <a:rPr lang="ar" sz="2600" b="1" dirty="0">
                <a:latin typeface="Sakkal Majalla" panose="02000000000000000000" pitchFamily="2" charset="-78"/>
                <a:cs typeface="Sakkal Majalla" panose="02000000000000000000" pitchFamily="2" charset="-78"/>
              </a:rPr>
              <a:t>سلاسل متفرعة: </a:t>
            </a:r>
            <a:r>
              <a:rPr lang="ar" sz="2600" dirty="0">
                <a:latin typeface="Sakkal Majalla" panose="02000000000000000000" pitchFamily="2" charset="-78"/>
                <a:cs typeface="Sakkal Majalla" panose="02000000000000000000" pitchFamily="2" charset="-78"/>
              </a:rPr>
              <a:t>بوليمرات ذات سلاسل جانبية يمكن أن تؤثر في مقاومتها وكثافتها.</a:t>
            </a:r>
            <a:endParaRPr lang="en-GB" sz="2600" dirty="0">
              <a:latin typeface="Sakkal Majalla" panose="02000000000000000000" pitchFamily="2" charset="-78"/>
              <a:cs typeface="Sakkal Majalla" panose="02000000000000000000" pitchFamily="2" charset="-78"/>
            </a:endParaRPr>
          </a:p>
          <a:p>
            <a:pPr rtl="1"/>
            <a:r>
              <a:rPr lang="ar" sz="2600" b="1" dirty="0">
                <a:latin typeface="Sakkal Majalla" panose="02000000000000000000" pitchFamily="2" charset="-78"/>
                <a:cs typeface="Sakkal Majalla" panose="02000000000000000000" pitchFamily="2" charset="-78"/>
              </a:rPr>
              <a:t>سلاسل متقاطعة: </a:t>
            </a:r>
            <a:r>
              <a:rPr lang="ar" sz="2600" dirty="0">
                <a:latin typeface="Sakkal Majalla" panose="02000000000000000000" pitchFamily="2" charset="-78"/>
                <a:cs typeface="Sakkal Majalla" panose="02000000000000000000" pitchFamily="2" charset="-78"/>
              </a:rPr>
              <a:t>بوليمرات ذات سلاسل مترابطة، ما يجعلها أكثر صلابة واستقرارًا حراريًا.</a:t>
            </a:r>
            <a:br>
              <a:rPr lang="en-GB" sz="2600" dirty="0">
                <a:latin typeface="Sakkal Majalla" panose="02000000000000000000" pitchFamily="2" charset="-78"/>
                <a:cs typeface="Sakkal Majalla" panose="02000000000000000000" pitchFamily="2" charset="-78"/>
              </a:rPr>
            </a:b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83114292-E1E7-78B5-A328-DF4B11D6F9E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995649161"/>
      </p:ext>
    </p:extLst>
  </p:cSld>
  <p:clrMapOvr>
    <a:masterClrMapping/>
  </p:clrMapOvr>
  <p:transition>
    <p:sndAc>
      <p:stSnd>
        <p:snd r:embed="rId2"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0AD0E-5EA8-4757-B0C0-2913BAD7933C}"/>
              </a:ext>
            </a:extLst>
          </p:cNvPr>
          <p:cNvSpPr>
            <a:spLocks noGrp="1"/>
          </p:cNvSpPr>
          <p:nvPr>
            <p:ph type="title"/>
          </p:nvPr>
        </p:nvSpPr>
        <p:spPr>
          <a:xfrm>
            <a:off x="457200" y="1412776"/>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البُنى غير المتبلورة وشبه البلورية</a:t>
            </a:r>
          </a:p>
        </p:txBody>
      </p:sp>
      <p:sp>
        <p:nvSpPr>
          <p:cNvPr id="3" name="Content Placeholder 2">
            <a:extLst>
              <a:ext uri="{FF2B5EF4-FFF2-40B4-BE49-F238E27FC236}">
                <a16:creationId xmlns:a16="http://schemas.microsoft.com/office/drawing/2014/main" id="{72D17C00-9477-4E42-9FEF-3F630600D417}"/>
              </a:ext>
            </a:extLst>
          </p:cNvPr>
          <p:cNvSpPr>
            <a:spLocks noGrp="1"/>
          </p:cNvSpPr>
          <p:nvPr>
            <p:ph sz="half" idx="2"/>
          </p:nvPr>
        </p:nvSpPr>
        <p:spPr>
          <a:xfrm>
            <a:off x="468312" y="2492896"/>
            <a:ext cx="7991475" cy="3312592"/>
          </a:xfrm>
        </p:spPr>
        <p:txBody>
          <a:bodyPr rtlCol="1"/>
          <a:lstStyle/>
          <a:p>
            <a:pPr marL="0" indent="0" rtl="1">
              <a:buNone/>
            </a:pPr>
            <a:r>
              <a:rPr lang="ar" sz="2600" dirty="0">
                <a:latin typeface="Sakkal Majalla" panose="02000000000000000000" pitchFamily="2" charset="-78"/>
                <a:cs typeface="Sakkal Majalla" panose="02000000000000000000" pitchFamily="2" charset="-78"/>
              </a:rPr>
              <a:t>يمكن أن توجد البوليمرات في </a:t>
            </a:r>
            <a:r>
              <a:rPr lang="ar" sz="2600" b="1" dirty="0">
                <a:latin typeface="Sakkal Majalla" panose="02000000000000000000" pitchFamily="2" charset="-78"/>
                <a:cs typeface="Sakkal Majalla" panose="02000000000000000000" pitchFamily="2" charset="-78"/>
              </a:rPr>
              <a:t>شكلين بُنيويين</a:t>
            </a:r>
            <a:r>
              <a:rPr lang="ar" sz="2600" dirty="0">
                <a:latin typeface="Sakkal Majalla" panose="02000000000000000000" pitchFamily="2" charset="-78"/>
                <a:cs typeface="Sakkal Majalla" panose="02000000000000000000" pitchFamily="2" charset="-78"/>
              </a:rPr>
              <a:t>:</a:t>
            </a:r>
            <a:endParaRPr lang="en-GB" sz="2600" dirty="0">
              <a:latin typeface="Sakkal Majalla" panose="02000000000000000000" pitchFamily="2" charset="-78"/>
              <a:cs typeface="Sakkal Majalla" panose="02000000000000000000" pitchFamily="2" charset="-78"/>
            </a:endParaRPr>
          </a:p>
          <a:p>
            <a:pPr rtl="1"/>
            <a:r>
              <a:rPr lang="ar" sz="2600" b="1" dirty="0">
                <a:latin typeface="Sakkal Majalla" panose="02000000000000000000" pitchFamily="2" charset="-78"/>
                <a:cs typeface="Sakkal Majalla" panose="02000000000000000000" pitchFamily="2" charset="-78"/>
              </a:rPr>
              <a:t>غير متبلور: </a:t>
            </a:r>
            <a:r>
              <a:rPr lang="ar" sz="2600" dirty="0">
                <a:latin typeface="Sakkal Majalla" panose="02000000000000000000" pitchFamily="2" charset="-78"/>
                <a:cs typeface="Sakkal Majalla" panose="02000000000000000000" pitchFamily="2" charset="-78"/>
              </a:rPr>
              <a:t>البوليمرات ذات الترتيب العشوائي والمضطرب للجزيئات، وعادةً ما تكون مرنة وشفافة.</a:t>
            </a:r>
            <a:endParaRPr lang="en-GB" sz="2600" dirty="0">
              <a:latin typeface="Sakkal Majalla" panose="02000000000000000000" pitchFamily="2" charset="-78"/>
              <a:cs typeface="Sakkal Majalla" panose="02000000000000000000" pitchFamily="2" charset="-78"/>
            </a:endParaRPr>
          </a:p>
          <a:p>
            <a:pPr rtl="1"/>
            <a:r>
              <a:rPr lang="ar" sz="2600" b="1" dirty="0">
                <a:latin typeface="Sakkal Majalla" panose="02000000000000000000" pitchFamily="2" charset="-78"/>
                <a:cs typeface="Sakkal Majalla" panose="02000000000000000000" pitchFamily="2" charset="-78"/>
              </a:rPr>
              <a:t>شبه بلوري: </a:t>
            </a:r>
            <a:r>
              <a:rPr lang="ar" sz="2600" dirty="0">
                <a:latin typeface="Sakkal Majalla" panose="02000000000000000000" pitchFamily="2" charset="-78"/>
                <a:cs typeface="Sakkal Majalla" panose="02000000000000000000" pitchFamily="2" charset="-78"/>
              </a:rPr>
              <a:t>البوليمرات ذات المناطق المرتبة (البلورية) والمضطربة (غير المتبلورة)، ما يوفر توازنًا بين المقاومة والمرونة.</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CCBF6714-6625-EC66-721C-EC56A858C4C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375179443"/>
      </p:ext>
    </p:extLst>
  </p:cSld>
  <p:clrMapOvr>
    <a:masterClrMapping/>
  </p:clrMapOvr>
  <p:transition>
    <p:sndAc>
      <p:stSnd>
        <p:snd r:embed="rId2"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85354-78A8-434B-A61D-C08CF93239AF}"/>
              </a:ext>
            </a:extLst>
          </p:cNvPr>
          <p:cNvSpPr>
            <a:spLocks noGrp="1"/>
          </p:cNvSpPr>
          <p:nvPr>
            <p:ph type="title"/>
          </p:nvPr>
        </p:nvSpPr>
        <p:spPr>
          <a:xfrm>
            <a:off x="457200" y="1195388"/>
            <a:ext cx="8229600" cy="863600"/>
          </a:xfrm>
        </p:spPr>
        <p:txBody>
          <a:bodyPr rtlCol="1"/>
          <a:lstStyle/>
          <a:p>
            <a:pPr rtl="1"/>
            <a:br>
              <a:rPr lang="en-GB"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درجة حرارة تحول الزجاج.</a:t>
            </a:r>
            <a:br>
              <a:rPr lang="en-GB" sz="3800" dirty="0">
                <a:latin typeface="Sakkal Majalla" panose="02000000000000000000" pitchFamily="2" charset="-78"/>
                <a:cs typeface="Sakkal Majalla" panose="02000000000000000000" pitchFamily="2" charset="-78"/>
              </a:rPr>
            </a:b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77E23C86-6E9E-4BA2-87A0-8C65BBD0C909}"/>
              </a:ext>
            </a:extLst>
          </p:cNvPr>
          <p:cNvSpPr>
            <a:spLocks noGrp="1"/>
          </p:cNvSpPr>
          <p:nvPr>
            <p:ph sz="half" idx="2"/>
          </p:nvPr>
        </p:nvSpPr>
        <p:spPr>
          <a:xfrm>
            <a:off x="468312" y="2195513"/>
            <a:ext cx="7991475" cy="3609975"/>
          </a:xfrm>
        </p:spPr>
        <p:txBody>
          <a:bodyPr rtlCol="1"/>
          <a:lstStyle/>
          <a:p>
            <a:pPr rtl="1"/>
            <a:r>
              <a:rPr lang="ar" sz="2600" dirty="0">
                <a:latin typeface="Sakkal Majalla" panose="02000000000000000000" pitchFamily="2" charset="-78"/>
                <a:cs typeface="Sakkal Majalla" panose="02000000000000000000" pitchFamily="2" charset="-78"/>
              </a:rPr>
              <a:t>تُظهر البوليمرات درجة حرارة تحول الزجاج (Tg)، وهي درجة الحرارة التي تصبح المادة دونها قصيفة وشبيهة بالزجاج. </a:t>
            </a:r>
          </a:p>
          <a:p>
            <a:pPr rtl="1"/>
            <a:r>
              <a:rPr lang="ar" sz="2600" dirty="0">
                <a:latin typeface="Sakkal Majalla" panose="02000000000000000000" pitchFamily="2" charset="-78"/>
                <a:cs typeface="Sakkal Majalla" panose="02000000000000000000" pitchFamily="2" charset="-78"/>
              </a:rPr>
              <a:t>يُعد فهم درجة حرارة التحول أمرًا بالغ الأهمية لاختيار البوليمرات للاستخدامات التي تكون فيها التغيرات في درجات الحرارة مهمة.</a:t>
            </a:r>
            <a:endParaRPr lang="en-GB" sz="2600" dirty="0">
              <a:latin typeface="Sakkal Majalla" panose="02000000000000000000" pitchFamily="2" charset="-78"/>
              <a:cs typeface="Sakkal Majalla" panose="02000000000000000000" pitchFamily="2" charset="-78"/>
            </a:endParaRPr>
          </a:p>
        </p:txBody>
      </p:sp>
      <p:sp>
        <p:nvSpPr>
          <p:cNvPr id="4" name="Footer Placeholder 3">
            <a:extLst>
              <a:ext uri="{FF2B5EF4-FFF2-40B4-BE49-F238E27FC236}">
                <a16:creationId xmlns:a16="http://schemas.microsoft.com/office/drawing/2014/main" id="{35C6D65E-06F0-47F2-83E1-26F84936981A}"/>
              </a:ext>
            </a:extLst>
          </p:cNvPr>
          <p:cNvSpPr>
            <a:spLocks noGrp="1"/>
          </p:cNvSpPr>
          <p:nvPr>
            <p:ph type="ftr" sz="quarter" idx="10"/>
          </p:nvPr>
        </p:nvSpPr>
        <p:spPr>
          <a:xfrm>
            <a:off x="0" y="6459538"/>
            <a:ext cx="9144000" cy="287337"/>
          </a:xfrm>
        </p:spPr>
        <p:txBody>
          <a:bodyPr rtlCol="1"/>
          <a:lstStyle/>
          <a:p>
            <a:pPr rtl="1">
              <a:defRPr/>
            </a:pPr>
            <a:r>
              <a:rPr lang="ar">
                <a:latin typeface="Sakkal Majalla" panose="02000000000000000000" pitchFamily="2" charset="-78"/>
                <a:cs typeface="Sakkal Majalla" panose="02000000000000000000" pitchFamily="2" charset="-78"/>
              </a:rPr>
              <a:t>. </a:t>
            </a:r>
          </a:p>
        </p:txBody>
      </p:sp>
      <p:sp>
        <p:nvSpPr>
          <p:cNvPr id="5" name="Footer Placeholder 2">
            <a:extLst>
              <a:ext uri="{FF2B5EF4-FFF2-40B4-BE49-F238E27FC236}">
                <a16:creationId xmlns:a16="http://schemas.microsoft.com/office/drawing/2014/main" id="{D63FC2B9-8038-14A8-118C-06D58F809BC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726681533"/>
      </p:ext>
    </p:extLst>
  </p:cSld>
  <p:clrMapOvr>
    <a:masterClrMapping/>
  </p:clrMapOvr>
  <p:transition>
    <p:sndAc>
      <p:stSnd>
        <p:snd r:embed="rId2"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E2C2B-92D8-490E-BF78-CD48A22E85FC}"/>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بنية مواد السيراميك</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0BAE8578-638A-4EFC-B98D-E452040A116C}"/>
              </a:ext>
            </a:extLst>
          </p:cNvPr>
          <p:cNvSpPr>
            <a:spLocks noGrp="1"/>
          </p:cNvSpPr>
          <p:nvPr>
            <p:ph sz="half" idx="2"/>
          </p:nvPr>
        </p:nvSpPr>
        <p:spPr>
          <a:xfrm>
            <a:off x="457200" y="2058988"/>
            <a:ext cx="7991475" cy="4250332"/>
          </a:xfrm>
        </p:spPr>
        <p:txBody>
          <a:bodyPr rtlCol="1"/>
          <a:lstStyle/>
          <a:p>
            <a:pPr marL="0" indent="0" rtl="1">
              <a:buNone/>
            </a:pPr>
            <a:r>
              <a:rPr lang="ar" sz="2600" dirty="0">
                <a:latin typeface="Sakkal Majalla" panose="02000000000000000000" pitchFamily="2" charset="-78"/>
                <a:cs typeface="Sakkal Majalla" panose="02000000000000000000" pitchFamily="2" charset="-78"/>
              </a:rPr>
              <a:t>يتكون السيراميك عادةً من عناصر معدنية وغير معدنية مرتبطة ببعضها. ويمكن أن تكون بنية السيراميك غير متبلورة أو بلورية:</a:t>
            </a:r>
          </a:p>
          <a:p>
            <a:pPr rtl="1"/>
            <a:r>
              <a:rPr lang="ar" sz="2600" dirty="0">
                <a:latin typeface="Sakkal Majalla" panose="02000000000000000000" pitchFamily="2" charset="-78"/>
                <a:cs typeface="Sakkal Majalla" panose="02000000000000000000" pitchFamily="2" charset="-78"/>
              </a:rPr>
              <a:t>يفتقر السيراميك </a:t>
            </a:r>
            <a:r>
              <a:rPr lang="ar" sz="2600" b="1" dirty="0">
                <a:latin typeface="Sakkal Majalla" panose="02000000000000000000" pitchFamily="2" charset="-78"/>
                <a:cs typeface="Sakkal Majalla" panose="02000000000000000000" pitchFamily="2" charset="-78"/>
              </a:rPr>
              <a:t>غير المتبلور</a:t>
            </a:r>
            <a:r>
              <a:rPr lang="ar" sz="2600" dirty="0">
                <a:latin typeface="Sakkal Majalla" panose="02000000000000000000" pitchFamily="2" charset="-78"/>
                <a:cs typeface="Sakkal Majalla" panose="02000000000000000000" pitchFamily="2" charset="-78"/>
              </a:rPr>
              <a:t> إلى بنية منتظمة ومتكررة، ما يمنحه خواص مثل الشفافية والمقاومة الحرارية العالية، وفق ما يظهر في مواد مثل زجاج السيليكا.</a:t>
            </a:r>
          </a:p>
          <a:p>
            <a:pPr rtl="1"/>
            <a:r>
              <a:rPr lang="ar" sz="2600" dirty="0">
                <a:latin typeface="Sakkal Majalla" panose="02000000000000000000" pitchFamily="2" charset="-78"/>
                <a:cs typeface="Sakkal Majalla" panose="02000000000000000000" pitchFamily="2" charset="-78"/>
              </a:rPr>
              <a:t>يتميز السيراميك </a:t>
            </a:r>
            <a:r>
              <a:rPr lang="ar" sz="2600" b="1" dirty="0">
                <a:latin typeface="Sakkal Majalla" panose="02000000000000000000" pitchFamily="2" charset="-78"/>
                <a:cs typeface="Sakkal Majalla" panose="02000000000000000000" pitchFamily="2" charset="-78"/>
              </a:rPr>
              <a:t>البلوري</a:t>
            </a:r>
            <a:r>
              <a:rPr lang="ar" sz="2600" dirty="0">
                <a:latin typeface="Sakkal Majalla" panose="02000000000000000000" pitchFamily="2" charset="-78"/>
                <a:cs typeface="Sakkal Majalla" panose="02000000000000000000" pitchFamily="2" charset="-78"/>
              </a:rPr>
              <a:t> ببنية ذرية عالية الترتيب، ما يمنحه صلابة ممتازة واستقرارًا حراريًا ومقاومة للتآكل، ومن الأمثلة على ذلك الألومينا وكربيد السيليكون.</a:t>
            </a:r>
            <a:br>
              <a:rPr lang="en-GB" sz="2600" dirty="0">
                <a:latin typeface="Sakkal Majalla" panose="02000000000000000000" pitchFamily="2" charset="-78"/>
                <a:cs typeface="Sakkal Majalla" panose="02000000000000000000" pitchFamily="2" charset="-78"/>
              </a:rPr>
            </a:b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07CDFED2-DC99-0E5A-E449-283442AAEC8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890174728"/>
      </p:ext>
    </p:extLst>
  </p:cSld>
  <p:clrMapOvr>
    <a:masterClrMapping/>
  </p:clrMapOvr>
  <p:transition>
    <p:sndAc>
      <p:stSnd>
        <p:snd r:embed="rId2"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D5719-FA70-43F7-ACD9-98734F71A0BE}"/>
              </a:ext>
            </a:extLst>
          </p:cNvPr>
          <p:cNvSpPr>
            <a:spLocks noGrp="1"/>
          </p:cNvSpPr>
          <p:nvPr>
            <p:ph type="title"/>
          </p:nvPr>
        </p:nvSpPr>
        <p:spPr>
          <a:xfrm>
            <a:off x="457200" y="1195388"/>
            <a:ext cx="8229600" cy="863600"/>
          </a:xfrm>
        </p:spPr>
        <p:txBody>
          <a:bodyPr rtlCol="1"/>
          <a:lstStyle/>
          <a:p>
            <a:pPr rtl="1"/>
            <a:r>
              <a:rPr lang="ar" sz="3400" b="1" dirty="0">
                <a:latin typeface="Sakkal Majalla" panose="02000000000000000000" pitchFamily="2" charset="-78"/>
                <a:cs typeface="Sakkal Majalla" panose="02000000000000000000" pitchFamily="2" charset="-78"/>
              </a:rPr>
              <a:t>أ2: بُنى المواد غير المعدنية</a:t>
            </a:r>
            <a:endParaRPr lang="en-GB" sz="34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AD399906-F991-45AC-9015-7D7247DCD7A1}"/>
              </a:ext>
            </a:extLst>
          </p:cNvPr>
          <p:cNvSpPr>
            <a:spLocks noGrp="1"/>
          </p:cNvSpPr>
          <p:nvPr>
            <p:ph sz="half" idx="2"/>
          </p:nvPr>
        </p:nvSpPr>
        <p:spPr>
          <a:xfrm>
            <a:off x="468312" y="2195513"/>
            <a:ext cx="7991475" cy="3609975"/>
          </a:xfrm>
        </p:spPr>
        <p:txBody>
          <a:bodyPr rtlCol="1"/>
          <a:lstStyle/>
          <a:p>
            <a:pPr rtl="1"/>
            <a:r>
              <a:rPr lang="ar" sz="2600" dirty="0">
                <a:latin typeface="Sakkal Majalla" panose="02000000000000000000" pitchFamily="2" charset="-78"/>
                <a:cs typeface="Sakkal Majalla" panose="02000000000000000000" pitchFamily="2" charset="-78"/>
              </a:rPr>
              <a:t>يُعد فهم البنية الداخلية للمواد غير المعدنية أمرًا بالغ الأهمية للتنبؤ بسلوكها الميكانيكي ومدى ملاءمتها للاستخدامات الهندسية المختلفة. </a:t>
            </a:r>
          </a:p>
          <a:p>
            <a:pPr rtl="1"/>
            <a:r>
              <a:rPr lang="ar" sz="2600" dirty="0">
                <a:latin typeface="Sakkal Majalla" panose="02000000000000000000" pitchFamily="2" charset="-78"/>
                <a:cs typeface="Sakkal Majalla" panose="02000000000000000000" pitchFamily="2" charset="-78"/>
              </a:rPr>
              <a:t>تتيح هذه المعرفة للمهندسين تصميم المواد لتلبية المتطلبات المحددة لمشاريعهم، ما يضمن الأداء الأمثل والموثوقية.</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F7FAEC9C-C1FE-7C27-96F4-D263A6DAA46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840312668"/>
      </p:ext>
    </p:extLst>
  </p:cSld>
  <p:clrMapOvr>
    <a:masterClrMapping/>
  </p:clrMapOvr>
  <p:transition>
    <p:sndAc>
      <p:stSnd>
        <p:snd r:embed="rId2"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37FE1-B0CF-4E2C-A83B-E91A665158AA}"/>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بنية مواد المُركبات</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E8FB9CB9-CC1B-474B-8694-14D4FB5E534D}"/>
              </a:ext>
            </a:extLst>
          </p:cNvPr>
          <p:cNvSpPr>
            <a:spLocks noGrp="1"/>
          </p:cNvSpPr>
          <p:nvPr>
            <p:ph sz="half" idx="2"/>
          </p:nvPr>
        </p:nvSpPr>
        <p:spPr>
          <a:xfrm>
            <a:off x="468312" y="2195513"/>
            <a:ext cx="7991475" cy="3609975"/>
          </a:xfrm>
        </p:spPr>
        <p:txBody>
          <a:bodyPr rtlCol="1"/>
          <a:lstStyle/>
          <a:p>
            <a:pPr rtl="1"/>
            <a:r>
              <a:rPr lang="ar" sz="2600" dirty="0">
                <a:latin typeface="Sakkal Majalla" panose="02000000000000000000" pitchFamily="2" charset="-78"/>
                <a:cs typeface="Sakkal Majalla" panose="02000000000000000000" pitchFamily="2" charset="-78"/>
              </a:rPr>
              <a:t>المُركبات عبارة عن مواد مصنوعة من طورين متميزين أو أكثر، وتتكون عادةً من ألياف تقوية ومصفوفة. </a:t>
            </a:r>
          </a:p>
          <a:p>
            <a:pPr rtl="1"/>
            <a:r>
              <a:rPr lang="ar" sz="2600" dirty="0">
                <a:latin typeface="Sakkal Majalla" panose="02000000000000000000" pitchFamily="2" charset="-78"/>
                <a:cs typeface="Sakkal Majalla" panose="02000000000000000000" pitchFamily="2" charset="-78"/>
              </a:rPr>
              <a:t>يؤثر ترتيب هذه المكونات بشكل كبير في خواص المُركب.</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A66856FA-6DE3-5D3B-C1C6-DC29C4D213F3}"/>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643462252"/>
      </p:ext>
    </p:extLst>
  </p:cSld>
  <p:clrMapOvr>
    <a:masterClrMapping/>
  </p:clrMapOvr>
  <p:transition>
    <p:sndAc>
      <p:stSnd>
        <p:snd r:embed="rId2"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FFC2A-0321-4DB4-81FF-319E9C1F9481}"/>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بن</a:t>
            </a:r>
            <a:r>
              <a:rPr lang="ar-EG" sz="3800" b="1" dirty="0">
                <a:latin typeface="Sakkal Majalla" panose="02000000000000000000" pitchFamily="2" charset="-78"/>
                <a:cs typeface="Sakkal Majalla" panose="02000000000000000000" pitchFamily="2" charset="-78"/>
              </a:rPr>
              <a:t>ي</a:t>
            </a:r>
            <a:r>
              <a:rPr lang="ar" sz="3800" b="1" dirty="0">
                <a:latin typeface="Sakkal Majalla" panose="02000000000000000000" pitchFamily="2" charset="-78"/>
                <a:cs typeface="Sakkal Majalla" panose="02000000000000000000" pitchFamily="2" charset="-78"/>
              </a:rPr>
              <a:t>ة مُركب من الألياف/المصفوفة</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854A8117-2F4F-43F3-8E11-A3533E56B42E}"/>
              </a:ext>
            </a:extLst>
          </p:cNvPr>
          <p:cNvSpPr>
            <a:spLocks noGrp="1"/>
          </p:cNvSpPr>
          <p:nvPr>
            <p:ph sz="half" idx="2"/>
          </p:nvPr>
        </p:nvSpPr>
        <p:spPr>
          <a:xfrm>
            <a:off x="468312" y="2195513"/>
            <a:ext cx="7991475" cy="3609975"/>
          </a:xfrm>
        </p:spPr>
        <p:txBody>
          <a:bodyPr rtlCol="1"/>
          <a:lstStyle/>
          <a:p>
            <a:pPr rtl="1"/>
            <a:r>
              <a:rPr lang="ar" sz="2600" b="1" dirty="0">
                <a:latin typeface="Sakkal Majalla" panose="02000000000000000000" pitchFamily="2" charset="-78"/>
                <a:cs typeface="Sakkal Majalla" panose="02000000000000000000" pitchFamily="2" charset="-78"/>
              </a:rPr>
              <a:t>اتجاه الألياف: </a:t>
            </a:r>
            <a:r>
              <a:rPr lang="ar" sz="2600" dirty="0">
                <a:latin typeface="Sakkal Majalla" panose="02000000000000000000" pitchFamily="2" charset="-78"/>
                <a:cs typeface="Sakkal Majalla" panose="02000000000000000000" pitchFamily="2" charset="-78"/>
              </a:rPr>
              <a:t>يمكن أن يكون اتجاه الألياف مستمرًا أو متقطعًا. توفر الألياف المستمرة مقاومة وقساوة عالية بطولها، بينما توفر الألياف المتقطعة خواص متجانسة، حيث تتصرف المادة بشكل مشابه في جميع الاتجاهات.</a:t>
            </a:r>
            <a:endParaRPr lang="en-GB" sz="2600" dirty="0">
              <a:latin typeface="Sakkal Majalla" panose="02000000000000000000" pitchFamily="2" charset="-78"/>
              <a:cs typeface="Sakkal Majalla" panose="02000000000000000000" pitchFamily="2" charset="-78"/>
            </a:endParaRPr>
          </a:p>
          <a:p>
            <a:pPr rtl="1"/>
            <a:r>
              <a:rPr lang="ar" sz="2600" b="1" dirty="0">
                <a:latin typeface="Sakkal Majalla" panose="02000000000000000000" pitchFamily="2" charset="-78"/>
                <a:cs typeface="Sakkal Majalla" panose="02000000000000000000" pitchFamily="2" charset="-78"/>
              </a:rPr>
              <a:t>نسبة الألياف/المصفوفة: </a:t>
            </a:r>
            <a:r>
              <a:rPr lang="ar" sz="2600" dirty="0">
                <a:latin typeface="Sakkal Majalla" panose="02000000000000000000" pitchFamily="2" charset="-78"/>
                <a:cs typeface="Sakkal Majalla" panose="02000000000000000000" pitchFamily="2" charset="-78"/>
              </a:rPr>
              <a:t>تؤثر نسبة الألياف إلى مادة المصفوفة </a:t>
            </a:r>
            <a:r>
              <a:rPr lang="ar-EG" sz="2600" dirty="0">
                <a:latin typeface="Sakkal Majalla" panose="02000000000000000000" pitchFamily="2" charset="-78"/>
                <a:cs typeface="Sakkal Majalla" panose="02000000000000000000" pitchFamily="2" charset="-78"/>
              </a:rPr>
              <a:t>في</a:t>
            </a:r>
            <a:r>
              <a:rPr lang="ar" sz="2600" dirty="0">
                <a:latin typeface="Sakkal Majalla" panose="02000000000000000000" pitchFamily="2" charset="-78"/>
                <a:cs typeface="Sakkal Majalla" panose="02000000000000000000" pitchFamily="2" charset="-78"/>
              </a:rPr>
              <a:t> المقاومة الكلية للمركب وقساوته. وعادةً ما يؤدي المحتوى العالي من الألياف إلى تحسين الخواص الميكانيكية.</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E4C97F27-EA10-5A9F-ED00-387533F5FE8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1255673361"/>
      </p:ext>
    </p:extLst>
  </p:cSld>
  <p:clrMapOvr>
    <a:masterClrMapping/>
  </p:clrMapOvr>
  <p:transition>
    <p:sndAc>
      <p:stSnd>
        <p:snd r:embed="rId2"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6F989-0EA9-43FB-B3C5-BC5D014E87EF}"/>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بنية مُركب من الجسيمات/المصفوفة</a:t>
            </a:r>
          </a:p>
        </p:txBody>
      </p:sp>
      <p:sp>
        <p:nvSpPr>
          <p:cNvPr id="3" name="Content Placeholder 2">
            <a:extLst>
              <a:ext uri="{FF2B5EF4-FFF2-40B4-BE49-F238E27FC236}">
                <a16:creationId xmlns:a16="http://schemas.microsoft.com/office/drawing/2014/main" id="{CAB9DE0E-53F8-4E6C-9AB0-1D07183689DA}"/>
              </a:ext>
            </a:extLst>
          </p:cNvPr>
          <p:cNvSpPr>
            <a:spLocks noGrp="1"/>
          </p:cNvSpPr>
          <p:nvPr>
            <p:ph sz="half" idx="2"/>
          </p:nvPr>
        </p:nvSpPr>
        <p:spPr>
          <a:xfrm>
            <a:off x="468312" y="2195513"/>
            <a:ext cx="7991475" cy="3609975"/>
          </a:xfrm>
        </p:spPr>
        <p:txBody>
          <a:bodyPr rtlCol="1"/>
          <a:lstStyle/>
          <a:p>
            <a:pPr marL="0" indent="0" rtl="1">
              <a:buNone/>
            </a:pPr>
            <a:r>
              <a:rPr lang="ar" sz="2600" dirty="0">
                <a:latin typeface="Sakkal Majalla" panose="02000000000000000000" pitchFamily="2" charset="-78"/>
                <a:cs typeface="Sakkal Majalla" panose="02000000000000000000" pitchFamily="2" charset="-78"/>
              </a:rPr>
              <a:t>في المُركبات المقواة بالجسيمات، تأخذ التقوية شكل جزيئات مشتتة داخل المصفوفة.</a:t>
            </a:r>
            <a:endParaRPr lang="en-GB" sz="2600" dirty="0">
              <a:latin typeface="Sakkal Majalla" panose="02000000000000000000" pitchFamily="2" charset="-78"/>
              <a:cs typeface="Sakkal Majalla" panose="02000000000000000000" pitchFamily="2" charset="-78"/>
            </a:endParaRPr>
          </a:p>
          <a:p>
            <a:pPr marL="0" indent="0" rtl="1">
              <a:buNone/>
            </a:pPr>
            <a:r>
              <a:rPr lang="ar" sz="2600" dirty="0">
                <a:latin typeface="Sakkal Majalla" panose="02000000000000000000" pitchFamily="2" charset="-78"/>
                <a:cs typeface="Sakkal Majalla" panose="02000000000000000000" pitchFamily="2" charset="-78"/>
              </a:rPr>
              <a:t>حجم الجسيمات وتوزيعها: يؤثر حجم وتوزيع الجسيمات في مقاومة المادة ومتانتها. تعمل الجسيمات الصغيرة الموزعة جيدًا في العموم على تعزيز الخواص الميكانيكية بفعالية أكبر من الجسيمات الكبيرة الموزعة بشكل غير متساوٍ.</a:t>
            </a:r>
            <a:br>
              <a:rPr lang="en-GB" sz="2600" dirty="0">
                <a:latin typeface="Sakkal Majalla" panose="02000000000000000000" pitchFamily="2" charset="-78"/>
                <a:cs typeface="Sakkal Majalla" panose="02000000000000000000" pitchFamily="2" charset="-78"/>
              </a:rPr>
            </a:b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4C39BB4A-70BD-EDAB-8157-255E37125B1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1249685915"/>
      </p:ext>
    </p:extLst>
  </p:cSld>
  <p:clrMapOvr>
    <a:masterClrMapping/>
  </p:clrMapOvr>
  <p:transition>
    <p:sndAc>
      <p:stSnd>
        <p:snd r:embed="rId2"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455BC-A6D5-4649-BCCD-39CD55A9D5E4}"/>
              </a:ext>
            </a:extLst>
          </p:cNvPr>
          <p:cNvSpPr>
            <a:spLocks noGrp="1"/>
          </p:cNvSpPr>
          <p:nvPr>
            <p:ph type="title"/>
          </p:nvPr>
        </p:nvSpPr>
        <p:spPr>
          <a:xfrm>
            <a:off x="457200" y="1195388"/>
            <a:ext cx="8229600" cy="863600"/>
          </a:xfrm>
        </p:spPr>
        <p:txBody>
          <a:bodyPr rtlCol="1"/>
          <a:lstStyle/>
          <a:p>
            <a:pPr rtl="1"/>
            <a:br>
              <a:rPr lang="en-GB" altLang="en-US" sz="2600" b="1" dirty="0">
                <a:latin typeface="Sakkal Majalla" panose="02000000000000000000" pitchFamily="2" charset="-78"/>
                <a:cs typeface="Sakkal Majalla" panose="02000000000000000000" pitchFamily="2" charset="-78"/>
              </a:rPr>
            </a:br>
            <a:br>
              <a:rPr lang="en-GB" altLang="en-US" sz="2600" b="1" dirty="0">
                <a:latin typeface="Sakkal Majalla" panose="02000000000000000000" pitchFamily="2" charset="-78"/>
                <a:cs typeface="Sakkal Majalla" panose="02000000000000000000" pitchFamily="2" charset="-78"/>
              </a:rPr>
            </a:br>
            <a:r>
              <a:rPr lang="ar" sz="2600" b="1" dirty="0">
                <a:latin typeface="Sakkal Majalla" panose="02000000000000000000" pitchFamily="2" charset="-78"/>
                <a:cs typeface="Sakkal Majalla" panose="02000000000000000000" pitchFamily="2" charset="-78"/>
              </a:rPr>
              <a:t>أ3: الخواص الميكانيكية للمواد غير المعدنية</a:t>
            </a:r>
            <a:br>
              <a:rPr lang="en-GB" sz="2600" dirty="0">
                <a:latin typeface="Sakkal Majalla" panose="02000000000000000000" pitchFamily="2" charset="-78"/>
                <a:cs typeface="Sakkal Majalla" panose="02000000000000000000" pitchFamily="2" charset="-78"/>
              </a:rPr>
            </a:br>
            <a:endParaRPr lang="en-GB" sz="26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D1869E69-8F1D-4502-BD42-E9A6991AC26C}"/>
              </a:ext>
            </a:extLst>
          </p:cNvPr>
          <p:cNvSpPr>
            <a:spLocks noGrp="1"/>
          </p:cNvSpPr>
          <p:nvPr>
            <p:ph sz="half" idx="2"/>
          </p:nvPr>
        </p:nvSpPr>
        <p:spPr>
          <a:xfrm>
            <a:off x="468312" y="2195513"/>
            <a:ext cx="7991475" cy="3609975"/>
          </a:xfrm>
        </p:spPr>
        <p:txBody>
          <a:bodyPr rtlCol="1"/>
          <a:lstStyle/>
          <a:p>
            <a:pPr rtl="1"/>
            <a:r>
              <a:rPr lang="ar" sz="2600" dirty="0">
                <a:latin typeface="Sakkal Majalla" panose="02000000000000000000" pitchFamily="2" charset="-78"/>
                <a:cs typeface="Sakkal Majalla" panose="02000000000000000000" pitchFamily="2" charset="-78"/>
              </a:rPr>
              <a:t>تحدد الخواص الميكانيكية للمواد غير المعدنية كيفية استجابتها للقوى الخارجية والظروف البيئية. </a:t>
            </a:r>
          </a:p>
          <a:p>
            <a:pPr rtl="1"/>
            <a:r>
              <a:rPr lang="ar" sz="2600" dirty="0">
                <a:latin typeface="Sakkal Majalla" panose="02000000000000000000" pitchFamily="2" charset="-78"/>
                <a:cs typeface="Sakkal Majalla" panose="02000000000000000000" pitchFamily="2" charset="-78"/>
              </a:rPr>
              <a:t>وهذه الخواص ضرورية لفهم أداء المواد وضمان اختيار المواد المناسبة لاستخدامات هندسية محددة. </a:t>
            </a:r>
          </a:p>
          <a:p>
            <a:pPr rtl="1"/>
            <a:r>
              <a:rPr lang="ar" sz="2600" dirty="0">
                <a:latin typeface="Sakkal Majalla" panose="02000000000000000000" pitchFamily="2" charset="-78"/>
                <a:cs typeface="Sakkal Majalla" panose="02000000000000000000" pitchFamily="2" charset="-78"/>
              </a:rPr>
              <a:t>يساعد اختبار وتقييم هذه الخواص المهندسين على التنبؤ بسلوك المواد في ظل الأحمال ودرجات الحرارة والظروف المختلفة.</a:t>
            </a:r>
          </a:p>
          <a:p>
            <a:pPr rtl="1"/>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D49D1797-BF78-871D-F8DC-D8925F8B8CD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214386971"/>
      </p:ext>
    </p:extLst>
  </p:cSld>
  <p:clrMapOvr>
    <a:masterClrMapping/>
  </p:clrMapOvr>
  <p:transition>
    <p:sndAc>
      <p:stSnd>
        <p:snd r:embed="rId2"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62777" y="1268760"/>
            <a:ext cx="8629703" cy="36724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endParaRPr lang="en-GB" sz="1400" dirty="0">
              <a:latin typeface="Sakkal Majalla" panose="02000000000000000000" pitchFamily="2" charset="-78"/>
              <a:cs typeface="Sakkal Majalla" panose="02000000000000000000" pitchFamily="2" charset="-78"/>
            </a:endParaRPr>
          </a:p>
          <a:p>
            <a:pPr marL="0" indent="0" rtl="1">
              <a:buNone/>
            </a:pPr>
            <a:r>
              <a:rPr lang="ar" sz="3800" b="1" dirty="0">
                <a:latin typeface="Sakkal Majalla" panose="02000000000000000000" pitchFamily="2" charset="-78"/>
                <a:cs typeface="Sakkal Majalla" panose="02000000000000000000" pitchFamily="2" charset="-78"/>
              </a:rPr>
              <a:t>اختبارات الشد ومنحنيات الإجهاد-الانفعال</a:t>
            </a:r>
            <a:endParaRPr lang="en-GB" sz="3800" dirty="0">
              <a:latin typeface="Sakkal Majalla" panose="02000000000000000000" pitchFamily="2" charset="-78"/>
              <a:cs typeface="Sakkal Majalla" panose="02000000000000000000" pitchFamily="2" charset="-78"/>
            </a:endParaRPr>
          </a:p>
          <a:p>
            <a:pPr marL="0" indent="0" rtl="1">
              <a:buNone/>
            </a:pPr>
            <a:r>
              <a:rPr lang="ar" sz="2600" dirty="0">
                <a:latin typeface="Sakkal Majalla" panose="02000000000000000000" pitchFamily="2" charset="-78"/>
                <a:cs typeface="Sakkal Majalla" panose="02000000000000000000" pitchFamily="2" charset="-78"/>
              </a:rPr>
              <a:t>يمثل اختبار الشد تجربة أساسية تُستخدم لتحديد كيفية استجابة المواد للتوتر. في أثناء الاختبار، تُسحب العينة حتى تنكسر، وتُرسم النتائج على منحنى الإجهاد -الانفعال، ما يوضح كيفية تشوه المادة تحت الإجهاد. </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br>
              <a:rPr lang="en-GB" altLang="en-US" sz="2000" b="1" dirty="0">
                <a:highlight>
                  <a:srgbClr val="FFFF00"/>
                </a:highlight>
                <a:latin typeface="Sakkal Majalla" panose="02000000000000000000" pitchFamily="2" charset="-78"/>
                <a:cs typeface="Sakkal Majalla" panose="02000000000000000000" pitchFamily="2" charset="-78"/>
              </a:rPr>
            </a:br>
            <a:endParaRPr lang="en-GB" altLang="en-US" sz="2000" b="1" dirty="0">
              <a:highlight>
                <a:srgbClr val="FFFF00"/>
              </a:highlight>
              <a:latin typeface="Sakkal Majalla" panose="02000000000000000000" pitchFamily="2" charset="-78"/>
              <a:cs typeface="Sakkal Majalla" panose="02000000000000000000" pitchFamily="2" charset="-78"/>
            </a:endParaRPr>
          </a:p>
          <a:p>
            <a:pPr rtl="1"/>
            <a:endParaRPr lang="en-GB" altLang="en-US" sz="2000" b="1" dirty="0">
              <a:highlight>
                <a:srgbClr val="FFFF00"/>
              </a:highlight>
              <a:latin typeface="Sakkal Majalla" panose="02000000000000000000" pitchFamily="2" charset="-78"/>
              <a:cs typeface="Sakkal Majalla" panose="02000000000000000000" pitchFamily="2" charset="-78"/>
            </a:endParaRPr>
          </a:p>
          <a:p>
            <a:pPr rtl="1"/>
            <a:endParaRPr lang="en-GB" altLang="en-US" sz="20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F7A992DB-3B3B-431F-3273-FDDDBBD3539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141627027"/>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BC2E6-53EC-4B33-B7A8-5358833FC4E1}"/>
              </a:ext>
            </a:extLst>
          </p:cNvPr>
          <p:cNvSpPr>
            <a:spLocks noGrp="1"/>
          </p:cNvSpPr>
          <p:nvPr>
            <p:ph type="title"/>
          </p:nvPr>
        </p:nvSpPr>
        <p:spPr>
          <a:xfrm>
            <a:off x="302840" y="134076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اختبارات الشد و </a:t>
            </a:r>
            <a:br>
              <a:rPr lang="en-GB"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منحنيات الإجهاد - الانفعال</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FF5470DF-26F8-4D6F-AE45-EE93D6D8778D}"/>
              </a:ext>
            </a:extLst>
          </p:cNvPr>
          <p:cNvSpPr>
            <a:spLocks noGrp="1"/>
          </p:cNvSpPr>
          <p:nvPr>
            <p:ph sz="half" idx="2"/>
          </p:nvPr>
        </p:nvSpPr>
        <p:spPr>
          <a:xfrm>
            <a:off x="179513" y="2492895"/>
            <a:ext cx="8712967" cy="4253979"/>
          </a:xfrm>
        </p:spPr>
        <p:txBody>
          <a:bodyPr rtlCol="1"/>
          <a:lstStyle/>
          <a:p>
            <a:pPr marL="0" indent="0" rtl="1">
              <a:buNone/>
            </a:pPr>
            <a:r>
              <a:rPr lang="ar" sz="2200" dirty="0">
                <a:latin typeface="Sakkal Majalla" panose="02000000000000000000" pitchFamily="2" charset="-78"/>
                <a:cs typeface="Sakkal Majalla" panose="02000000000000000000" pitchFamily="2" charset="-78"/>
              </a:rPr>
              <a:t>يُطبق هذا الاختبار على مواد مختلفة، منها:</a:t>
            </a:r>
          </a:p>
          <a:p>
            <a:pPr rtl="1"/>
            <a:r>
              <a:rPr lang="ar" sz="2200" dirty="0">
                <a:latin typeface="Sakkal Majalla" panose="02000000000000000000" pitchFamily="2" charset="-78"/>
                <a:cs typeface="Sakkal Majalla" panose="02000000000000000000" pitchFamily="2" charset="-78"/>
              </a:rPr>
              <a:t>بوليمرات اللدائن الحرارية: تميل هذه المواد إلى الاستطالة بشكل ملحوظ قبل الإخفاق، ما يُظهر ممطولية في منحنيات الإجهاد-الانفعال.</a:t>
            </a:r>
          </a:p>
          <a:p>
            <a:pPr rtl="1"/>
            <a:r>
              <a:rPr lang="ar" sz="2200" dirty="0">
                <a:latin typeface="Sakkal Majalla" panose="02000000000000000000" pitchFamily="2" charset="-78"/>
                <a:cs typeface="Sakkal Majalla" panose="02000000000000000000" pitchFamily="2" charset="-78"/>
              </a:rPr>
              <a:t>البوليمرات المتصلدة بالحرارة: على عكس اللدائن الحرارية، تكون البوليمرات المتصلدة بالحرارة أكثر قصافة وتظهر الحد الأدنى من الاستطالة قبل الانكسار.</a:t>
            </a:r>
          </a:p>
          <a:p>
            <a:pPr rtl="1"/>
            <a:r>
              <a:rPr lang="ar" sz="2200" dirty="0">
                <a:latin typeface="Sakkal Majalla" panose="02000000000000000000" pitchFamily="2" charset="-78"/>
                <a:cs typeface="Sakkal Majalla" panose="02000000000000000000" pitchFamily="2" charset="-78"/>
              </a:rPr>
              <a:t>الإلاستومرات: تُظهر الإلاستومرات تشوهًا مرنًا كبيرًا، وتعود إلى شكلها الأصلي بعد التمدد.</a:t>
            </a:r>
          </a:p>
          <a:p>
            <a:pPr rtl="1"/>
            <a:r>
              <a:rPr lang="ar" sz="2200" dirty="0">
                <a:latin typeface="Sakkal Majalla" panose="02000000000000000000" pitchFamily="2" charset="-78"/>
                <a:cs typeface="Sakkal Majalla" panose="02000000000000000000" pitchFamily="2" charset="-78"/>
              </a:rPr>
              <a:t>السيراميك البلوري: عادةً ما تكون هذه المواد قصيفة، وتظهر القليل من التشوه اللدائني أو لا تظهر عليها أي تشوهات قبل الكسر.</a:t>
            </a:r>
          </a:p>
          <a:p>
            <a:pPr rtl="1"/>
            <a:r>
              <a:rPr lang="ar" sz="2200" dirty="0">
                <a:latin typeface="Sakkal Majalla" panose="02000000000000000000" pitchFamily="2" charset="-78"/>
                <a:cs typeface="Sakkal Majalla" panose="02000000000000000000" pitchFamily="2" charset="-78"/>
              </a:rPr>
              <a:t>المُركبات المقواة بالألياف. تُظهر هذه المركبات مجموعة من السلوكيات اعتمادًا على المصفوفة ومواد التقوية، وغالبًا ما تُظهر مقاومة وقساوة عالية مع درجة معينة من الممطولية.</a:t>
            </a:r>
          </a:p>
        </p:txBody>
      </p:sp>
      <p:sp>
        <p:nvSpPr>
          <p:cNvPr id="4" name="Footer Placeholder 2">
            <a:extLst>
              <a:ext uri="{FF2B5EF4-FFF2-40B4-BE49-F238E27FC236}">
                <a16:creationId xmlns:a16="http://schemas.microsoft.com/office/drawing/2014/main" id="{7AE242BE-70B8-316C-AB12-6281BA5C31D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152070137"/>
      </p:ext>
    </p:extLst>
  </p:cSld>
  <p:clrMapOvr>
    <a:masterClrMapping/>
  </p:clrMapOvr>
  <p:transition>
    <p:sndAc>
      <p:stSnd>
        <p:snd r:embed="rId2"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7CE6F-F875-415E-AE33-93F092528DEF}"/>
              </a:ext>
            </a:extLst>
          </p:cNvPr>
          <p:cNvSpPr>
            <a:spLocks noGrp="1"/>
          </p:cNvSpPr>
          <p:nvPr>
            <p:ph type="title"/>
          </p:nvPr>
        </p:nvSpPr>
        <p:spPr>
          <a:xfrm>
            <a:off x="457201" y="1484784"/>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تأثيرات درجة الحرارة و </a:t>
            </a:r>
            <a:br>
              <a:rPr lang="en-GB"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الرطوبة في البوليمرات</a:t>
            </a:r>
          </a:p>
        </p:txBody>
      </p:sp>
      <p:sp>
        <p:nvSpPr>
          <p:cNvPr id="3" name="Content Placeholder 2">
            <a:extLst>
              <a:ext uri="{FF2B5EF4-FFF2-40B4-BE49-F238E27FC236}">
                <a16:creationId xmlns:a16="http://schemas.microsoft.com/office/drawing/2014/main" id="{EEC691B3-FCE8-4B48-82EF-5EFD95DE35C7}"/>
              </a:ext>
            </a:extLst>
          </p:cNvPr>
          <p:cNvSpPr>
            <a:spLocks noGrp="1"/>
          </p:cNvSpPr>
          <p:nvPr>
            <p:ph sz="half" idx="2"/>
          </p:nvPr>
        </p:nvSpPr>
        <p:spPr>
          <a:xfrm>
            <a:off x="576263" y="2708920"/>
            <a:ext cx="7991475" cy="3609975"/>
          </a:xfrm>
        </p:spPr>
        <p:txBody>
          <a:bodyPr rtlCol="1"/>
          <a:lstStyle/>
          <a:p>
            <a:pPr marL="0" indent="0" rtl="1">
              <a:buNone/>
            </a:pPr>
            <a:r>
              <a:rPr lang="ar" sz="2200" dirty="0">
                <a:latin typeface="Sakkal Majalla" panose="02000000000000000000" pitchFamily="2" charset="-78"/>
                <a:cs typeface="Sakkal Majalla" panose="02000000000000000000" pitchFamily="2" charset="-78"/>
              </a:rPr>
              <a:t>البوليمرات حساسة بشكل خاص للظروف البيئية، مثل درجة الحرارة والرطوبة، ويمكن لهذه الظروف أن تغير خواصها الميكانيكية بشكل كبير. تشمل التأثيرات الرئيسة ما يأتي:</a:t>
            </a:r>
          </a:p>
          <a:p>
            <a:pPr rtl="1"/>
            <a:r>
              <a:rPr lang="ar" sz="2200" dirty="0">
                <a:latin typeface="Sakkal Majalla" panose="02000000000000000000" pitchFamily="2" charset="-78"/>
                <a:cs typeface="Sakkal Majalla" panose="02000000000000000000" pitchFamily="2" charset="-78"/>
              </a:rPr>
              <a:t>درجة حرارة تحول الزجاج: تُظهر البوليمرات سلوكيات مختلفة فوق درجة حرارة تحول الزجاج وتحتها. تحت درجة حرارة تحول الزجاج، تتصرف المادة مثل الزجاج (القصيف والصلب)، بينما فوق درجة حرارة تحول الزجاج، تصبح مطاطية ومرنة.</a:t>
            </a:r>
          </a:p>
          <a:p>
            <a:pPr rtl="1"/>
            <a:r>
              <a:rPr lang="ar" sz="2200" dirty="0">
                <a:latin typeface="Sakkal Majalla" panose="02000000000000000000" pitchFamily="2" charset="-78"/>
                <a:cs typeface="Sakkal Majalla" panose="02000000000000000000" pitchFamily="2" charset="-78"/>
              </a:rPr>
              <a:t>الرطوبة: يمكن أن يؤدي التعرض للرطوبة إلى إضعاف البوليمرات من خلال تعزيز الانتفاخ أو التلدن أو التفكك، خاصة في مواد مثل النايلون والبولي أميد، تتميز بدرجة عالية من الرطوبة.</a:t>
            </a:r>
          </a:p>
        </p:txBody>
      </p:sp>
      <p:sp>
        <p:nvSpPr>
          <p:cNvPr id="4" name="Footer Placeholder 2">
            <a:extLst>
              <a:ext uri="{FF2B5EF4-FFF2-40B4-BE49-F238E27FC236}">
                <a16:creationId xmlns:a16="http://schemas.microsoft.com/office/drawing/2014/main" id="{622A3D92-9602-43A6-3B1A-A6E7DBB1CEC3}"/>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513855211"/>
      </p:ext>
    </p:extLst>
  </p:cSld>
  <p:clrMapOvr>
    <a:masterClrMapping/>
  </p:clrMapOvr>
  <p:transition>
    <p:sndAc>
      <p:stSnd>
        <p:snd r:embed="rId2" name="click.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749BB-D77C-4402-A1CB-4B0394447069}"/>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خواص المقاومة</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78CF6390-81EE-4CDC-9F95-8D90B0412A66}"/>
              </a:ext>
            </a:extLst>
          </p:cNvPr>
          <p:cNvSpPr>
            <a:spLocks noGrp="1"/>
          </p:cNvSpPr>
          <p:nvPr>
            <p:ph sz="half" idx="2"/>
          </p:nvPr>
        </p:nvSpPr>
        <p:spPr>
          <a:xfrm>
            <a:off x="468312" y="2195513"/>
            <a:ext cx="7991475" cy="4264025"/>
          </a:xfrm>
        </p:spPr>
        <p:txBody>
          <a:bodyPr rtlCol="1"/>
          <a:lstStyle/>
          <a:p>
            <a:pPr marL="0" indent="0" rtl="1">
              <a:buNone/>
            </a:pPr>
            <a:r>
              <a:rPr lang="ar" sz="2200" dirty="0">
                <a:latin typeface="Sakkal Majalla" panose="02000000000000000000" pitchFamily="2" charset="-78"/>
                <a:cs typeface="Sakkal Majalla" panose="02000000000000000000" pitchFamily="2" charset="-78"/>
              </a:rPr>
              <a:t>تشير مقاومة المادة إلى قدرتها على تحمل أنواع مختلفة من الأحمال دون كسر أو تشوه. وتشمل مقاييس المقاومة الرئيسة ما يأتي:</a:t>
            </a:r>
          </a:p>
          <a:p>
            <a:pPr rtl="1"/>
            <a:r>
              <a:rPr lang="ar" sz="2200" dirty="0">
                <a:latin typeface="Sakkal Majalla" panose="02000000000000000000" pitchFamily="2" charset="-78"/>
                <a:cs typeface="Sakkal Majalla" panose="02000000000000000000" pitchFamily="2" charset="-78"/>
              </a:rPr>
              <a:t>مقاومة الخضوع: الإجهاد الذي تبدأ عنده المادة بالتشوه لدائنيًّا. بعد هذه النقطة، لن تعود المادة إلى شكلها الأصلي.</a:t>
            </a:r>
          </a:p>
          <a:p>
            <a:pPr rtl="1"/>
            <a:r>
              <a:rPr lang="ar" sz="2200" dirty="0">
                <a:latin typeface="Sakkal Majalla" panose="02000000000000000000" pitchFamily="2" charset="-78"/>
                <a:cs typeface="Sakkal Majalla" panose="02000000000000000000" pitchFamily="2" charset="-78"/>
              </a:rPr>
              <a:t>مقاومة الثبات (الحِمل): غالبًا ما يُستخدم بالتبادل مع مقاومة الخضوع، خاصة في المعادن والخلائط، ويمثل مستوى الإجهاد الذي يحدث عنده تشوه دائم محدد.</a:t>
            </a:r>
          </a:p>
          <a:p>
            <a:pPr rtl="1"/>
            <a:r>
              <a:rPr lang="ar" sz="2200" dirty="0">
                <a:latin typeface="Sakkal Majalla" panose="02000000000000000000" pitchFamily="2" charset="-78"/>
                <a:cs typeface="Sakkal Majalla" panose="02000000000000000000" pitchFamily="2" charset="-78"/>
              </a:rPr>
              <a:t>مقاومة الشد: الحد الأقصى للإجهاد الذي يمكن أن تتحمله المادة في أثناء التمدد أو السحب قبل أن تنكسر.</a:t>
            </a:r>
          </a:p>
          <a:p>
            <a:pPr rtl="1"/>
            <a:r>
              <a:rPr lang="ar" sz="2200" dirty="0">
                <a:latin typeface="Sakkal Majalla" panose="02000000000000000000" pitchFamily="2" charset="-78"/>
                <a:cs typeface="Sakkal Majalla" panose="02000000000000000000" pitchFamily="2" charset="-78"/>
              </a:rPr>
              <a:t>مقاومة جهد الضغط: قدرة المادة على مقاومة الانضغاط أو السحق.</a:t>
            </a:r>
          </a:p>
        </p:txBody>
      </p:sp>
      <p:sp>
        <p:nvSpPr>
          <p:cNvPr id="4" name="Footer Placeholder 2">
            <a:extLst>
              <a:ext uri="{FF2B5EF4-FFF2-40B4-BE49-F238E27FC236}">
                <a16:creationId xmlns:a16="http://schemas.microsoft.com/office/drawing/2014/main" id="{99D67051-8FE1-2C66-091D-9800C32902F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733618468"/>
      </p:ext>
    </p:extLst>
  </p:cSld>
  <p:clrMapOvr>
    <a:masterClrMapping/>
  </p:clrMapOvr>
  <p:transition>
    <p:sndAc>
      <p:stSnd>
        <p:snd r:embed="rId2" name="click.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B9C3A-7F98-4267-A83C-4AA81A2562A0}"/>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خواص المقاومة</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5FE1A91B-42E0-43BC-A406-2EE5FD9F16D9}"/>
              </a:ext>
            </a:extLst>
          </p:cNvPr>
          <p:cNvSpPr>
            <a:spLocks noGrp="1"/>
          </p:cNvSpPr>
          <p:nvPr>
            <p:ph sz="half" idx="2"/>
          </p:nvPr>
        </p:nvSpPr>
        <p:spPr>
          <a:xfrm>
            <a:off x="468312" y="2195513"/>
            <a:ext cx="7991475" cy="3609975"/>
          </a:xfrm>
        </p:spPr>
        <p:txBody>
          <a:bodyPr rtlCol="1"/>
          <a:lstStyle/>
          <a:p>
            <a:pPr rtl="1"/>
            <a:r>
              <a:rPr lang="ar" sz="2600" b="1" dirty="0">
                <a:latin typeface="Sakkal Majalla" panose="02000000000000000000" pitchFamily="2" charset="-78"/>
                <a:cs typeface="Sakkal Majalla" panose="02000000000000000000" pitchFamily="2" charset="-78"/>
              </a:rPr>
              <a:t>مقاومة القص: </a:t>
            </a:r>
            <a:r>
              <a:rPr lang="ar" sz="2600" dirty="0">
                <a:latin typeface="Sakkal Majalla" panose="02000000000000000000" pitchFamily="2" charset="-78"/>
                <a:cs typeface="Sakkal Majalla" panose="02000000000000000000" pitchFamily="2" charset="-78"/>
              </a:rPr>
              <a:t>مقاومة القوى التي تسبب الانزلاق بين الطبقات داخل المادة.</a:t>
            </a:r>
            <a:endParaRPr lang="en-GB" sz="2600" dirty="0">
              <a:latin typeface="Sakkal Majalla" panose="02000000000000000000" pitchFamily="2" charset="-78"/>
              <a:cs typeface="Sakkal Majalla" panose="02000000000000000000" pitchFamily="2" charset="-78"/>
            </a:endParaRPr>
          </a:p>
          <a:p>
            <a:pPr rtl="1"/>
            <a:r>
              <a:rPr lang="ar" sz="2600" b="1" dirty="0">
                <a:latin typeface="Sakkal Majalla" panose="02000000000000000000" pitchFamily="2" charset="-78"/>
                <a:cs typeface="Sakkal Majalla" panose="02000000000000000000" pitchFamily="2" charset="-78"/>
              </a:rPr>
              <a:t>المقاومة </a:t>
            </a:r>
            <a:r>
              <a:rPr lang="en" sz="2600" b="1" dirty="0">
                <a:latin typeface="Sakkal Majalla" panose="02000000000000000000" pitchFamily="2" charset="-78"/>
                <a:cs typeface="Sakkal Majalla" panose="02000000000000000000" pitchFamily="2" charset="-78"/>
              </a:rPr>
              <a:t>النوعية:</a:t>
            </a:r>
            <a:r>
              <a:rPr lang="ar" sz="2600" b="1" dirty="0">
                <a:latin typeface="Sakkal Majalla" panose="02000000000000000000" pitchFamily="2" charset="-78"/>
                <a:cs typeface="Sakkal Majalla" panose="02000000000000000000" pitchFamily="2" charset="-78"/>
              </a:rPr>
              <a:t> </a:t>
            </a:r>
            <a:r>
              <a:rPr lang="ar" sz="2600" dirty="0">
                <a:latin typeface="Sakkal Majalla" panose="02000000000000000000" pitchFamily="2" charset="-78"/>
                <a:cs typeface="Sakkal Majalla" panose="02000000000000000000" pitchFamily="2" charset="-78"/>
              </a:rPr>
              <a:t>المقاومة النوعية هي نسبة مقاومة المادة إلى كثافتها. هذه الخاصية مهمة عندما يكون الوزن عاملًا رئيسًا في التصميم، كما هو الحال في تطبيقات الطيران والسيارات. توفر المواد ذات المقاومة النوعية العالية، مثل مُركبات ألياف الكربون، مقاومة ممتازة دون إضافة وزن غير ضروري.</a:t>
            </a:r>
            <a:br>
              <a:rPr lang="en-GB" sz="2600" dirty="0">
                <a:latin typeface="Sakkal Majalla" panose="02000000000000000000" pitchFamily="2" charset="-78"/>
                <a:cs typeface="Sakkal Majalla" panose="02000000000000000000" pitchFamily="2" charset="-78"/>
              </a:rPr>
            </a:b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DC12C202-6B48-D5B8-06C2-0F229E2B5513}"/>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1975543242"/>
      </p:ext>
    </p:extLst>
  </p:cSld>
  <p:clrMapOvr>
    <a:masterClrMapping/>
  </p:clrMapOvr>
  <p:transition>
    <p:sndAc>
      <p:stSnd>
        <p:snd r:embed="rId2" name="click.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1340768"/>
            <a:ext cx="8629703" cy="36450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br>
              <a:rPr lang="en-GB" sz="3800"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معامل المرونة</a:t>
            </a:r>
          </a:p>
          <a:p>
            <a:pPr marL="0" indent="0" rtl="1">
              <a:buNone/>
            </a:pPr>
            <a:r>
              <a:rPr lang="ar" sz="3800" b="1" dirty="0">
                <a:latin typeface="Sakkal Majalla" panose="02000000000000000000" pitchFamily="2" charset="-78"/>
                <a:cs typeface="Sakkal Majalla" panose="02000000000000000000" pitchFamily="2" charset="-78"/>
              </a:rPr>
              <a:t>(معامل يونغ)</a:t>
            </a:r>
            <a:br>
              <a:rPr lang="en-GB" sz="1400" dirty="0">
                <a:latin typeface="Sakkal Majalla" panose="02000000000000000000" pitchFamily="2" charset="-78"/>
                <a:cs typeface="Sakkal Majalla" panose="02000000000000000000" pitchFamily="2" charset="-78"/>
              </a:rPr>
            </a:br>
            <a:br>
              <a:rPr lang="en-GB" sz="1400" dirty="0">
                <a:latin typeface="Sakkal Majalla" panose="02000000000000000000" pitchFamily="2" charset="-78"/>
                <a:cs typeface="Sakkal Majalla" panose="02000000000000000000" pitchFamily="2" charset="-78"/>
              </a:rPr>
            </a:br>
            <a:r>
              <a:rPr lang="ar" sz="2200" dirty="0">
                <a:latin typeface="Sakkal Majalla" panose="02000000000000000000" pitchFamily="2" charset="-78"/>
                <a:cs typeface="Sakkal Majalla" panose="02000000000000000000" pitchFamily="2" charset="-78"/>
              </a:rPr>
              <a:t>يقيس معامل المرونة، أو معامل يونغ، قساوة المادة، ويمثل العلاقة بين الإجهاد والانفعال في المنطقة المرنة لمنحنى الإجهاد-الانفعال. تكون المواد ذات معامل المرونة العالي، مثل السيراميك والمعادن، أكثر قساوة وأقل عرضة للتشوه تحت الإجهاد. في المقابل، تعتبر البوليمرات والإلاستومرات، التي تحتوي على مُعامل أقل، أكثر مرونة ويمكن أن تتشوه بسهولة.</a:t>
            </a:r>
            <a:br>
              <a:rPr lang="en-GB" sz="1400" dirty="0">
                <a:latin typeface="Sakkal Majalla" panose="02000000000000000000" pitchFamily="2" charset="-78"/>
                <a:cs typeface="Sakkal Majalla" panose="02000000000000000000" pitchFamily="2" charset="-78"/>
              </a:rPr>
            </a:br>
            <a:br>
              <a:rPr lang="en-GB" sz="1400" dirty="0">
                <a:latin typeface="Sakkal Majalla" panose="02000000000000000000" pitchFamily="2" charset="-78"/>
                <a:cs typeface="Sakkal Majalla" panose="02000000000000000000" pitchFamily="2" charset="-78"/>
              </a:rPr>
            </a:br>
            <a:endParaRPr lang="en-GB" sz="13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br>
              <a:rPr lang="en-GB" altLang="en-US" sz="2000" b="1" dirty="0">
                <a:highlight>
                  <a:srgbClr val="FFFF00"/>
                </a:highlight>
                <a:latin typeface="Sakkal Majalla" panose="02000000000000000000" pitchFamily="2" charset="-78"/>
                <a:cs typeface="Sakkal Majalla" panose="02000000000000000000" pitchFamily="2" charset="-78"/>
              </a:rPr>
            </a:br>
            <a:endParaRPr lang="en-GB" altLang="en-US" sz="20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0C19E7F8-C9B2-2248-F1B3-01A22BF8EE6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731231839"/>
      </p:ext>
    </p:extLst>
  </p:cSld>
  <p:clrMapOvr>
    <a:masterClrMapping/>
  </p:clrMapOvr>
  <p:transition>
    <p:sndAc>
      <p:stSnd>
        <p:snd r:embed="rId3" name="click.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FE3D6-8E67-48B2-984F-2E30A73E094C}"/>
              </a:ext>
            </a:extLst>
          </p:cNvPr>
          <p:cNvSpPr>
            <a:spLocks noGrp="1"/>
          </p:cNvSpPr>
          <p:nvPr>
            <p:ph type="title"/>
          </p:nvPr>
        </p:nvSpPr>
        <p:spPr>
          <a:xfrm>
            <a:off x="338138" y="1412776"/>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القساوة النوعية و </a:t>
            </a:r>
            <a:br>
              <a:rPr lang="en-GB"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مقاومة الانحناء</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99E763D5-F103-4510-8EAF-508ABF5AFF35}"/>
              </a:ext>
            </a:extLst>
          </p:cNvPr>
          <p:cNvSpPr>
            <a:spLocks noGrp="1"/>
          </p:cNvSpPr>
          <p:nvPr>
            <p:ph sz="half" idx="2"/>
          </p:nvPr>
        </p:nvSpPr>
        <p:spPr>
          <a:xfrm>
            <a:off x="576263" y="2708920"/>
            <a:ext cx="7991475" cy="3609975"/>
          </a:xfrm>
        </p:spPr>
        <p:txBody>
          <a:bodyPr rtlCol="1"/>
          <a:lstStyle/>
          <a:p>
            <a:pPr rtl="1"/>
            <a:r>
              <a:rPr lang="ar" sz="2600" dirty="0">
                <a:latin typeface="Sakkal Majalla" panose="02000000000000000000" pitchFamily="2" charset="-78"/>
                <a:cs typeface="Sakkal Majalla" panose="02000000000000000000" pitchFamily="2" charset="-78"/>
              </a:rPr>
              <a:t>القساوة النوعية هي نسبة صلابة المادة (معامل المرونة) إلى كثافتها. </a:t>
            </a:r>
          </a:p>
          <a:p>
            <a:pPr rtl="1"/>
            <a:r>
              <a:rPr lang="ar" sz="2600" dirty="0">
                <a:latin typeface="Sakkal Majalla" panose="02000000000000000000" pitchFamily="2" charset="-78"/>
                <a:cs typeface="Sakkal Majalla" panose="02000000000000000000" pitchFamily="2" charset="-78"/>
              </a:rPr>
              <a:t>توفر المواد ذات القساوة العالية، مثل المُركبات المقواة بالألياف، مقاومة جيدة للانحناء والتشوه مع الحفاظ على الوزن المنخفض، ما يجعلها مثالية للاستخدامات الهيكلية في التصميمات خفيفة الوزن.</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CB1139A6-7097-AE44-1E55-A8E6A780573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972550630"/>
      </p:ext>
    </p:extLst>
  </p:cSld>
  <p:clrMapOvr>
    <a:masterClrMapping/>
  </p:clrMapOvr>
  <p:transition>
    <p:sndAc>
      <p:stSnd>
        <p:snd r:embed="rId2" name="click.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0AF38-C5E0-4A8D-865D-DBCFA005F041}"/>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حد الكلال</a:t>
            </a:r>
          </a:p>
        </p:txBody>
      </p:sp>
      <p:sp>
        <p:nvSpPr>
          <p:cNvPr id="3" name="Content Placeholder 2">
            <a:extLst>
              <a:ext uri="{FF2B5EF4-FFF2-40B4-BE49-F238E27FC236}">
                <a16:creationId xmlns:a16="http://schemas.microsoft.com/office/drawing/2014/main" id="{76FE2F34-CF4F-431A-ADD4-F65A707945D2}"/>
              </a:ext>
            </a:extLst>
          </p:cNvPr>
          <p:cNvSpPr>
            <a:spLocks noGrp="1"/>
          </p:cNvSpPr>
          <p:nvPr>
            <p:ph sz="half" idx="2"/>
          </p:nvPr>
        </p:nvSpPr>
        <p:spPr>
          <a:xfrm>
            <a:off x="468312" y="2195513"/>
            <a:ext cx="7991475" cy="3609975"/>
          </a:xfrm>
        </p:spPr>
        <p:txBody>
          <a:bodyPr rtlCol="1"/>
          <a:lstStyle/>
          <a:p>
            <a:pPr rtl="1"/>
            <a:r>
              <a:rPr lang="ar" sz="2600" dirty="0">
                <a:latin typeface="Sakkal Majalla" panose="02000000000000000000" pitchFamily="2" charset="-78"/>
                <a:cs typeface="Sakkal Majalla" panose="02000000000000000000" pitchFamily="2" charset="-78"/>
              </a:rPr>
              <a:t>يشير حد الكلال (التعب) إلى مستوى الإجهاد الذي يمكن أن تتحمل المادة تحته عددًا لا حصر له من دورات التحميل دون أن تخفق. </a:t>
            </a:r>
          </a:p>
          <a:p>
            <a:pPr rtl="1"/>
            <a:r>
              <a:rPr lang="ar" sz="2600" dirty="0">
                <a:latin typeface="Sakkal Majalla" panose="02000000000000000000" pitchFamily="2" charset="-78"/>
                <a:cs typeface="Sakkal Majalla" panose="02000000000000000000" pitchFamily="2" charset="-78"/>
              </a:rPr>
              <a:t>يجب أن يكون للمواد التي تتعرض لأحمال متكررة أو متقلبة، مثل الجسور وأجنحة الطائرات، حد كلال مرتفع لمنع الإخفاق بمرور الوقت.</a:t>
            </a:r>
          </a:p>
          <a:p>
            <a:pPr rtl="1"/>
            <a:r>
              <a:rPr lang="ar" sz="2600" dirty="0">
                <a:latin typeface="Sakkal Majalla" panose="02000000000000000000" pitchFamily="2" charset="-78"/>
                <a:cs typeface="Sakkal Majalla" panose="02000000000000000000" pitchFamily="2" charset="-78"/>
              </a:rPr>
              <a:t>يمكن أن تُظهر المواد المركبة وبعض أنواع السيراميك مقاومة عالية للكلال، ما يجعلها مناسبة لمثل هذه الاستخدامات ذات المتطلبات العالية.</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111BA6DC-0860-2F3F-298E-D8A211310F3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705307512"/>
      </p:ext>
    </p:extLst>
  </p:cSld>
  <p:clrMapOvr>
    <a:masterClrMapping/>
  </p:clrMapOvr>
  <p:transition>
    <p:sndAc>
      <p:stSnd>
        <p:snd r:embed="rId2" name="click.wav"/>
      </p:stSnd>
    </p:sndAc>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ECC81-4482-4489-93E0-424BE9A3D5E4}"/>
              </a:ext>
            </a:extLst>
          </p:cNvPr>
          <p:cNvSpPr>
            <a:spLocks noGrp="1"/>
          </p:cNvSpPr>
          <p:nvPr>
            <p:ph type="title"/>
          </p:nvPr>
        </p:nvSpPr>
        <p:spPr>
          <a:xfrm>
            <a:off x="457200" y="1195388"/>
            <a:ext cx="8229600" cy="863600"/>
          </a:xfrm>
        </p:spPr>
        <p:txBody>
          <a:bodyPr rtlCol="1"/>
          <a:lstStyle/>
          <a:p>
            <a:pPr rtl="1"/>
            <a:br>
              <a:rPr lang="en-GB"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المتانة ضد الكسر</a:t>
            </a:r>
            <a:br>
              <a:rPr lang="en-GB" sz="3800" b="1" dirty="0">
                <a:latin typeface="Sakkal Majalla" panose="02000000000000000000" pitchFamily="2" charset="-78"/>
                <a:cs typeface="Sakkal Majalla" panose="02000000000000000000" pitchFamily="2" charset="-78"/>
              </a:rPr>
            </a:b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8AC3ABFA-583E-4303-98A5-78F0D3CCE0D3}"/>
              </a:ext>
            </a:extLst>
          </p:cNvPr>
          <p:cNvSpPr>
            <a:spLocks noGrp="1"/>
          </p:cNvSpPr>
          <p:nvPr>
            <p:ph sz="half" idx="2"/>
          </p:nvPr>
        </p:nvSpPr>
        <p:spPr>
          <a:xfrm>
            <a:off x="468312" y="2195513"/>
            <a:ext cx="7991475" cy="3609975"/>
          </a:xfrm>
        </p:spPr>
        <p:txBody>
          <a:bodyPr rtlCol="1"/>
          <a:lstStyle/>
          <a:p>
            <a:pPr rtl="1"/>
            <a:r>
              <a:rPr lang="ar" sz="2600" dirty="0">
                <a:latin typeface="Sakkal Majalla" panose="02000000000000000000" pitchFamily="2" charset="-78"/>
                <a:cs typeface="Sakkal Majalla" panose="02000000000000000000" pitchFamily="2" charset="-78"/>
              </a:rPr>
              <a:t>تشير المتانة ضد الكسر إلى قدرة المادة على مقاومة انتشار الشقوق. </a:t>
            </a:r>
          </a:p>
          <a:p>
            <a:pPr rtl="1"/>
            <a:r>
              <a:rPr lang="ar" sz="2600" dirty="0">
                <a:latin typeface="Sakkal Majalla" panose="02000000000000000000" pitchFamily="2" charset="-78"/>
                <a:cs typeface="Sakkal Majalla" panose="02000000000000000000" pitchFamily="2" charset="-78"/>
              </a:rPr>
              <a:t>ويمكن للمواد ذات المتانة العالية ضد الكسر، مثل بعض البوليمرات والمُركبات، أن تمتص المزيد من الطاقة قبل التكسير. </a:t>
            </a:r>
          </a:p>
          <a:p>
            <a:pPr rtl="1"/>
            <a:r>
              <a:rPr lang="ar" sz="2600" dirty="0">
                <a:latin typeface="Sakkal Majalla" panose="02000000000000000000" pitchFamily="2" charset="-78"/>
                <a:cs typeface="Sakkal Majalla" panose="02000000000000000000" pitchFamily="2" charset="-78"/>
              </a:rPr>
              <a:t>وعادةً ما تكون المواد القصيفة، مثل السيراميك، ذات متانة ضد الكسر منخفضة، ما يجعلها أكثر عرضة للإخفاق المفاجئ عند تعرضها للإجهاد أو الصدم.</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FD541487-B139-E0DB-C0F8-2E3196AD8A4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479169840"/>
      </p:ext>
    </p:extLst>
  </p:cSld>
  <p:clrMapOvr>
    <a:masterClrMapping/>
  </p:clrMapOvr>
  <p:transition>
    <p:sndAc>
      <p:stSnd>
        <p:snd r:embed="rId2" name="click.wav"/>
      </p:stSnd>
    </p:sndAc>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5F4F1-22EC-4556-B3B4-7E92B212C3EB}"/>
              </a:ext>
            </a:extLst>
          </p:cNvPr>
          <p:cNvSpPr>
            <a:spLocks noGrp="1"/>
          </p:cNvSpPr>
          <p:nvPr>
            <p:ph type="title"/>
          </p:nvPr>
        </p:nvSpPr>
        <p:spPr>
          <a:xfrm>
            <a:off x="457200" y="1195388"/>
            <a:ext cx="8229600" cy="863600"/>
          </a:xfrm>
        </p:spPr>
        <p:txBody>
          <a:bodyPr rtlCol="1"/>
          <a:lstStyle/>
          <a:p>
            <a:pPr rtl="1"/>
            <a:br>
              <a:rPr lang="en-GB"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صلابة السطح</a:t>
            </a:r>
            <a:br>
              <a:rPr lang="en-GB" sz="3800" b="1" dirty="0">
                <a:latin typeface="Sakkal Majalla" panose="02000000000000000000" pitchFamily="2" charset="-78"/>
                <a:cs typeface="Sakkal Majalla" panose="02000000000000000000" pitchFamily="2" charset="-78"/>
              </a:rPr>
            </a:b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2A17ECBB-4AAF-41D7-B7CA-5468195DD1D2}"/>
              </a:ext>
            </a:extLst>
          </p:cNvPr>
          <p:cNvSpPr>
            <a:spLocks noGrp="1"/>
          </p:cNvSpPr>
          <p:nvPr>
            <p:ph sz="half" idx="2"/>
          </p:nvPr>
        </p:nvSpPr>
        <p:spPr>
          <a:xfrm>
            <a:off x="468312" y="2195513"/>
            <a:ext cx="7991475" cy="4264025"/>
          </a:xfrm>
        </p:spPr>
        <p:txBody>
          <a:bodyPr rtlCol="1"/>
          <a:lstStyle/>
          <a:p>
            <a:pPr rtl="1"/>
            <a:r>
              <a:rPr lang="ar" sz="2200" dirty="0">
                <a:latin typeface="Sakkal Majalla" panose="02000000000000000000" pitchFamily="2" charset="-78"/>
                <a:cs typeface="Sakkal Majalla" panose="02000000000000000000" pitchFamily="2" charset="-78"/>
              </a:rPr>
              <a:t>تقيس صلابة السطح مقاومة المادة للتشوه اللدائني الموضعي، وتُقيَّيم عادةً من خلال اختبارات التثلُّم مثل اختبارات صلابة فيكرز أو روكويل. تعتبر المواد ذات الصلابة السطحية العالية، مثل السيراميك وبعض المُركبات، أكثر ملاءمة للاستخدامات المقاومة للبلى، مثل أدوات القطع أو المحامل، حيث تكون متانة السطح أمرًا بالغ الأهمية.</a:t>
            </a:r>
            <a:br>
              <a:rPr lang="en-GB" sz="2200" dirty="0">
                <a:latin typeface="Sakkal Majalla" panose="02000000000000000000" pitchFamily="2" charset="-78"/>
                <a:cs typeface="Sakkal Majalla" panose="02000000000000000000" pitchFamily="2" charset="-78"/>
              </a:rPr>
            </a:br>
            <a:endParaRPr lang="en-GB" sz="2200" dirty="0">
              <a:latin typeface="Sakkal Majalla" panose="02000000000000000000" pitchFamily="2" charset="-78"/>
              <a:cs typeface="Sakkal Majalla" panose="02000000000000000000" pitchFamily="2" charset="-78"/>
            </a:endParaRPr>
          </a:p>
          <a:p>
            <a:pPr rtl="1"/>
            <a:r>
              <a:rPr lang="ar" sz="2200" dirty="0">
                <a:latin typeface="Sakkal Majalla" panose="02000000000000000000" pitchFamily="2" charset="-78"/>
                <a:cs typeface="Sakkal Majalla" panose="02000000000000000000" pitchFamily="2" charset="-78"/>
              </a:rPr>
              <a:t>يعد فهم الخواص الميكانيكية للمواد غير المعدنية أمرًا ضروريًا لاتخاذ قرارات قائمة على المعرفة في اختيار المواد وتصميمها. توفر هذه الخواص نظرة ثاقبة حول كيفية أداء المواد في ظل ظروف مختلفة، ما يمكّن المهندسين من تصميم منتجات ليست وظيفية فحسب، بل متينة واعتمادية أيضًا.</a:t>
            </a:r>
          </a:p>
        </p:txBody>
      </p:sp>
      <p:sp>
        <p:nvSpPr>
          <p:cNvPr id="4" name="Footer Placeholder 2">
            <a:extLst>
              <a:ext uri="{FF2B5EF4-FFF2-40B4-BE49-F238E27FC236}">
                <a16:creationId xmlns:a16="http://schemas.microsoft.com/office/drawing/2014/main" id="{C03E72E7-E392-5055-70C0-9A7EB61A3FF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4181462721"/>
      </p:ext>
    </p:extLst>
  </p:cSld>
  <p:clrMapOvr>
    <a:masterClrMapping/>
  </p:clrMapOvr>
  <p:transition>
    <p:sndAc>
      <p:stSnd>
        <p:snd r:embed="rId2" name="click.wav"/>
      </p:stSnd>
    </p:sndAc>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779912" y="1080120"/>
            <a:ext cx="5110540" cy="57778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endParaRPr lang="en-GB" sz="1400" dirty="0">
              <a:latin typeface="Sakkal Majalla" panose="02000000000000000000" pitchFamily="2" charset="-78"/>
              <a:cs typeface="Sakkal Majalla" panose="02000000000000000000" pitchFamily="2" charset="-78"/>
            </a:endParaRPr>
          </a:p>
          <a:p>
            <a:pPr marL="0" indent="0" rtl="1">
              <a:buNone/>
            </a:pPr>
            <a:endParaRPr lang="en-GB" sz="1400" dirty="0">
              <a:latin typeface="Sakkal Majalla" panose="02000000000000000000" pitchFamily="2" charset="-78"/>
              <a:cs typeface="Sakkal Majalla" panose="02000000000000000000" pitchFamily="2" charset="-78"/>
            </a:endParaRPr>
          </a:p>
          <a:p>
            <a:pPr marL="0" indent="0" rtl="1">
              <a:buNone/>
            </a:pPr>
            <a:r>
              <a:rPr lang="ar" sz="2600" b="1" dirty="0">
                <a:latin typeface="Sakkal Majalla" panose="02000000000000000000" pitchFamily="2" charset="-78"/>
                <a:cs typeface="Sakkal Majalla" panose="02000000000000000000" pitchFamily="2" charset="-78"/>
              </a:rPr>
              <a:t>أ4: تطبيقات واستخدامات هندسية نموذجية للمواد غير المعدنية</a:t>
            </a:r>
          </a:p>
          <a:p>
            <a:pPr marL="0" indent="0" rtl="1">
              <a:buNone/>
            </a:pPr>
            <a:endParaRPr lang="en-GB" sz="1400" dirty="0">
              <a:latin typeface="Sakkal Majalla" panose="02000000000000000000" pitchFamily="2" charset="-78"/>
              <a:cs typeface="Sakkal Majalla" panose="02000000000000000000" pitchFamily="2" charset="-78"/>
            </a:endParaRPr>
          </a:p>
          <a:p>
            <a:pPr marL="0" indent="0" rtl="1">
              <a:buNone/>
            </a:pPr>
            <a:r>
              <a:rPr lang="ar" sz="2200" dirty="0">
                <a:latin typeface="Sakkal Majalla" panose="02000000000000000000" pitchFamily="2" charset="-78"/>
                <a:cs typeface="Sakkal Majalla" panose="02000000000000000000" pitchFamily="2" charset="-78"/>
              </a:rPr>
              <a:t>تُستخدم المواد غير المعدنية مثل البوليمرات والسيراميك والمُركبات في نطاق واسع في الهندسة الحديثة نظرًا لخواصها الفريدة، مثل الكثافة المنخفضة ومقاومة التآكل والمرونة في التصنيع. ويعد فهم الاستخدامات النموذجية لهذه المواد بالغ الأهمية لاختيار المواد المناسبة لاحتياجات هندسية محددة. حيث تقدم كل مجموعة مواد وظائف متميزة لمختلف الصناعات؛ بدءًا من التعبئة والتغليف إلى الفضاء.</a:t>
            </a:r>
            <a:br>
              <a:rPr lang="en-GB" sz="2200" dirty="0">
                <a:latin typeface="Sakkal Majalla" panose="02000000000000000000" pitchFamily="2" charset="-78"/>
                <a:cs typeface="Sakkal Majalla" panose="02000000000000000000" pitchFamily="2" charset="-78"/>
              </a:rPr>
            </a:br>
            <a:br>
              <a:rPr lang="en-GB" sz="2200" dirty="0">
                <a:latin typeface="Sakkal Majalla" panose="02000000000000000000" pitchFamily="2" charset="-78"/>
                <a:cs typeface="Sakkal Majalla" panose="02000000000000000000" pitchFamily="2" charset="-78"/>
              </a:rPr>
            </a:br>
            <a:endParaRPr lang="en-GB" sz="22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000" b="1" dirty="0">
              <a:highlight>
                <a:srgbClr val="FFFF00"/>
              </a:highlight>
              <a:latin typeface="Sakkal Majalla" panose="02000000000000000000" pitchFamily="2" charset="-78"/>
              <a:cs typeface="Sakkal Majalla" panose="02000000000000000000" pitchFamily="2" charset="-78"/>
            </a:endParaRPr>
          </a:p>
        </p:txBody>
      </p:sp>
      <p:sp>
        <p:nvSpPr>
          <p:cNvPr id="2" name="Rectangle 1"/>
          <p:cNvSpPr/>
          <p:nvPr/>
        </p:nvSpPr>
        <p:spPr>
          <a:xfrm>
            <a:off x="1173257" y="4685260"/>
            <a:ext cx="1640193" cy="292388"/>
          </a:xfrm>
          <a:prstGeom prst="rect">
            <a:avLst/>
          </a:prstGeom>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عمال  في مجال البولي بروبيلين</a:t>
            </a:r>
            <a:endParaRPr lang="en-GB" sz="1300" b="1" i="0" dirty="0">
              <a:effectLst/>
              <a:latin typeface="Sakkal Majalla" panose="02000000000000000000" pitchFamily="2" charset="-78"/>
              <a:cs typeface="Sakkal Majalla" panose="02000000000000000000" pitchFamily="2" charset="-78"/>
            </a:endParaRPr>
          </a:p>
        </p:txBody>
      </p:sp>
      <p:pic>
        <p:nvPicPr>
          <p:cNvPr id="5" name="Picture 4" descr="A couple of people in hazmat suits&#10;&#10;Description automatically generated">
            <a:extLst>
              <a:ext uri="{FF2B5EF4-FFF2-40B4-BE49-F238E27FC236}">
                <a16:creationId xmlns:a16="http://schemas.microsoft.com/office/drawing/2014/main" id="{8F9FC2E7-C231-155A-18FC-8824BD42ABE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53548" y="2832702"/>
            <a:ext cx="3479611" cy="1834951"/>
          </a:xfrm>
          <a:prstGeom prst="rect">
            <a:avLst/>
          </a:prstGeom>
        </p:spPr>
      </p:pic>
      <p:sp>
        <p:nvSpPr>
          <p:cNvPr id="3" name="Footer Placeholder 2">
            <a:extLst>
              <a:ext uri="{FF2B5EF4-FFF2-40B4-BE49-F238E27FC236}">
                <a16:creationId xmlns:a16="http://schemas.microsoft.com/office/drawing/2014/main" id="{4D01258E-912B-ED94-03EC-05278815C9A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850506620"/>
      </p:ext>
    </p:extLst>
  </p:cSld>
  <p:clrMapOvr>
    <a:masterClrMapping/>
  </p:clrMapOvr>
  <p:transition>
    <p:sndAc>
      <p:stSnd>
        <p:snd r:embed="rId3" name="click.wav"/>
      </p:stSnd>
    </p:sndAc>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DC4EA-F53D-41DB-AF76-10F640735966}"/>
              </a:ext>
            </a:extLst>
          </p:cNvPr>
          <p:cNvSpPr>
            <a:spLocks noGrp="1"/>
          </p:cNvSpPr>
          <p:nvPr>
            <p:ph type="title"/>
          </p:nvPr>
        </p:nvSpPr>
        <p:spPr>
          <a:xfrm>
            <a:off x="518864" y="980824"/>
            <a:ext cx="8229600" cy="864000"/>
          </a:xfrm>
        </p:spPr>
        <p:txBody>
          <a:bodyPr wrap="square" rtlCol="1" anchor="ctr">
            <a:noAutofit/>
          </a:bodyPr>
          <a:lstStyle/>
          <a:p>
            <a:pPr rtl="1">
              <a:lnSpc>
                <a:spcPct val="90000"/>
              </a:lnSpc>
            </a:pPr>
            <a:br>
              <a:rPr lang="en-GB" altLang="en-US" sz="3800" b="1" dirty="0">
                <a:latin typeface="Sakkal Majalla" panose="02000000000000000000" pitchFamily="2" charset="-78"/>
                <a:cs typeface="Sakkal Majalla" panose="02000000000000000000" pitchFamily="2" charset="-78"/>
              </a:rPr>
            </a:b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استخدامات نموذجية لمواد البوليمرات </a:t>
            </a:r>
            <a:br>
              <a:rPr lang="en-GB" sz="3800" b="1" dirty="0">
                <a:latin typeface="Sakkal Majalla" panose="02000000000000000000" pitchFamily="2" charset="-78"/>
                <a:cs typeface="Sakkal Majalla" panose="02000000000000000000" pitchFamily="2" charset="-78"/>
              </a:rPr>
            </a:br>
            <a:br>
              <a:rPr lang="en-GB" altLang="en-US" sz="3800" b="1" dirty="0">
                <a:highlight>
                  <a:srgbClr val="FFFF00"/>
                </a:highlight>
                <a:latin typeface="Sakkal Majalla" panose="02000000000000000000" pitchFamily="2" charset="-78"/>
                <a:cs typeface="Sakkal Majalla" panose="02000000000000000000" pitchFamily="2" charset="-78"/>
              </a:rPr>
            </a:b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19529650-9E73-4EC8-B7A2-8AF514D46EBA}"/>
              </a:ext>
            </a:extLst>
          </p:cNvPr>
          <p:cNvSpPr>
            <a:spLocks noGrp="1"/>
          </p:cNvSpPr>
          <p:nvPr>
            <p:ph sz="half" idx="2"/>
          </p:nvPr>
        </p:nvSpPr>
        <p:spPr>
          <a:xfrm>
            <a:off x="251521" y="2348880"/>
            <a:ext cx="4145337" cy="4248472"/>
          </a:xfrm>
        </p:spPr>
        <p:txBody>
          <a:bodyPr wrap="square" rtlCol="1" anchor="t">
            <a:noAutofit/>
          </a:bodyPr>
          <a:lstStyle/>
          <a:p>
            <a:pPr marL="0" indent="0" rtl="1">
              <a:lnSpc>
                <a:spcPct val="90000"/>
              </a:lnSpc>
              <a:buNone/>
            </a:pPr>
            <a:r>
              <a:rPr lang="ar" sz="1400" dirty="0">
                <a:latin typeface="Sakkal Majalla" panose="02000000000000000000" pitchFamily="2" charset="-78"/>
                <a:cs typeface="Sakkal Majalla" panose="02000000000000000000" pitchFamily="2" charset="-78"/>
              </a:rPr>
              <a:t>البوليمرات هي مواد متعددة الاستعمالات تُستخدم في عدة صناعات نظرًا لخفة وزنها ومرونتها وسهولة معالجتها. وتشمل الاستخدامات الشائعة:</a:t>
            </a:r>
          </a:p>
          <a:p>
            <a:pPr marL="0" indent="0" rtl="1">
              <a:lnSpc>
                <a:spcPct val="90000"/>
              </a:lnSpc>
              <a:buNone/>
            </a:pPr>
            <a:r>
              <a:rPr lang="ar" sz="1400" b="1" dirty="0">
                <a:latin typeface="Sakkal Majalla" panose="02000000000000000000" pitchFamily="2" charset="-78"/>
                <a:cs typeface="Sakkal Majalla" panose="02000000000000000000" pitchFamily="2" charset="-78"/>
              </a:rPr>
              <a:t>البولي إيثيلين (PE): </a:t>
            </a:r>
          </a:p>
          <a:p>
            <a:pPr rtl="1">
              <a:lnSpc>
                <a:spcPct val="90000"/>
              </a:lnSpc>
            </a:pPr>
            <a:r>
              <a:rPr lang="ar" sz="1400" dirty="0">
                <a:latin typeface="Sakkal Majalla" panose="02000000000000000000" pitchFamily="2" charset="-78"/>
                <a:cs typeface="Sakkal Majalla" panose="02000000000000000000" pitchFamily="2" charset="-78"/>
              </a:rPr>
              <a:t>الاستخدامات: يُستخدم في رقائق التغليف والتعبئة، وعزل الأسلاك، والزجاجات المضغوطة، والأنابيب.</a:t>
            </a:r>
          </a:p>
          <a:p>
            <a:pPr rtl="1">
              <a:lnSpc>
                <a:spcPct val="90000"/>
              </a:lnSpc>
            </a:pPr>
            <a:r>
              <a:rPr lang="ar" sz="1400" dirty="0">
                <a:latin typeface="Sakkal Majalla" panose="02000000000000000000" pitchFamily="2" charset="-78"/>
                <a:cs typeface="Sakkal Majalla" panose="02000000000000000000" pitchFamily="2" charset="-78"/>
              </a:rPr>
              <a:t>السبب: البولي إيثيلين خفيف الوزن ومرن ومقاوم للرطوبة، ما يجعله مثاليًا للتعبئة ونقل السوائل.</a:t>
            </a:r>
          </a:p>
          <a:p>
            <a:pPr marL="0" indent="0" rtl="1">
              <a:lnSpc>
                <a:spcPct val="90000"/>
              </a:lnSpc>
              <a:buNone/>
            </a:pPr>
            <a:r>
              <a:rPr lang="ar" sz="1400" b="1" dirty="0">
                <a:latin typeface="Sakkal Majalla" panose="02000000000000000000" pitchFamily="2" charset="-78"/>
                <a:cs typeface="Sakkal Majalla" panose="02000000000000000000" pitchFamily="2" charset="-78"/>
              </a:rPr>
              <a:t>بولي فينيل الكلورايد (PVC):</a:t>
            </a:r>
          </a:p>
          <a:p>
            <a:pPr rtl="1">
              <a:lnSpc>
                <a:spcPct val="90000"/>
              </a:lnSpc>
            </a:pPr>
            <a:r>
              <a:rPr lang="ar" sz="1400" dirty="0">
                <a:latin typeface="Sakkal Majalla" panose="02000000000000000000" pitchFamily="2" charset="-78"/>
                <a:cs typeface="Sakkal Majalla" panose="02000000000000000000" pitchFamily="2" charset="-78"/>
              </a:rPr>
              <a:t>الاستخدامات: يشيع استخدامه في الأنابيب، والتجهيزات، وبلاط الأرضيات</a:t>
            </a:r>
          </a:p>
          <a:p>
            <a:pPr rtl="1">
              <a:lnSpc>
                <a:spcPct val="90000"/>
              </a:lnSpc>
            </a:pPr>
            <a:r>
              <a:rPr lang="ar" sz="1400" dirty="0">
                <a:latin typeface="Sakkal Majalla" panose="02000000000000000000" pitchFamily="2" charset="-78"/>
                <a:cs typeface="Sakkal Majalla" panose="02000000000000000000" pitchFamily="2" charset="-78"/>
              </a:rPr>
              <a:t>السبب: يوفر PVC مقاومة كيميائية ممتازة ومتانة، ما يجعله مناسبًا لاستخدامات البناء والسباكة.</a:t>
            </a:r>
          </a:p>
          <a:p>
            <a:pPr marL="0" indent="0" rtl="1">
              <a:lnSpc>
                <a:spcPct val="90000"/>
              </a:lnSpc>
              <a:buNone/>
            </a:pPr>
            <a:r>
              <a:rPr lang="ar" sz="1400" b="1" dirty="0">
                <a:latin typeface="Sakkal Majalla" panose="02000000000000000000" pitchFamily="2" charset="-78"/>
                <a:cs typeface="Sakkal Majalla" panose="02000000000000000000" pitchFamily="2" charset="-78"/>
              </a:rPr>
              <a:t>البولي بروبيلين (PP):</a:t>
            </a:r>
          </a:p>
          <a:p>
            <a:pPr rtl="1">
              <a:lnSpc>
                <a:spcPct val="90000"/>
              </a:lnSpc>
            </a:pPr>
            <a:r>
              <a:rPr lang="ar" sz="1400" dirty="0">
                <a:latin typeface="Sakkal Majalla" panose="02000000000000000000" pitchFamily="2" charset="-78"/>
                <a:cs typeface="Sakkal Majalla" panose="02000000000000000000" pitchFamily="2" charset="-78"/>
              </a:rPr>
              <a:t>الاستخدامات: يُستخدم في الحبال، والحاويات، والأثاث المصبوب.</a:t>
            </a:r>
          </a:p>
          <a:p>
            <a:pPr rtl="1">
              <a:lnSpc>
                <a:spcPct val="90000"/>
              </a:lnSpc>
            </a:pPr>
            <a:r>
              <a:rPr lang="ar" sz="1400" dirty="0">
                <a:latin typeface="Sakkal Majalla" panose="02000000000000000000" pitchFamily="2" charset="-78"/>
                <a:cs typeface="Sakkal Majalla" panose="02000000000000000000" pitchFamily="2" charset="-78"/>
              </a:rPr>
              <a:t>السبب: البولي بروبلين قوي وخفيف ومقاوم للتعرض الكيميائي، ما يجعله مثاليًا لكل من المنتجات الصناعية والمنزلية.</a:t>
            </a:r>
          </a:p>
        </p:txBody>
      </p:sp>
      <p:pic>
        <p:nvPicPr>
          <p:cNvPr id="7" name="Picture 6" descr="A clear plastic bag with red stripe&#10;&#10;Description automatically generated">
            <a:extLst>
              <a:ext uri="{FF2B5EF4-FFF2-40B4-BE49-F238E27FC236}">
                <a16:creationId xmlns:a16="http://schemas.microsoft.com/office/drawing/2014/main" id="{EE3D7D67-F9F3-CA93-21B9-57D4C8B839A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896582" y="2420888"/>
            <a:ext cx="3878049" cy="3212976"/>
          </a:xfrm>
          <a:prstGeom prst="rect">
            <a:avLst/>
          </a:prstGeom>
        </p:spPr>
      </p:pic>
      <p:sp>
        <p:nvSpPr>
          <p:cNvPr id="5" name="Rectangle 4"/>
          <p:cNvSpPr/>
          <p:nvPr/>
        </p:nvSpPr>
        <p:spPr>
          <a:xfrm>
            <a:off x="6261045" y="5085184"/>
            <a:ext cx="752130" cy="292388"/>
          </a:xfrm>
          <a:prstGeom prst="rect">
            <a:avLst/>
          </a:prstGeom>
        </p:spPr>
        <p:txBody>
          <a:bodyPr wrap="none" rtlCol="1">
            <a:spAutoFit/>
          </a:bodyPr>
          <a:lstStyle/>
          <a:p>
            <a:pPr algn="ctr" rtl="1"/>
            <a:r>
              <a:rPr lang="ar-EG" sz="1300" b="1" dirty="0">
                <a:latin typeface="Sakkal Majalla" panose="02000000000000000000" pitchFamily="2" charset="-78"/>
                <a:cs typeface="Sakkal Majalla" panose="02000000000000000000" pitchFamily="2" charset="-78"/>
              </a:rPr>
              <a:t>كيس</a:t>
            </a:r>
            <a:r>
              <a:rPr lang="ar" sz="1300" b="1" dirty="0">
                <a:latin typeface="Sakkal Majalla" panose="02000000000000000000" pitchFamily="2" charset="-78"/>
                <a:cs typeface="Sakkal Majalla" panose="02000000000000000000" pitchFamily="2" charset="-78"/>
              </a:rPr>
              <a:t> نايلون</a:t>
            </a:r>
            <a:endParaRPr lang="en-GB" sz="1300" b="1" i="0" dirty="0">
              <a:effectLst/>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E8FEF916-3DCE-59D2-6436-FC081711750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262851639"/>
      </p:ext>
    </p:extLst>
  </p:cSld>
  <p:clrMapOvr>
    <a:masterClrMapping/>
  </p:clrMapOvr>
  <p:transition>
    <p:sndAc>
      <p:stSnd>
        <p:snd r:embed="rId3" name="click.wav"/>
      </p:stSnd>
    </p:sndAc>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E2EDE-11F7-46CE-BFAA-6A6271DA9DD7}"/>
              </a:ext>
            </a:extLst>
          </p:cNvPr>
          <p:cNvSpPr>
            <a:spLocks noGrp="1"/>
          </p:cNvSpPr>
          <p:nvPr>
            <p:ph type="title"/>
          </p:nvPr>
        </p:nvSpPr>
        <p:spPr>
          <a:xfrm>
            <a:off x="457200" y="1412776"/>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استخدامات نموذجية </a:t>
            </a:r>
            <a:br>
              <a:rPr lang="en-GB" sz="3800" b="1" dirty="0">
                <a:latin typeface="Sakkal Majalla" panose="02000000000000000000" pitchFamily="2" charset="-78"/>
                <a:cs typeface="Sakkal Majalla" panose="02000000000000000000" pitchFamily="2" charset="-78"/>
              </a:rPr>
            </a:br>
            <a:r>
              <a:rPr lang="ar-EG" sz="3800" b="1" dirty="0">
                <a:latin typeface="Sakkal Majalla" panose="02000000000000000000" pitchFamily="2" charset="-78"/>
                <a:cs typeface="Sakkal Majalla" panose="02000000000000000000" pitchFamily="2" charset="-78"/>
              </a:rPr>
              <a:t>ل</a:t>
            </a:r>
            <a:r>
              <a:rPr lang="ar" sz="3800" b="1" dirty="0">
                <a:latin typeface="Sakkal Majalla" panose="02000000000000000000" pitchFamily="2" charset="-78"/>
                <a:cs typeface="Sakkal Majalla" panose="02000000000000000000" pitchFamily="2" charset="-78"/>
              </a:rPr>
              <a:t>مواد البوليمرات</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465FC7BD-8D1F-442D-BFDA-FC83B1D61968}"/>
              </a:ext>
            </a:extLst>
          </p:cNvPr>
          <p:cNvSpPr>
            <a:spLocks noGrp="1"/>
          </p:cNvSpPr>
          <p:nvPr>
            <p:ph sz="half" idx="2"/>
          </p:nvPr>
        </p:nvSpPr>
        <p:spPr>
          <a:xfrm>
            <a:off x="457200" y="2636912"/>
            <a:ext cx="7991475" cy="3609975"/>
          </a:xfrm>
        </p:spPr>
        <p:txBody>
          <a:bodyPr rtlCol="1"/>
          <a:lstStyle/>
          <a:p>
            <a:pPr marL="0" indent="0" rtl="1">
              <a:buNone/>
            </a:pPr>
            <a:r>
              <a:rPr lang="ar" sz="1600" b="1" dirty="0">
                <a:latin typeface="Sakkal Majalla" panose="02000000000000000000" pitchFamily="2" charset="-78"/>
                <a:cs typeface="Sakkal Majalla" panose="02000000000000000000" pitchFamily="2" charset="-78"/>
              </a:rPr>
              <a:t>بولي أميد (PA) أو نايلون:</a:t>
            </a:r>
          </a:p>
          <a:p>
            <a:pPr rtl="1"/>
            <a:r>
              <a:rPr lang="ar" sz="1600" dirty="0">
                <a:latin typeface="Sakkal Majalla" panose="02000000000000000000" pitchFamily="2" charset="-78"/>
                <a:cs typeface="Sakkal Majalla" panose="02000000000000000000" pitchFamily="2" charset="-78"/>
              </a:rPr>
              <a:t>الاستخدامات: يُستخدم في المحامل، والتروس، والأحبال، والمكونات الكهربائية.</a:t>
            </a:r>
          </a:p>
          <a:p>
            <a:pPr rtl="1"/>
            <a:r>
              <a:rPr lang="ar" sz="1600" dirty="0">
                <a:latin typeface="Sakkal Majalla" panose="02000000000000000000" pitchFamily="2" charset="-78"/>
                <a:cs typeface="Sakkal Majalla" panose="02000000000000000000" pitchFamily="2" charset="-78"/>
              </a:rPr>
              <a:t>السبب: يشتهر النايلون بمقاومته العالية ومقاومته للبلى وخواصه الميكانيكية الممتازة، ما يجعله مثاليًا للأجزاء الميكانيكية عالية الضغط.</a:t>
            </a:r>
          </a:p>
          <a:p>
            <a:pPr marL="0" indent="0" rtl="1">
              <a:buNone/>
            </a:pPr>
            <a:r>
              <a:rPr lang="ar" sz="1600" b="1" dirty="0">
                <a:latin typeface="Sakkal Majalla" panose="02000000000000000000" pitchFamily="2" charset="-78"/>
                <a:cs typeface="Sakkal Majalla" panose="02000000000000000000" pitchFamily="2" charset="-78"/>
              </a:rPr>
              <a:t>يوريا-فورمالدهيد (UF):</a:t>
            </a:r>
          </a:p>
          <a:p>
            <a:pPr rtl="1"/>
            <a:r>
              <a:rPr lang="ar" sz="1600" dirty="0">
                <a:latin typeface="Sakkal Majalla" panose="02000000000000000000" pitchFamily="2" charset="-78"/>
                <a:cs typeface="Sakkal Majalla" panose="02000000000000000000" pitchFamily="2" charset="-78"/>
              </a:rPr>
              <a:t>الاستخدامات: تُوجد عادةً في المقابس والمآخذ الكهربائية.</a:t>
            </a:r>
          </a:p>
          <a:p>
            <a:pPr rtl="1"/>
            <a:r>
              <a:rPr lang="ar" sz="1600" dirty="0">
                <a:latin typeface="Sakkal Majalla" panose="02000000000000000000" pitchFamily="2" charset="-78"/>
                <a:cs typeface="Sakkal Majalla" panose="02000000000000000000" pitchFamily="2" charset="-78"/>
              </a:rPr>
              <a:t>السبب: اليوريا فورمالدهيد عبارة عن راتنج مصلد بالحرارة يتمتع بخواص عزل كهربائية عالية، ما يجعله مناسبًا للاستخدامات الكهربائية.</a:t>
            </a:r>
          </a:p>
          <a:p>
            <a:pPr marL="0" indent="0" rtl="1">
              <a:buNone/>
            </a:pPr>
            <a:r>
              <a:rPr lang="ar" sz="1600" b="1" dirty="0">
                <a:latin typeface="Sakkal Majalla" panose="02000000000000000000" pitchFamily="2" charset="-78"/>
                <a:cs typeface="Sakkal Majalla" panose="02000000000000000000" pitchFamily="2" charset="-78"/>
              </a:rPr>
              <a:t>بولي يوريثان (فوم):</a:t>
            </a:r>
          </a:p>
          <a:p>
            <a:pPr rtl="1"/>
            <a:r>
              <a:rPr lang="ar" sz="1600" dirty="0">
                <a:latin typeface="Sakkal Majalla" panose="02000000000000000000" pitchFamily="2" charset="-78"/>
                <a:cs typeface="Sakkal Majalla" panose="02000000000000000000" pitchFamily="2" charset="-78"/>
              </a:rPr>
              <a:t>الاستخدامات: يُستخدم في عجلات لوح التزلج، وموانع التسرب الرغوية، والحشوات، وجلبات تعليق السيارات.</a:t>
            </a:r>
          </a:p>
          <a:p>
            <a:pPr rtl="1"/>
            <a:r>
              <a:rPr lang="ar" sz="1600" dirty="0">
                <a:latin typeface="Sakkal Majalla" panose="02000000000000000000" pitchFamily="2" charset="-78"/>
                <a:cs typeface="Sakkal Majalla" panose="02000000000000000000" pitchFamily="2" charset="-78"/>
              </a:rPr>
              <a:t>السبب: يوفر البولي يوريثان المرونة ومقاومة التآكل وخواص التحميل الممتازة، ما يجعله مناسبًا للاستخدامات الديناميكية والثابتة في مختلف الصناعات.</a:t>
            </a:r>
            <a:br>
              <a:rPr lang="en-GB" sz="1600" dirty="0">
                <a:latin typeface="Sakkal Majalla" panose="02000000000000000000" pitchFamily="2" charset="-78"/>
                <a:cs typeface="Sakkal Majalla" panose="02000000000000000000" pitchFamily="2" charset="-78"/>
              </a:rPr>
            </a:br>
            <a:endParaRPr lang="en-GB" sz="1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13FFE957-2F40-1B20-5D71-D99B780D3CE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470843713"/>
      </p:ext>
    </p:extLst>
  </p:cSld>
  <p:clrMapOvr>
    <a:masterClrMapping/>
  </p:clrMapOvr>
  <p:transition>
    <p:sndAc>
      <p:stSnd>
        <p:snd r:embed="rId2" name="click.wav"/>
      </p:stSnd>
    </p:sndAc>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1E088-07D3-457F-9408-780A1EC4BCA2}"/>
              </a:ext>
            </a:extLst>
          </p:cNvPr>
          <p:cNvSpPr>
            <a:spLocks noGrp="1"/>
          </p:cNvSpPr>
          <p:nvPr>
            <p:ph type="title"/>
          </p:nvPr>
        </p:nvSpPr>
        <p:spPr>
          <a:xfrm>
            <a:off x="374848" y="1412776"/>
            <a:ext cx="8229600" cy="863600"/>
          </a:xfrm>
        </p:spPr>
        <p:txBody>
          <a:bodyPr rtlCol="1"/>
          <a:lstStyle/>
          <a:p>
            <a:pPr rtl="1"/>
            <a:br>
              <a:rPr lang="en-GB"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استخدامات نموذجية </a:t>
            </a:r>
            <a:br>
              <a:rPr lang="en-GB" sz="3800" b="1" dirty="0">
                <a:latin typeface="Sakkal Majalla" panose="02000000000000000000" pitchFamily="2" charset="-78"/>
                <a:cs typeface="Sakkal Majalla" panose="02000000000000000000" pitchFamily="2" charset="-78"/>
              </a:rPr>
            </a:br>
            <a:r>
              <a:rPr lang="ar-EG" sz="3800" b="1" dirty="0">
                <a:latin typeface="Sakkal Majalla" panose="02000000000000000000" pitchFamily="2" charset="-78"/>
                <a:cs typeface="Sakkal Majalla" panose="02000000000000000000" pitchFamily="2" charset="-78"/>
              </a:rPr>
              <a:t>ل</a:t>
            </a:r>
            <a:r>
              <a:rPr lang="ar" sz="3800" b="1" dirty="0">
                <a:latin typeface="Sakkal Majalla" panose="02000000000000000000" pitchFamily="2" charset="-78"/>
                <a:cs typeface="Sakkal Majalla" panose="02000000000000000000" pitchFamily="2" charset="-78"/>
              </a:rPr>
              <a:t>مواد السيراميك</a:t>
            </a:r>
            <a:br>
              <a:rPr lang="en-GB" sz="3800" dirty="0">
                <a:latin typeface="Sakkal Majalla" panose="02000000000000000000" pitchFamily="2" charset="-78"/>
                <a:cs typeface="Sakkal Majalla" panose="02000000000000000000" pitchFamily="2" charset="-78"/>
              </a:rPr>
            </a:b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A7D2E2B5-9363-43FA-8722-010E3CE78D26}"/>
              </a:ext>
            </a:extLst>
          </p:cNvPr>
          <p:cNvSpPr>
            <a:spLocks noGrp="1"/>
          </p:cNvSpPr>
          <p:nvPr>
            <p:ph sz="half" idx="2"/>
          </p:nvPr>
        </p:nvSpPr>
        <p:spPr>
          <a:xfrm>
            <a:off x="468312" y="2636912"/>
            <a:ext cx="7991475" cy="4464496"/>
          </a:xfrm>
        </p:spPr>
        <p:txBody>
          <a:bodyPr rtlCol="1"/>
          <a:lstStyle/>
          <a:p>
            <a:pPr marL="0" indent="0" rtl="1">
              <a:buNone/>
            </a:pPr>
            <a:r>
              <a:rPr lang="ar" sz="1800" dirty="0">
                <a:latin typeface="Sakkal Majalla" panose="02000000000000000000" pitchFamily="2" charset="-78"/>
                <a:cs typeface="Sakkal Majalla" panose="02000000000000000000" pitchFamily="2" charset="-78"/>
              </a:rPr>
              <a:t>يُعرف السيراميك بصلابته ومقاومته لدرجات الحرارة العالية وخواص العزل الكهربائي. ويُستخدم في مجموعة متنوعة من التطبيقات عالية الأداء، منها: </a:t>
            </a:r>
          </a:p>
          <a:p>
            <a:pPr marL="0" indent="0" rtl="1">
              <a:buNone/>
            </a:pPr>
            <a:r>
              <a:rPr lang="ar" sz="1800" b="1" dirty="0">
                <a:latin typeface="Sakkal Majalla" panose="02000000000000000000" pitchFamily="2" charset="-78"/>
                <a:cs typeface="Sakkal Majalla" panose="02000000000000000000" pitchFamily="2" charset="-78"/>
              </a:rPr>
              <a:t>المركبات:</a:t>
            </a:r>
          </a:p>
          <a:p>
            <a:pPr rtl="1"/>
            <a:r>
              <a:rPr lang="ar" sz="1800" dirty="0">
                <a:latin typeface="Sakkal Majalla" panose="02000000000000000000" pitchFamily="2" charset="-78"/>
                <a:cs typeface="Sakkal Majalla" panose="02000000000000000000" pitchFamily="2" charset="-78"/>
              </a:rPr>
              <a:t>الاستخدامات: مكونات الصمام، ومكونات مضخة الماء والوقود، ومكونات المحول الحفاز، وأقراص المكابح.</a:t>
            </a:r>
          </a:p>
          <a:p>
            <a:pPr rtl="1"/>
            <a:r>
              <a:rPr lang="ar" sz="1800" dirty="0">
                <a:latin typeface="Sakkal Majalla" panose="02000000000000000000" pitchFamily="2" charset="-78"/>
                <a:cs typeface="Sakkal Majalla" panose="02000000000000000000" pitchFamily="2" charset="-78"/>
              </a:rPr>
              <a:t>السبب: يمكن للسيراميك تحمل درجات الحرارة العالية والتآكل، ما يجعله مثاليًا لمكونات السيارات التي تتطلب المتانة والمقاومة الحرارية.</a:t>
            </a:r>
          </a:p>
          <a:p>
            <a:pPr marL="0" indent="0" rtl="1">
              <a:buNone/>
            </a:pPr>
            <a:endParaRPr lang="en-GB" sz="1800" b="1" dirty="0">
              <a:latin typeface="Sakkal Majalla" panose="02000000000000000000" pitchFamily="2" charset="-78"/>
              <a:cs typeface="Sakkal Majalla" panose="02000000000000000000" pitchFamily="2" charset="-78"/>
            </a:endParaRPr>
          </a:p>
          <a:p>
            <a:pPr marL="0" indent="0" rtl="1">
              <a:buNone/>
            </a:pPr>
            <a:r>
              <a:rPr lang="ar" sz="1800" b="1" dirty="0">
                <a:latin typeface="Sakkal Majalla" panose="02000000000000000000" pitchFamily="2" charset="-78"/>
                <a:cs typeface="Sakkal Majalla" panose="02000000000000000000" pitchFamily="2" charset="-78"/>
              </a:rPr>
              <a:t>الإلكترونيات:</a:t>
            </a:r>
          </a:p>
          <a:p>
            <a:pPr rtl="1"/>
            <a:r>
              <a:rPr lang="ar" sz="1800" dirty="0">
                <a:latin typeface="Sakkal Majalla" panose="02000000000000000000" pitchFamily="2" charset="-78"/>
                <a:cs typeface="Sakkal Majalla" panose="02000000000000000000" pitchFamily="2" charset="-78"/>
              </a:rPr>
              <a:t>الاستخدامات: المكثفات، والعوازل، وأحواض الحرارة.</a:t>
            </a:r>
          </a:p>
          <a:p>
            <a:pPr rtl="1"/>
            <a:r>
              <a:rPr lang="ar" sz="1800" dirty="0">
                <a:latin typeface="Sakkal Majalla" panose="02000000000000000000" pitchFamily="2" charset="-78"/>
                <a:cs typeface="Sakkal Majalla" panose="02000000000000000000" pitchFamily="2" charset="-78"/>
              </a:rPr>
              <a:t>السبب: يمتلك السيراميك خواص عزل كهربائية ممتازة وثباتًا حراريًا، وهو أمر ضروري للمكونات الإلكترونية التي تعمل في بيئات عالية الحرارة</a:t>
            </a:r>
          </a:p>
        </p:txBody>
      </p:sp>
      <p:sp>
        <p:nvSpPr>
          <p:cNvPr id="4" name="Footer Placeholder 2">
            <a:extLst>
              <a:ext uri="{FF2B5EF4-FFF2-40B4-BE49-F238E27FC236}">
                <a16:creationId xmlns:a16="http://schemas.microsoft.com/office/drawing/2014/main" id="{65F1C783-D931-3B42-7987-AB68D2A4CB6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802178889"/>
      </p:ext>
    </p:extLst>
  </p:cSld>
  <p:clrMapOvr>
    <a:masterClrMapping/>
  </p:clrMapOvr>
  <p:transition>
    <p:sndAc>
      <p:stSnd>
        <p:snd r:embed="rId2" name="click.wav"/>
      </p:stSnd>
    </p:sndAc>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63CDC-8938-45E2-9E2D-ADD4A30F666F}"/>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استخدامات نموذجية </a:t>
            </a:r>
            <a:br>
              <a:rPr lang="en-GB" sz="3800" b="1" dirty="0">
                <a:latin typeface="Sakkal Majalla" panose="02000000000000000000" pitchFamily="2" charset="-78"/>
                <a:cs typeface="Sakkal Majalla" panose="02000000000000000000" pitchFamily="2" charset="-78"/>
              </a:rPr>
            </a:br>
            <a:r>
              <a:rPr lang="ar-EG" sz="3800" b="1" dirty="0">
                <a:latin typeface="Sakkal Majalla" panose="02000000000000000000" pitchFamily="2" charset="-78"/>
                <a:cs typeface="Sakkal Majalla" panose="02000000000000000000" pitchFamily="2" charset="-78"/>
              </a:rPr>
              <a:t>ل</a:t>
            </a:r>
            <a:r>
              <a:rPr lang="ar" sz="3800" b="1" dirty="0">
                <a:latin typeface="Sakkal Majalla" panose="02000000000000000000" pitchFamily="2" charset="-78"/>
                <a:cs typeface="Sakkal Majalla" panose="02000000000000000000" pitchFamily="2" charset="-78"/>
              </a:rPr>
              <a:t>مواد السيراميك</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BD61393D-A6BE-40B7-96BB-274EE22E8B70}"/>
              </a:ext>
            </a:extLst>
          </p:cNvPr>
          <p:cNvSpPr>
            <a:spLocks noGrp="1"/>
          </p:cNvSpPr>
          <p:nvPr>
            <p:ph sz="half" idx="2"/>
          </p:nvPr>
        </p:nvSpPr>
        <p:spPr>
          <a:xfrm>
            <a:off x="468312" y="2195513"/>
            <a:ext cx="7991475" cy="4401839"/>
          </a:xfrm>
        </p:spPr>
        <p:txBody>
          <a:bodyPr rtlCol="1"/>
          <a:lstStyle/>
          <a:p>
            <a:pPr marL="0" indent="0" rtl="1">
              <a:buNone/>
            </a:pPr>
            <a:r>
              <a:rPr lang="ar" sz="1600" b="1" dirty="0">
                <a:latin typeface="Sakkal Majalla" panose="02000000000000000000" pitchFamily="2" charset="-78"/>
                <a:cs typeface="Sakkal Majalla" panose="02000000000000000000" pitchFamily="2" charset="-78"/>
              </a:rPr>
              <a:t>الطاقة والبيئة:</a:t>
            </a:r>
          </a:p>
          <a:p>
            <a:pPr rtl="1"/>
            <a:r>
              <a:rPr lang="ar" sz="1600" dirty="0">
                <a:latin typeface="Sakkal Majalla" panose="02000000000000000000" pitchFamily="2" charset="-78"/>
                <a:cs typeface="Sakkal Majalla" panose="02000000000000000000" pitchFamily="2" charset="-78"/>
              </a:rPr>
              <a:t>الاستخدامات: مكونات المضخات، والخلايا الكهروضوئية، وتحويل الطاقة الحرارية الشمسية، وأنظمة طاقة الرياح والمياه.</a:t>
            </a:r>
          </a:p>
          <a:p>
            <a:pPr rtl="1"/>
            <a:r>
              <a:rPr lang="ar" sz="1600" dirty="0">
                <a:latin typeface="Sakkal Majalla" panose="02000000000000000000" pitchFamily="2" charset="-78"/>
                <a:cs typeface="Sakkal Majalla" panose="02000000000000000000" pitchFamily="2" charset="-78"/>
              </a:rPr>
              <a:t>السبب: يتميز السيراميك بالمتانة العالية والمقاومة للتآكل، ما يجعله مناسبًا لتقنيات الطاقة المتجددة والاستخدامات البيئية</a:t>
            </a:r>
          </a:p>
          <a:p>
            <a:pPr marL="0" indent="0" rtl="1">
              <a:buNone/>
            </a:pPr>
            <a:r>
              <a:rPr lang="ar" sz="1600" b="1" dirty="0">
                <a:latin typeface="Sakkal Majalla" panose="02000000000000000000" pitchFamily="2" charset="-78"/>
                <a:cs typeface="Sakkal Majalla" panose="02000000000000000000" pitchFamily="2" charset="-78"/>
              </a:rPr>
              <a:t>التكنولوجيا الطبية:</a:t>
            </a:r>
          </a:p>
          <a:p>
            <a:pPr rtl="1"/>
            <a:r>
              <a:rPr lang="ar" sz="1600" dirty="0">
                <a:latin typeface="Sakkal Majalla" panose="02000000000000000000" pitchFamily="2" charset="-78"/>
                <a:cs typeface="Sakkal Majalla" panose="02000000000000000000" pitchFamily="2" charset="-78"/>
              </a:rPr>
              <a:t>الاستخدامات: المفاصل البديلة، ومنتجات طب الأسنان.</a:t>
            </a:r>
          </a:p>
          <a:p>
            <a:pPr rtl="1"/>
            <a:r>
              <a:rPr lang="ar" sz="1600" dirty="0">
                <a:latin typeface="Sakkal Majalla" panose="02000000000000000000" pitchFamily="2" charset="-78"/>
                <a:cs typeface="Sakkal Majalla" panose="02000000000000000000" pitchFamily="2" charset="-78"/>
              </a:rPr>
              <a:t>السبب: يُستخدم السيراميك المتوافق حيويًا في الغرسات الطبية نظرًا لقوته ومقاومته للتآكل وقدرته على الاندماج مع الأنسجة البشرية.</a:t>
            </a:r>
          </a:p>
          <a:p>
            <a:pPr marL="0" indent="0" rtl="1">
              <a:buNone/>
            </a:pPr>
            <a:r>
              <a:rPr lang="ar" sz="1600" b="1" dirty="0">
                <a:latin typeface="Sakkal Majalla" panose="02000000000000000000" pitchFamily="2" charset="-78"/>
                <a:cs typeface="Sakkal Majalla" panose="02000000000000000000" pitchFamily="2" charset="-78"/>
              </a:rPr>
              <a:t>المجال الجوي:</a:t>
            </a:r>
          </a:p>
          <a:p>
            <a:pPr rtl="1"/>
            <a:r>
              <a:rPr lang="ar" sz="1600" dirty="0">
                <a:latin typeface="Sakkal Majalla" panose="02000000000000000000" pitchFamily="2" charset="-78"/>
                <a:cs typeface="Sakkal Majalla" panose="02000000000000000000" pitchFamily="2" charset="-78"/>
              </a:rPr>
              <a:t>الاستخدامات: مكونات المحرك، وهيكل الطائرة.</a:t>
            </a:r>
          </a:p>
          <a:p>
            <a:pPr rtl="1"/>
            <a:r>
              <a:rPr lang="ar" sz="1600" dirty="0">
                <a:latin typeface="Sakkal Majalla" panose="02000000000000000000" pitchFamily="2" charset="-78"/>
                <a:cs typeface="Sakkal Majalla" panose="02000000000000000000" pitchFamily="2" charset="-78"/>
              </a:rPr>
              <a:t>السبب: يُستخدم السيراميك في مجال الطيران نظرًا لقدرته على تحمل درجات الحرارة القصوى والضغوط، خاصة في المحركات والمناطق الحساسة للحرارة.</a:t>
            </a:r>
          </a:p>
          <a:p>
            <a:pPr marL="0" indent="0" rtl="1">
              <a:buNone/>
            </a:pPr>
            <a:r>
              <a:rPr lang="ar" sz="1600" b="1" dirty="0">
                <a:latin typeface="Sakkal Majalla" panose="02000000000000000000" pitchFamily="2" charset="-78"/>
                <a:cs typeface="Sakkal Majalla" panose="02000000000000000000" pitchFamily="2" charset="-78"/>
              </a:rPr>
              <a:t>الصناعة الحديثة:</a:t>
            </a:r>
          </a:p>
          <a:p>
            <a:pPr rtl="1"/>
            <a:r>
              <a:rPr lang="ar" sz="1600" dirty="0">
                <a:latin typeface="Sakkal Majalla" panose="02000000000000000000" pitchFamily="2" charset="-78"/>
                <a:cs typeface="Sakkal Majalla" panose="02000000000000000000" pitchFamily="2" charset="-78"/>
              </a:rPr>
              <a:t>الاستخدامات: عمليات التفريز والتجليخ، ورؤوس القطع، وتصنيع الورق عالي السرعة، وموجهات اللحام، وقوالب البثق، وصناعات العمليات الكيميائية.</a:t>
            </a:r>
          </a:p>
          <a:p>
            <a:pPr rtl="1"/>
            <a:r>
              <a:rPr lang="ar" sz="1600" dirty="0">
                <a:latin typeface="Sakkal Majalla" panose="02000000000000000000" pitchFamily="2" charset="-78"/>
                <a:cs typeface="Sakkal Majalla" panose="02000000000000000000" pitchFamily="2" charset="-78"/>
              </a:rPr>
              <a:t>السبب: إن صلابة السيراميك ومقاومته للتآكل تجعله مثاليًا للاستخدام في أدوات القطع والعمليات الصناعية عالية الدقة</a:t>
            </a:r>
          </a:p>
        </p:txBody>
      </p:sp>
      <p:sp>
        <p:nvSpPr>
          <p:cNvPr id="4" name="Footer Placeholder 2">
            <a:extLst>
              <a:ext uri="{FF2B5EF4-FFF2-40B4-BE49-F238E27FC236}">
                <a16:creationId xmlns:a16="http://schemas.microsoft.com/office/drawing/2014/main" id="{F7F97479-FB4C-E09C-4399-BD229390784A}"/>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37463417"/>
      </p:ext>
    </p:extLst>
  </p:cSld>
  <p:clrMapOvr>
    <a:masterClrMapping/>
  </p:clrMapOvr>
  <p:transition>
    <p:sndAc>
      <p:stSnd>
        <p:snd r:embed="rId2" name="click.wav"/>
      </p:stSnd>
    </p:sndAc>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195C2-76BA-49EC-AE5D-B85AF817F3EB}"/>
              </a:ext>
            </a:extLst>
          </p:cNvPr>
          <p:cNvSpPr>
            <a:spLocks noGrp="1"/>
          </p:cNvSpPr>
          <p:nvPr>
            <p:ph type="title"/>
          </p:nvPr>
        </p:nvSpPr>
        <p:spPr>
          <a:xfrm>
            <a:off x="478532" y="1412776"/>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استخدامات نموذجية </a:t>
            </a:r>
            <a:br>
              <a:rPr lang="en-GB" sz="3800" b="1" dirty="0">
                <a:latin typeface="Sakkal Majalla" panose="02000000000000000000" pitchFamily="2" charset="-78"/>
                <a:cs typeface="Sakkal Majalla" panose="02000000000000000000" pitchFamily="2" charset="-78"/>
              </a:rPr>
            </a:br>
            <a:r>
              <a:rPr lang="ar-EG" sz="3800" b="1" dirty="0">
                <a:latin typeface="Sakkal Majalla" panose="02000000000000000000" pitchFamily="2" charset="-78"/>
                <a:cs typeface="Sakkal Majalla" panose="02000000000000000000" pitchFamily="2" charset="-78"/>
              </a:rPr>
              <a:t>ل</a:t>
            </a:r>
            <a:r>
              <a:rPr lang="ar" sz="3800" b="1" dirty="0">
                <a:latin typeface="Sakkal Majalla" panose="02000000000000000000" pitchFamily="2" charset="-78"/>
                <a:cs typeface="Sakkal Majalla" panose="02000000000000000000" pitchFamily="2" charset="-78"/>
              </a:rPr>
              <a:t>مواد المُركبات</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8B53797D-029F-4BF0-92D4-F912F5F1AE7E}"/>
              </a:ext>
            </a:extLst>
          </p:cNvPr>
          <p:cNvSpPr>
            <a:spLocks noGrp="1"/>
          </p:cNvSpPr>
          <p:nvPr>
            <p:ph sz="half" idx="2"/>
          </p:nvPr>
        </p:nvSpPr>
        <p:spPr>
          <a:xfrm>
            <a:off x="457200" y="2780928"/>
            <a:ext cx="7991475" cy="3609975"/>
          </a:xfrm>
        </p:spPr>
        <p:txBody>
          <a:bodyPr rtlCol="1"/>
          <a:lstStyle/>
          <a:p>
            <a:pPr marL="0" indent="0" rtl="1">
              <a:buNone/>
            </a:pPr>
            <a:r>
              <a:rPr lang="ar" sz="1800" dirty="0">
                <a:latin typeface="Sakkal Majalla" panose="02000000000000000000" pitchFamily="2" charset="-78"/>
                <a:cs typeface="Sakkal Majalla" panose="02000000000000000000" pitchFamily="2" charset="-78"/>
              </a:rPr>
              <a:t>تجمع المُركبات بين مادتين أو أكثر لتحقيق خواص محسنة مثل المقاومة والقساوة ومقاومة درجات الحرارة المرتفعة. وتُستخدم في نطاق واسع في الصناعات التي تكون فيها المواد خفيفة الوزن وعالية الأداء ضرورية.</a:t>
            </a:r>
          </a:p>
          <a:p>
            <a:pPr marL="0" indent="0" rtl="1">
              <a:buNone/>
            </a:pPr>
            <a:r>
              <a:rPr lang="ar" sz="1800" b="1" dirty="0">
                <a:latin typeface="Sakkal Majalla" panose="02000000000000000000" pitchFamily="2" charset="-78"/>
                <a:cs typeface="Sakkal Majalla" panose="02000000000000000000" pitchFamily="2" charset="-78"/>
              </a:rPr>
              <a:t>بوليمر مقوى بالزجاج (GRP):</a:t>
            </a:r>
          </a:p>
          <a:p>
            <a:pPr rtl="1"/>
            <a:r>
              <a:rPr lang="ar" sz="1800" dirty="0">
                <a:latin typeface="Sakkal Majalla" panose="02000000000000000000" pitchFamily="2" charset="-78"/>
                <a:cs typeface="Sakkal Majalla" panose="02000000000000000000" pitchFamily="2" charset="-78"/>
              </a:rPr>
              <a:t>الاستخدامات: بدن القوارب، وألواح بدن السيارات، وتوربينات الرياح.</a:t>
            </a:r>
          </a:p>
          <a:p>
            <a:pPr rtl="1"/>
            <a:r>
              <a:rPr lang="ar" sz="1800" dirty="0">
                <a:latin typeface="Sakkal Majalla" panose="02000000000000000000" pitchFamily="2" charset="-78"/>
                <a:cs typeface="Sakkal Majalla" panose="02000000000000000000" pitchFamily="2" charset="-78"/>
              </a:rPr>
              <a:t>السبب: يوفر البوليمر المقوى بالزجاج نسبة مقاومة للوزن ومقاومة للتآكل ممتازة، ما يجعله مثاليًّا للهياكل الكبيرة التي تتطلب المتانة والمرونة في التصميم.</a:t>
            </a:r>
          </a:p>
          <a:p>
            <a:pPr marL="0" indent="0" rtl="1">
              <a:buNone/>
            </a:pPr>
            <a:r>
              <a:rPr lang="ar" sz="1800" b="1" dirty="0">
                <a:latin typeface="Sakkal Majalla" panose="02000000000000000000" pitchFamily="2" charset="-78"/>
                <a:cs typeface="Sakkal Majalla" panose="02000000000000000000" pitchFamily="2" charset="-78"/>
              </a:rPr>
              <a:t>البوليمر المقوى بألياف الكربون (CFRP):</a:t>
            </a:r>
          </a:p>
          <a:p>
            <a:pPr rtl="1"/>
            <a:r>
              <a:rPr lang="ar" sz="1800" dirty="0">
                <a:latin typeface="Sakkal Majalla" panose="02000000000000000000" pitchFamily="2" charset="-78"/>
                <a:cs typeface="Sakkal Majalla" panose="02000000000000000000" pitchFamily="2" charset="-78"/>
              </a:rPr>
              <a:t> الاستخدامات: المكونات الهيكلية للسيارات والفضاء.</a:t>
            </a:r>
          </a:p>
          <a:p>
            <a:pPr rtl="1"/>
            <a:r>
              <a:rPr lang="ar" sz="1800" dirty="0">
                <a:latin typeface="Sakkal Majalla" panose="02000000000000000000" pitchFamily="2" charset="-78"/>
                <a:cs typeface="Sakkal Majalla" panose="02000000000000000000" pitchFamily="2" charset="-78"/>
              </a:rPr>
              <a:t>السبب: يتميز البوليمر المقوى بألياف الكربون جدًّا بخفة الوزن والقوة، ما يجعله مثاليًا للاستخدامات عالية الأداء حيث يكون تقليل الوزن أمرًا بالغ الأهمية، كما هو الحال في الطائرات والسيارات الرياضية.</a:t>
            </a:r>
            <a:br>
              <a:rPr lang="en-GB" sz="1800" dirty="0">
                <a:latin typeface="Sakkal Majalla" panose="02000000000000000000" pitchFamily="2" charset="-78"/>
                <a:cs typeface="Sakkal Majalla" panose="02000000000000000000" pitchFamily="2" charset="-78"/>
              </a:rPr>
            </a:br>
            <a:endParaRPr lang="en-GB" sz="18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A47B4FB5-3DB2-92A8-EDC4-CC7A1C41500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467558461"/>
      </p:ext>
    </p:extLst>
  </p:cSld>
  <p:clrMapOvr>
    <a:masterClrMapping/>
  </p:clrMapOvr>
  <p:transition>
    <p:sndAc>
      <p:stSnd>
        <p:snd r:embed="rId2" name="click.wav"/>
      </p:stSnd>
    </p:sndAc>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A1C39-CE22-4F71-8843-D9AD40A37C81}"/>
              </a:ext>
            </a:extLst>
          </p:cNvPr>
          <p:cNvSpPr>
            <a:spLocks noGrp="1"/>
          </p:cNvSpPr>
          <p:nvPr>
            <p:ph type="title"/>
          </p:nvPr>
        </p:nvSpPr>
        <p:spPr>
          <a:xfrm>
            <a:off x="457200" y="134076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استخدامات نموذجية </a:t>
            </a:r>
            <a:br>
              <a:rPr lang="en-GB" sz="3800" b="1" dirty="0">
                <a:latin typeface="Sakkal Majalla" panose="02000000000000000000" pitchFamily="2" charset="-78"/>
                <a:cs typeface="Sakkal Majalla" panose="02000000000000000000" pitchFamily="2" charset="-78"/>
              </a:rPr>
            </a:br>
            <a:r>
              <a:rPr lang="ar-EG" sz="3800" b="1" dirty="0">
                <a:latin typeface="Sakkal Majalla" panose="02000000000000000000" pitchFamily="2" charset="-78"/>
                <a:cs typeface="Sakkal Majalla" panose="02000000000000000000" pitchFamily="2" charset="-78"/>
              </a:rPr>
              <a:t>ل</a:t>
            </a:r>
            <a:r>
              <a:rPr lang="ar" sz="3800" b="1" dirty="0">
                <a:latin typeface="Sakkal Majalla" panose="02000000000000000000" pitchFamily="2" charset="-78"/>
                <a:cs typeface="Sakkal Majalla" panose="02000000000000000000" pitchFamily="2" charset="-78"/>
              </a:rPr>
              <a:t>مواد المُركبات</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121F9EB1-E34E-4CB9-9A28-7276C12212A3}"/>
              </a:ext>
            </a:extLst>
          </p:cNvPr>
          <p:cNvSpPr>
            <a:spLocks noGrp="1"/>
          </p:cNvSpPr>
          <p:nvPr>
            <p:ph sz="half" idx="2"/>
          </p:nvPr>
        </p:nvSpPr>
        <p:spPr>
          <a:xfrm>
            <a:off x="701799" y="2492896"/>
            <a:ext cx="7991475" cy="4113807"/>
          </a:xfrm>
        </p:spPr>
        <p:txBody>
          <a:bodyPr rtlCol="1"/>
          <a:lstStyle/>
          <a:p>
            <a:pPr marL="0" indent="0" rtl="1">
              <a:buNone/>
            </a:pPr>
            <a:r>
              <a:rPr lang="ar" sz="1800" b="1" dirty="0">
                <a:latin typeface="Sakkal Majalla" panose="02000000000000000000" pitchFamily="2" charset="-78"/>
                <a:cs typeface="Sakkal Majalla" panose="02000000000000000000" pitchFamily="2" charset="-78"/>
              </a:rPr>
              <a:t>مُركبات مصفوفة التيتانيوم المعدنية (Ti MMC):</a:t>
            </a:r>
          </a:p>
          <a:p>
            <a:pPr rtl="1"/>
            <a:r>
              <a:rPr lang="ar" sz="1800" dirty="0">
                <a:latin typeface="Sakkal Majalla" panose="02000000000000000000" pitchFamily="2" charset="-78"/>
                <a:cs typeface="Sakkal Majalla" panose="02000000000000000000" pitchFamily="2" charset="-78"/>
              </a:rPr>
              <a:t>الاستخدامات: محركات الطيران وهياكل الطائرات.</a:t>
            </a:r>
          </a:p>
          <a:p>
            <a:pPr rtl="1"/>
            <a:r>
              <a:rPr lang="ar" sz="1800" dirty="0">
                <a:latin typeface="Sakkal Majalla" panose="02000000000000000000" pitchFamily="2" charset="-78"/>
                <a:cs typeface="Sakkal Majalla" panose="02000000000000000000" pitchFamily="2" charset="-78"/>
              </a:rPr>
              <a:t>السبب: تجمع مُركبات مصفوفة التيتانيوم المعدنية بين الخواص الخفيفة للتيتانيوم وتقوية الألياف، ما يوفر مقاومة عالية وقساوة ومقاومة لدرجات الحرارة المرتفعة، وهو أمر ضروري لهندسة الطيران</a:t>
            </a:r>
          </a:p>
          <a:p>
            <a:pPr marL="0" indent="0" rtl="1">
              <a:buNone/>
            </a:pPr>
            <a:r>
              <a:rPr lang="ar" sz="1800" b="1" dirty="0">
                <a:latin typeface="Sakkal Majalla" panose="02000000000000000000" pitchFamily="2" charset="-78"/>
                <a:cs typeface="Sakkal Majalla" panose="02000000000000000000" pitchFamily="2" charset="-78"/>
              </a:rPr>
              <a:t>مُركبات مصفوفة السيراميك المقوى بكربيد السيليكون (CMC):</a:t>
            </a:r>
          </a:p>
          <a:p>
            <a:pPr rtl="1"/>
            <a:r>
              <a:rPr lang="ar" sz="1800" dirty="0">
                <a:latin typeface="Sakkal Majalla" panose="02000000000000000000" pitchFamily="2" charset="-78"/>
                <a:cs typeface="Sakkal Majalla" panose="02000000000000000000" pitchFamily="2" charset="-78"/>
              </a:rPr>
              <a:t>الاستخدامات: تطبيقات الفضاء ذات درجة الحرارة العالية.</a:t>
            </a:r>
          </a:p>
          <a:p>
            <a:pPr rtl="1"/>
            <a:r>
              <a:rPr lang="ar" sz="1800" dirty="0">
                <a:latin typeface="Sakkal Majalla" panose="02000000000000000000" pitchFamily="2" charset="-78"/>
                <a:cs typeface="Sakkal Majalla" panose="02000000000000000000" pitchFamily="2" charset="-78"/>
              </a:rPr>
              <a:t>السبب: توفر مُركبات مصفوف السيراميك مقاومة حرارية فائقة وقوة ميكانيكية، ما يجعلها مثالية للاستخدام في المكونات المعرضة للحرارة الشديدة، مثل شفرات التوربينات وأجزاء المحرك في مجال الطيران.</a:t>
            </a:r>
          </a:p>
          <a:p>
            <a:pPr marL="0" indent="0" rtl="1">
              <a:buNone/>
            </a:pPr>
            <a:r>
              <a:rPr lang="ar" sz="1800" dirty="0">
                <a:latin typeface="Sakkal Majalla" panose="02000000000000000000" pitchFamily="2" charset="-78"/>
                <a:cs typeface="Sakkal Majalla" panose="02000000000000000000" pitchFamily="2" charset="-78"/>
              </a:rPr>
              <a:t>بفضل فهم الاستخدامات النموذجية للمواد غير المعدنية، يمكن للمهندسين اتخاذ خيارات قائمة على المعرفة حول المواد التي يجب استخدامها في مختلف البيئات الصناعية والتكنولوجية. يوفر كل نوع من أنواع المواد - البوليمرات والسيراميك والمُركبات - مزايا فريدة لتحديات هندسية محددة، ما يعزز أداء المنتجات وطول عمرها في الصناعات المتنوعة.</a:t>
            </a:r>
          </a:p>
          <a:p>
            <a:pPr rtl="1"/>
            <a:endParaRPr lang="en-GB" sz="18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41D7C9BF-07D2-55C7-3A1F-DF643D964B8A}"/>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1261037465"/>
      </p:ext>
    </p:extLst>
  </p:cSld>
  <p:clrMapOvr>
    <a:masterClrMapping/>
  </p:clrMapOvr>
  <p:transition>
    <p:sndAc>
      <p:stSnd>
        <p:snd r:embed="rId2" name="click.wav"/>
      </p:stSnd>
    </p:sndAc>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نتاج التعلم ب</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1511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الاستكشاف الآمن للخواص الميكانيكية للمواد غير </a:t>
            </a:r>
            <a:r>
              <a:rPr lang="ar-EG" sz="3800" b="1" dirty="0">
                <a:latin typeface="Sakkal Majalla" panose="02000000000000000000" pitchFamily="2" charset="-78"/>
                <a:cs typeface="Sakkal Majalla" panose="02000000000000000000" pitchFamily="2" charset="-78"/>
              </a:rPr>
              <a:t> المعدنية وتأثير </a:t>
            </a:r>
            <a:r>
              <a:rPr lang="ar-EG" sz="3800" b="1">
                <a:latin typeface="Sakkal Majalla" panose="02000000000000000000" pitchFamily="2" charset="-78"/>
                <a:cs typeface="Sakkal Majalla" panose="02000000000000000000" pitchFamily="2" charset="-78"/>
              </a:rPr>
              <a:t>العيوب البنيوية فيها</a:t>
            </a:r>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endParaRPr lang="en-US" sz="3800" b="1" dirty="0">
              <a:latin typeface="Sakkal Majalla" panose="02000000000000000000" pitchFamily="2" charset="-78"/>
              <a:cs typeface="Sakkal Majalla" panose="02000000000000000000" pitchFamily="2" charset="-78"/>
            </a:endParaRPr>
          </a:p>
          <a:p>
            <a:pPr algn="ctr" rtl="1"/>
            <a:r>
              <a:rPr lang="ar" sz="3800" b="1" dirty="0">
                <a:latin typeface="Sakkal Majalla" panose="02000000000000000000" pitchFamily="2" charset="-78"/>
                <a:cs typeface="Sakkal Majalla" panose="02000000000000000000" pitchFamily="2" charset="-78"/>
              </a:rPr>
              <a:t>المعدنية</a:t>
            </a:r>
          </a:p>
          <a:p>
            <a:pPr algn="ctr" rtl="1"/>
            <a:r>
              <a:rPr lang="ar" sz="3800" b="1" dirty="0">
                <a:latin typeface="Sakkal Majalla" panose="02000000000000000000" pitchFamily="2" charset="-78"/>
                <a:cs typeface="Sakkal Majalla" panose="02000000000000000000" pitchFamily="2" charset="-78"/>
              </a:rPr>
              <a:t>وتأثير العيوب البُنيوية فيها</a:t>
            </a:r>
          </a:p>
          <a:p>
            <a:pPr algn="ctr" rtl="1"/>
            <a:endParaRPr lang="en-GB" altLang="en-US" sz="38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4BB24A42-CCAC-B287-4E2B-7971B4C3C91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11838768"/>
      </p:ext>
    </p:extLst>
  </p:cSld>
  <p:clrMapOvr>
    <a:masterClrMapping/>
  </p:clrMapOvr>
  <p:transition>
    <p:sndAc>
      <p:stSnd>
        <p:snd r:embed="rId3" name="click.wav"/>
      </p:stSnd>
    </p:sndAc>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95620-C47F-4376-B117-AC27955FE60F}"/>
              </a:ext>
            </a:extLst>
          </p:cNvPr>
          <p:cNvSpPr>
            <a:spLocks noGrp="1"/>
          </p:cNvSpPr>
          <p:nvPr>
            <p:ph type="title"/>
          </p:nvPr>
        </p:nvSpPr>
        <p:spPr>
          <a:xfrm>
            <a:off x="457200" y="1195388"/>
            <a:ext cx="8229600" cy="863600"/>
          </a:xfrm>
        </p:spPr>
        <p:txBody>
          <a:bodyPr rtlCol="1"/>
          <a:lstStyle/>
          <a:p>
            <a:pPr rtl="1"/>
            <a:br>
              <a:rPr lang="en-GB" altLang="en-US" sz="2600" b="1" dirty="0">
                <a:latin typeface="Sakkal Majalla" panose="02000000000000000000" pitchFamily="2" charset="-78"/>
                <a:cs typeface="Sakkal Majalla" panose="02000000000000000000" pitchFamily="2" charset="-78"/>
              </a:rPr>
            </a:br>
            <a:br>
              <a:rPr lang="en-GB" altLang="en-US" sz="2600" b="1" dirty="0">
                <a:latin typeface="Sakkal Majalla" panose="02000000000000000000" pitchFamily="2" charset="-78"/>
                <a:cs typeface="Sakkal Majalla" panose="02000000000000000000" pitchFamily="2" charset="-78"/>
              </a:rPr>
            </a:br>
            <a:r>
              <a:rPr lang="ar" sz="2600" b="1" dirty="0">
                <a:latin typeface="Sakkal Majalla" panose="02000000000000000000" pitchFamily="2" charset="-78"/>
                <a:cs typeface="Sakkal Majalla" panose="02000000000000000000" pitchFamily="2" charset="-78"/>
              </a:rPr>
              <a:t>ب1: سلوك المواد غير المعدنية في أثناء الاستخدام</a:t>
            </a:r>
            <a:br>
              <a:rPr lang="en-GB" altLang="en-US" sz="2600" b="1" dirty="0">
                <a:highlight>
                  <a:srgbClr val="FFFF00"/>
                </a:highlight>
                <a:latin typeface="Sakkal Majalla" panose="02000000000000000000" pitchFamily="2" charset="-78"/>
                <a:cs typeface="Sakkal Majalla" panose="02000000000000000000" pitchFamily="2" charset="-78"/>
              </a:rPr>
            </a:br>
            <a:endParaRPr lang="en-GB" sz="26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23C606FD-6FB9-4808-B595-37A7B16BDD58}"/>
              </a:ext>
            </a:extLst>
          </p:cNvPr>
          <p:cNvSpPr>
            <a:spLocks noGrp="1"/>
          </p:cNvSpPr>
          <p:nvPr>
            <p:ph sz="half" idx="2"/>
          </p:nvPr>
        </p:nvSpPr>
        <p:spPr>
          <a:xfrm>
            <a:off x="468312" y="2195513"/>
            <a:ext cx="7991475" cy="3609975"/>
          </a:xfrm>
        </p:spPr>
        <p:txBody>
          <a:bodyPr rtlCol="1"/>
          <a:lstStyle/>
          <a:p>
            <a:pPr rtl="1"/>
            <a:r>
              <a:rPr lang="ar" sz="2600" dirty="0">
                <a:latin typeface="Sakkal Majalla" panose="02000000000000000000" pitchFamily="2" charset="-78"/>
                <a:cs typeface="Sakkal Majalla" panose="02000000000000000000" pitchFamily="2" charset="-78"/>
              </a:rPr>
              <a:t>يشير سلوك المواد غير المعدنية في أثناء الاستخدام إلى كيفية أدائها في ظل ظروف التشغيل الواقعية. ويعد هذا جانبًا بالغ الأهمية لضمان تلبية المواد لمتطلبات الأداء والمتانة الخاصة باستخدامات محددة. </a:t>
            </a:r>
          </a:p>
          <a:p>
            <a:pPr rtl="1"/>
            <a:r>
              <a:rPr lang="ar" sz="2600" dirty="0">
                <a:latin typeface="Sakkal Majalla" panose="02000000000000000000" pitchFamily="2" charset="-78"/>
                <a:cs typeface="Sakkal Majalla" panose="02000000000000000000" pitchFamily="2" charset="-78"/>
              </a:rPr>
              <a:t>تتمتع كل مجموعة من المواد - البوليمرات والسيراميك والمُركبات - بخصائص مرغوبة تجعلها مناسبة للاستخدام في مختلف المجالات الهندسية.</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D8A0DCED-8E9B-E9FF-B953-3DA849F8DF2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583525960"/>
      </p:ext>
    </p:extLst>
  </p:cSld>
  <p:clrMapOvr>
    <a:masterClrMapping/>
  </p:clrMapOvr>
  <p:transition>
    <p:sndAc>
      <p:stSnd>
        <p:snd r:embed="rId2" name="click.wav"/>
      </p:stSnd>
    </p:sndAc>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8DC58-0DE6-42DD-A780-C71170613DB2}"/>
              </a:ext>
            </a:extLst>
          </p:cNvPr>
          <p:cNvSpPr>
            <a:spLocks noGrp="1"/>
          </p:cNvSpPr>
          <p:nvPr>
            <p:ph type="title"/>
          </p:nvPr>
        </p:nvSpPr>
        <p:spPr>
          <a:xfrm>
            <a:off x="457201" y="1412776"/>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سلوك مواد البوليمرات في أثناء الاستخدام </a:t>
            </a:r>
            <a:br>
              <a:rPr lang="en-GB" sz="3800" b="1" dirty="0">
                <a:latin typeface="Sakkal Majalla" panose="02000000000000000000" pitchFamily="2" charset="-78"/>
                <a:cs typeface="Sakkal Majalla" panose="02000000000000000000" pitchFamily="2" charset="-78"/>
              </a:rPr>
            </a:b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14C05597-1472-4586-8FB9-0A8B7BCE1E8F}"/>
              </a:ext>
            </a:extLst>
          </p:cNvPr>
          <p:cNvSpPr>
            <a:spLocks noGrp="1"/>
          </p:cNvSpPr>
          <p:nvPr>
            <p:ph sz="half" idx="2"/>
          </p:nvPr>
        </p:nvSpPr>
        <p:spPr>
          <a:xfrm>
            <a:off x="576263" y="2564904"/>
            <a:ext cx="7991475" cy="3609975"/>
          </a:xfrm>
        </p:spPr>
        <p:txBody>
          <a:bodyPr rtlCol="1"/>
          <a:lstStyle/>
          <a:p>
            <a:pPr marL="0" indent="0" rtl="1">
              <a:buNone/>
            </a:pPr>
            <a:r>
              <a:rPr lang="ar" sz="1600" dirty="0">
                <a:latin typeface="Sakkal Majalla" panose="02000000000000000000" pitchFamily="2" charset="-78"/>
                <a:cs typeface="Sakkal Majalla" panose="02000000000000000000" pitchFamily="2" charset="-78"/>
              </a:rPr>
              <a:t>تُستخدم البوليمرات في نطاق واسع في العديد من الصناعات نظرًا لطبيعتها الخفيفة وتعدد استخداماتها. وتتضمن بعض السلوكيات المرغوبة في أثناء الاستخدام لمواد البوليمر ما يأتي:</a:t>
            </a:r>
          </a:p>
          <a:p>
            <a:pPr marL="0" indent="0" rtl="1">
              <a:buNone/>
            </a:pPr>
            <a:r>
              <a:rPr lang="ar" sz="1600" b="1" dirty="0">
                <a:latin typeface="Sakkal Majalla" panose="02000000000000000000" pitchFamily="2" charset="-78"/>
                <a:cs typeface="Sakkal Majalla" panose="02000000000000000000" pitchFamily="2" charset="-78"/>
              </a:rPr>
              <a:t>كثافة منخفضة (خفيفة الوزن):</a:t>
            </a:r>
          </a:p>
          <a:p>
            <a:pPr rtl="1"/>
            <a:r>
              <a:rPr lang="ar" sz="1600" dirty="0">
                <a:latin typeface="Sakkal Majalla" panose="02000000000000000000" pitchFamily="2" charset="-78"/>
                <a:cs typeface="Sakkal Majalla" panose="02000000000000000000" pitchFamily="2" charset="-78"/>
              </a:rPr>
              <a:t>تتميز البوليمرات، مثل البولي إيثيلين والبولي بروبلين، بخفة الوزن، ما يجعلها مثالية للاستخدامات التي يكون فيها تقليل الوزن أمرًا مهمًا، مثل التغليف ومكونات السيارات والسلع الاستهلاكية.</a:t>
            </a:r>
          </a:p>
          <a:p>
            <a:pPr marL="0" indent="0" rtl="1">
              <a:buNone/>
            </a:pPr>
            <a:r>
              <a:rPr lang="ar" sz="1600" b="1" dirty="0">
                <a:latin typeface="Sakkal Majalla" panose="02000000000000000000" pitchFamily="2" charset="-78"/>
                <a:cs typeface="Sakkal Majalla" panose="02000000000000000000" pitchFamily="2" charset="-78"/>
              </a:rPr>
              <a:t>مقاومة جيدة للمواد الكيميائية والتآكل:</a:t>
            </a:r>
          </a:p>
          <a:p>
            <a:pPr rtl="1"/>
            <a:r>
              <a:rPr lang="ar" sz="1600" dirty="0">
                <a:latin typeface="Sakkal Majalla" panose="02000000000000000000" pitchFamily="2" charset="-78"/>
                <a:cs typeface="Sakkal Majalla" panose="02000000000000000000" pitchFamily="2" charset="-78"/>
              </a:rPr>
              <a:t>توفر العديد من البوليمرات، مثل بولي فينيل الكلورايد و بولي تترافلوروإيثيلين، مقاومة ممتازة للمواد الكيميائية والتآكل. وهذا يجعلها مناسبة للاستخدام في البيئات المعرضة للمواد الكيميائية القاسية، مثل أنظمة الأنابيب والحاويات الكيميائية.</a:t>
            </a:r>
          </a:p>
          <a:p>
            <a:pPr marL="0" indent="0" rtl="1">
              <a:buNone/>
            </a:pPr>
            <a:r>
              <a:rPr lang="ar" sz="1600" b="1" dirty="0">
                <a:latin typeface="Sakkal Majalla" panose="02000000000000000000" pitchFamily="2" charset="-78"/>
                <a:cs typeface="Sakkal Majalla" panose="02000000000000000000" pitchFamily="2" charset="-78"/>
              </a:rPr>
              <a:t>العزل الحراري والكهربائي:</a:t>
            </a:r>
          </a:p>
          <a:p>
            <a:pPr rtl="1"/>
            <a:r>
              <a:rPr lang="ar" sz="1600" dirty="0">
                <a:latin typeface="Sakkal Majalla" panose="02000000000000000000" pitchFamily="2" charset="-78"/>
                <a:cs typeface="Sakkal Majalla" panose="02000000000000000000" pitchFamily="2" charset="-78"/>
              </a:rPr>
              <a:t>تعتبر البوليمرات مثل البولي يوريثين والنايلون عوازل جيدة للحرارة والكهرباء. وهذا يجعلها مثالية للمكونات الكهربائية ومواد العزل والاستخدامات التي تتطلب الحماية من المخاطر الكهربائية.</a:t>
            </a:r>
          </a:p>
        </p:txBody>
      </p:sp>
      <p:sp>
        <p:nvSpPr>
          <p:cNvPr id="4" name="Footer Placeholder 2">
            <a:extLst>
              <a:ext uri="{FF2B5EF4-FFF2-40B4-BE49-F238E27FC236}">
                <a16:creationId xmlns:a16="http://schemas.microsoft.com/office/drawing/2014/main" id="{B1D3BA9C-FCF1-0D03-B77E-56AB3DBFF63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1008704810"/>
      </p:ext>
    </p:extLst>
  </p:cSld>
  <p:clrMapOvr>
    <a:masterClrMapping/>
  </p:clrMapOvr>
  <p:transition>
    <p:sndAc>
      <p:stSnd>
        <p:snd r:embed="rId2" name="click.wav"/>
      </p:stSnd>
    </p:sndAc>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1B84F-43E1-463B-ACA8-12D4C3E9E774}"/>
              </a:ext>
            </a:extLst>
          </p:cNvPr>
          <p:cNvSpPr>
            <a:spLocks noGrp="1"/>
          </p:cNvSpPr>
          <p:nvPr>
            <p:ph type="title"/>
          </p:nvPr>
        </p:nvSpPr>
        <p:spPr>
          <a:xfrm>
            <a:off x="457200" y="1331913"/>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سلوك مواد السيراميك في أثناء الاستخدام </a:t>
            </a:r>
            <a:br>
              <a:rPr lang="en-GB" sz="3800" b="1" dirty="0">
                <a:latin typeface="Sakkal Majalla" panose="02000000000000000000" pitchFamily="2" charset="-78"/>
                <a:cs typeface="Sakkal Majalla" panose="02000000000000000000" pitchFamily="2" charset="-78"/>
              </a:rPr>
            </a:b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07AA92EF-60ED-4EC1-BB62-06709E69DDFF}"/>
              </a:ext>
            </a:extLst>
          </p:cNvPr>
          <p:cNvSpPr>
            <a:spLocks noGrp="1"/>
          </p:cNvSpPr>
          <p:nvPr>
            <p:ph sz="half" idx="2"/>
          </p:nvPr>
        </p:nvSpPr>
        <p:spPr>
          <a:xfrm>
            <a:off x="468312" y="2195513"/>
            <a:ext cx="4463728" cy="2025575"/>
          </a:xfrm>
        </p:spPr>
        <p:txBody>
          <a:bodyPr rtlCol="1"/>
          <a:lstStyle/>
          <a:p>
            <a:pPr rtl="1"/>
            <a:endParaRPr lang="en-GB" sz="2600" dirty="0">
              <a:latin typeface="Sakkal Majalla" panose="02000000000000000000" pitchFamily="2" charset="-78"/>
              <a:cs typeface="Sakkal Majalla" panose="02000000000000000000" pitchFamily="2" charset="-78"/>
            </a:endParaRPr>
          </a:p>
          <a:p>
            <a:pPr marL="0" indent="0" rtl="1">
              <a:buNone/>
            </a:pPr>
            <a:r>
              <a:rPr lang="ar" sz="2600" dirty="0">
                <a:latin typeface="Sakkal Majalla" panose="02000000000000000000" pitchFamily="2" charset="-78"/>
                <a:cs typeface="Sakkal Majalla" panose="02000000000000000000" pitchFamily="2" charset="-78"/>
              </a:rPr>
              <a:t>غالبًا ما تُختار البوليمرات لقدرتها على الحفاظ على خواصها في ظل ظروف متنوعة؛ منها التعرض للمواد الكيميائية ودرجات الحرارة المتغيرة، مع سهولة معالجتها وتصنيعها أيضًا.</a:t>
            </a:r>
            <a:endParaRPr lang="en-GB" sz="2600" dirty="0">
              <a:latin typeface="Sakkal Majalla" panose="02000000000000000000" pitchFamily="2" charset="-78"/>
              <a:cs typeface="Sakkal Majalla" panose="02000000000000000000" pitchFamily="2" charset="-78"/>
            </a:endParaRPr>
          </a:p>
        </p:txBody>
      </p:sp>
      <p:sp>
        <p:nvSpPr>
          <p:cNvPr id="4" name="Rectangle 3"/>
          <p:cNvSpPr/>
          <p:nvPr/>
        </p:nvSpPr>
        <p:spPr>
          <a:xfrm>
            <a:off x="5978900" y="5348654"/>
            <a:ext cx="2154757" cy="292388"/>
          </a:xfrm>
          <a:prstGeom prst="rect">
            <a:avLst/>
          </a:prstGeom>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وصلات أنابيب</a:t>
            </a:r>
            <a:r>
              <a:rPr lang="ar-EG" sz="1300" b="1" dirty="0">
                <a:latin typeface="Sakkal Majalla" panose="02000000000000000000" pitchFamily="2" charset="-78"/>
                <a:cs typeface="Sakkal Majalla" panose="02000000000000000000" pitchFamily="2" charset="-78"/>
              </a:rPr>
              <a:t> من</a:t>
            </a:r>
            <a:r>
              <a:rPr lang="ar" sz="1300" b="1" dirty="0">
                <a:latin typeface="Sakkal Majalla" panose="02000000000000000000" pitchFamily="2" charset="-78"/>
                <a:cs typeface="Sakkal Majalla" panose="02000000000000000000" pitchFamily="2" charset="-78"/>
              </a:rPr>
              <a:t> البولي فينيل الكلورايد</a:t>
            </a:r>
            <a:endParaRPr lang="en-GB" sz="1300" b="1" i="0" dirty="0">
              <a:effectLst/>
              <a:latin typeface="Sakkal Majalla" panose="02000000000000000000" pitchFamily="2" charset="-78"/>
              <a:cs typeface="Sakkal Majalla" panose="02000000000000000000" pitchFamily="2" charset="-78"/>
            </a:endParaRPr>
          </a:p>
        </p:txBody>
      </p:sp>
      <p:pic>
        <p:nvPicPr>
          <p:cNvPr id="7" name="Picture 6" descr="A blue pvc pipe and a can&#10;&#10;Description automatically generated">
            <a:extLst>
              <a:ext uri="{FF2B5EF4-FFF2-40B4-BE49-F238E27FC236}">
                <a16:creationId xmlns:a16="http://schemas.microsoft.com/office/drawing/2014/main" id="{A243833E-CA93-3F47-6B51-6D1D2C59C2B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58617" y="2977273"/>
            <a:ext cx="3489847" cy="2322191"/>
          </a:xfrm>
          <a:prstGeom prst="rect">
            <a:avLst/>
          </a:prstGeom>
        </p:spPr>
      </p:pic>
      <p:sp>
        <p:nvSpPr>
          <p:cNvPr id="5" name="Footer Placeholder 2">
            <a:extLst>
              <a:ext uri="{FF2B5EF4-FFF2-40B4-BE49-F238E27FC236}">
                <a16:creationId xmlns:a16="http://schemas.microsoft.com/office/drawing/2014/main" id="{A62BB020-E18E-28EC-7257-3F8E22771AF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29555275"/>
      </p:ext>
    </p:extLst>
  </p:cSld>
  <p:clrMapOvr>
    <a:masterClrMapping/>
  </p:clrMapOvr>
  <p:transition>
    <p:sndAc>
      <p:stSnd>
        <p:snd r:embed="rId2" name="click.wav"/>
      </p:stSnd>
    </p:sndAc>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50CD7-ACB2-4F7E-B310-1A6D76BF112E}"/>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سلوك مواد السيراميك في أثناء الاستخدام </a:t>
            </a:r>
            <a:br>
              <a:rPr lang="en-GB" sz="3800" b="1" dirty="0">
                <a:latin typeface="Sakkal Majalla" panose="02000000000000000000" pitchFamily="2" charset="-78"/>
                <a:cs typeface="Sakkal Majalla" panose="02000000000000000000" pitchFamily="2" charset="-78"/>
              </a:rPr>
            </a:b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A02E8D95-034D-4329-A5C1-AB8342862570}"/>
              </a:ext>
            </a:extLst>
          </p:cNvPr>
          <p:cNvSpPr>
            <a:spLocks noGrp="1"/>
          </p:cNvSpPr>
          <p:nvPr>
            <p:ph sz="half" idx="2"/>
          </p:nvPr>
        </p:nvSpPr>
        <p:spPr>
          <a:xfrm>
            <a:off x="457200" y="1916832"/>
            <a:ext cx="7991475" cy="4401839"/>
          </a:xfrm>
        </p:spPr>
        <p:txBody>
          <a:bodyPr rIns="0" rtlCol="1"/>
          <a:lstStyle/>
          <a:p>
            <a:pPr marL="0" indent="0" rtl="1">
              <a:buNone/>
            </a:pPr>
            <a:r>
              <a:rPr lang="ar" sz="1600" dirty="0">
                <a:latin typeface="Sakkal Majalla" panose="02000000000000000000" pitchFamily="2" charset="-78"/>
                <a:cs typeface="Sakkal Majalla" panose="02000000000000000000" pitchFamily="2" charset="-78"/>
              </a:rPr>
              <a:t>يشتهر السيراميك باستقراره الاستثنائي في درجات الحرارة العالية ومقاومته للتآكل، ما يجعله مادة لا غنى عنها في الصناعات التي تتطلب مواد متينة ومقاومة للحرارة. وتشمل السلوكيات المرغوبة في أثناء الاستخدام لمواد السيراميك ما يأتي:</a:t>
            </a:r>
          </a:p>
          <a:p>
            <a:pPr marL="0" indent="0" rtl="1">
              <a:buNone/>
            </a:pPr>
            <a:r>
              <a:rPr lang="ar" sz="1600" b="1" dirty="0">
                <a:latin typeface="Sakkal Majalla" panose="02000000000000000000" pitchFamily="2" charset="-78"/>
                <a:cs typeface="Sakkal Majalla" panose="02000000000000000000" pitchFamily="2" charset="-78"/>
              </a:rPr>
              <a:t>مقاومة جيدة في درجات الحرارة العالية:</a:t>
            </a:r>
          </a:p>
          <a:p>
            <a:pPr rtl="1"/>
            <a:r>
              <a:rPr lang="ar" sz="1600" dirty="0">
                <a:latin typeface="Sakkal Majalla" panose="02000000000000000000" pitchFamily="2" charset="-78"/>
                <a:cs typeface="Sakkal Majalla" panose="02000000000000000000" pitchFamily="2" charset="-78"/>
              </a:rPr>
              <a:t>يمكن للسيراميك مثل الألومينا وكربيد السيليكون الحفاظ على مقاومته وسلامته البُنيوية في درجات الحرارة المرتفعة، وذلك ضروري في استخدامات مثل شفرات التوربينات ومكونات المحرك والدروع الحرارية.</a:t>
            </a:r>
          </a:p>
          <a:p>
            <a:pPr marL="0" indent="0" rtl="1">
              <a:buNone/>
            </a:pPr>
            <a:r>
              <a:rPr lang="ar" sz="1600" b="1" dirty="0">
                <a:latin typeface="Sakkal Majalla" panose="02000000000000000000" pitchFamily="2" charset="-78"/>
                <a:cs typeface="Sakkal Majalla" panose="02000000000000000000" pitchFamily="2" charset="-78"/>
              </a:rPr>
              <a:t>مقاومة التآكل العالية:</a:t>
            </a:r>
          </a:p>
          <a:p>
            <a:pPr rtl="1"/>
            <a:r>
              <a:rPr lang="ar" sz="1600" dirty="0">
                <a:latin typeface="Sakkal Majalla" panose="02000000000000000000" pitchFamily="2" charset="-78"/>
                <a:cs typeface="Sakkal Majalla" panose="02000000000000000000" pitchFamily="2" charset="-78"/>
              </a:rPr>
              <a:t>يتميز السيراميك بصلابة استثنائية، ما يجعله مقاومًا للبلى والتآكل. وهذا مفيد في أدوات القطع واستخدامات التجليخ والأجزاء المعرضة للاحتكاك العالي.</a:t>
            </a:r>
          </a:p>
          <a:p>
            <a:pPr marL="0" indent="0" rtl="1">
              <a:buNone/>
            </a:pPr>
            <a:r>
              <a:rPr lang="ar" sz="1600" b="1" dirty="0">
                <a:latin typeface="Sakkal Majalla" panose="02000000000000000000" pitchFamily="2" charset="-78"/>
                <a:cs typeface="Sakkal Majalla" panose="02000000000000000000" pitchFamily="2" charset="-78"/>
              </a:rPr>
              <a:t>مقاومة التآكل:</a:t>
            </a:r>
          </a:p>
          <a:p>
            <a:pPr rtl="1"/>
            <a:r>
              <a:rPr lang="ar" sz="1600" dirty="0">
                <a:latin typeface="Sakkal Majalla" panose="02000000000000000000" pitchFamily="2" charset="-78"/>
                <a:cs typeface="Sakkal Majalla" panose="02000000000000000000" pitchFamily="2" charset="-78"/>
              </a:rPr>
              <a:t>يتميز السيراميك بمقاومة طبيعية لمعظم بيئات التآكل، ما يجعله مناسبًا </a:t>
            </a:r>
            <a:br>
              <a:rPr lang="en-US" sz="1600" dirty="0">
                <a:latin typeface="Sakkal Majalla" panose="02000000000000000000" pitchFamily="2" charset="-78"/>
                <a:cs typeface="Sakkal Majalla" panose="02000000000000000000" pitchFamily="2" charset="-78"/>
              </a:rPr>
            </a:br>
            <a:r>
              <a:rPr lang="ar" sz="1600" dirty="0">
                <a:latin typeface="Sakkal Majalla" panose="02000000000000000000" pitchFamily="2" charset="-78"/>
                <a:cs typeface="Sakkal Majalla" panose="02000000000000000000" pitchFamily="2" charset="-78"/>
              </a:rPr>
              <a:t>لاستخدامات المجال الكيميائي، مثل مكونات المضخة و الطلاءات الواقية </a:t>
            </a:r>
            <a:br>
              <a:rPr lang="en-US" sz="1600" dirty="0">
                <a:latin typeface="Sakkal Majalla" panose="02000000000000000000" pitchFamily="2" charset="-78"/>
                <a:cs typeface="Sakkal Majalla" panose="02000000000000000000" pitchFamily="2" charset="-78"/>
              </a:rPr>
            </a:br>
            <a:r>
              <a:rPr lang="ar" sz="1600" dirty="0">
                <a:latin typeface="Sakkal Majalla" panose="02000000000000000000" pitchFamily="2" charset="-78"/>
                <a:cs typeface="Sakkal Majalla" panose="02000000000000000000" pitchFamily="2" charset="-78"/>
              </a:rPr>
              <a:t>في البيئات القاسية</a:t>
            </a:r>
          </a:p>
          <a:p>
            <a:pPr marL="0" indent="0" rtl="1">
              <a:buNone/>
            </a:pPr>
            <a:endParaRPr lang="en-GB" sz="1600" dirty="0">
              <a:latin typeface="Sakkal Majalla" panose="02000000000000000000" pitchFamily="2" charset="-78"/>
              <a:cs typeface="Sakkal Majalla" panose="02000000000000000000" pitchFamily="2" charset="-78"/>
            </a:endParaRPr>
          </a:p>
          <a:p>
            <a:pPr marL="0" indent="0" rtl="1">
              <a:buNone/>
            </a:pPr>
            <a:r>
              <a:rPr lang="ar" sz="1600" dirty="0">
                <a:latin typeface="Sakkal Majalla" panose="02000000000000000000" pitchFamily="2" charset="-78"/>
                <a:cs typeface="Sakkal Majalla" panose="02000000000000000000" pitchFamily="2" charset="-78"/>
              </a:rPr>
              <a:t>قدرة السيراميك على تحمل الظروف القاسية دون تفكك تجعله مثاليًا للاستخدام </a:t>
            </a:r>
            <a:br>
              <a:rPr lang="en-US" sz="1600" dirty="0">
                <a:latin typeface="Sakkal Majalla" panose="02000000000000000000" pitchFamily="2" charset="-78"/>
                <a:cs typeface="Sakkal Majalla" panose="02000000000000000000" pitchFamily="2" charset="-78"/>
              </a:rPr>
            </a:br>
            <a:r>
              <a:rPr lang="ar" sz="1600" dirty="0">
                <a:latin typeface="Sakkal Majalla" panose="02000000000000000000" pitchFamily="2" charset="-78"/>
                <a:cs typeface="Sakkal Majalla" panose="02000000000000000000" pitchFamily="2" charset="-78"/>
              </a:rPr>
              <a:t>في حالات الإجهاد العالي،والبيئات ذات درجة الحرارة العالية.</a:t>
            </a:r>
          </a:p>
          <a:p>
            <a:pPr rtl="1"/>
            <a:endParaRPr lang="en-GB" sz="1600" dirty="0">
              <a:latin typeface="Sakkal Majalla" panose="02000000000000000000" pitchFamily="2" charset="-78"/>
              <a:cs typeface="Sakkal Majalla" panose="02000000000000000000" pitchFamily="2" charset="-78"/>
            </a:endParaRPr>
          </a:p>
          <a:p>
            <a:pPr marL="0" indent="0" rtl="1">
              <a:buNone/>
            </a:pPr>
            <a:br>
              <a:rPr lang="en-GB" sz="1600" dirty="0">
                <a:latin typeface="Sakkal Majalla" panose="02000000000000000000" pitchFamily="2" charset="-78"/>
                <a:cs typeface="Sakkal Majalla" panose="02000000000000000000" pitchFamily="2" charset="-78"/>
              </a:rPr>
            </a:br>
            <a:endParaRPr lang="en-GB" sz="1600" dirty="0">
              <a:latin typeface="Sakkal Majalla" panose="02000000000000000000" pitchFamily="2" charset="-78"/>
              <a:cs typeface="Sakkal Majalla" panose="02000000000000000000" pitchFamily="2" charset="-78"/>
            </a:endParaRPr>
          </a:p>
        </p:txBody>
      </p:sp>
      <p:pic>
        <p:nvPicPr>
          <p:cNvPr id="6" name="Picture 5" descr="A close-up of a power plant&#10;&#10;Description automatically generated">
            <a:extLst>
              <a:ext uri="{FF2B5EF4-FFF2-40B4-BE49-F238E27FC236}">
                <a16:creationId xmlns:a16="http://schemas.microsoft.com/office/drawing/2014/main" id="{B983359C-66C3-89A2-A241-84B37D0B85F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27584" y="4293096"/>
            <a:ext cx="2510048" cy="1882536"/>
          </a:xfrm>
          <a:prstGeom prst="rect">
            <a:avLst/>
          </a:prstGeom>
        </p:spPr>
      </p:pic>
      <p:sp>
        <p:nvSpPr>
          <p:cNvPr id="4" name="Footer Placeholder 2">
            <a:extLst>
              <a:ext uri="{FF2B5EF4-FFF2-40B4-BE49-F238E27FC236}">
                <a16:creationId xmlns:a16="http://schemas.microsoft.com/office/drawing/2014/main" id="{5711FE27-FE29-1C6E-E67C-5924E2278BD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790584420"/>
      </p:ext>
    </p:extLst>
  </p:cSld>
  <p:clrMapOvr>
    <a:masterClrMapping/>
  </p:clrMapOvr>
  <p:transition>
    <p:sndAc>
      <p:stSnd>
        <p:snd r:embed="rId2" name="click.wav"/>
      </p:stSnd>
    </p:sndAc>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356B2-99D5-4187-A22A-F31DC9BC01DD}"/>
              </a:ext>
            </a:extLst>
          </p:cNvPr>
          <p:cNvSpPr>
            <a:spLocks noGrp="1"/>
          </p:cNvSpPr>
          <p:nvPr>
            <p:ph type="title"/>
          </p:nvPr>
        </p:nvSpPr>
        <p:spPr>
          <a:xfrm>
            <a:off x="457200" y="1412776"/>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سلوك مواد المُركبات في أثناء الاستخدام </a:t>
            </a:r>
            <a:br>
              <a:rPr lang="en-GB" sz="3800" b="1" dirty="0">
                <a:latin typeface="Sakkal Majalla" panose="02000000000000000000" pitchFamily="2" charset="-78"/>
                <a:cs typeface="Sakkal Majalla" panose="02000000000000000000" pitchFamily="2" charset="-78"/>
              </a:rPr>
            </a:b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C2A6EFCA-7736-4A16-A063-BC775ED99358}"/>
              </a:ext>
            </a:extLst>
          </p:cNvPr>
          <p:cNvSpPr>
            <a:spLocks noGrp="1"/>
          </p:cNvSpPr>
          <p:nvPr>
            <p:ph sz="half" idx="2"/>
          </p:nvPr>
        </p:nvSpPr>
        <p:spPr>
          <a:xfrm>
            <a:off x="478663" y="2204864"/>
            <a:ext cx="7991475" cy="4536503"/>
          </a:xfrm>
        </p:spPr>
        <p:txBody>
          <a:bodyPr rtlCol="1"/>
          <a:lstStyle/>
          <a:p>
            <a:pPr marL="0" indent="0" rtl="1">
              <a:buNone/>
            </a:pPr>
            <a:r>
              <a:rPr lang="ar" sz="1600" dirty="0">
                <a:latin typeface="Sakkal Majalla" panose="02000000000000000000" pitchFamily="2" charset="-78"/>
                <a:cs typeface="Sakkal Majalla" panose="02000000000000000000" pitchFamily="2" charset="-78"/>
              </a:rPr>
              <a:t>صُممت المُركبات لتوفير أداء فائق من خلال الجمع بين فوائد المواد المختلفة. وتشمل سلوكياتها المرغوبة في أثناء الاستخدام ما يأتي:</a:t>
            </a:r>
          </a:p>
          <a:p>
            <a:pPr marL="0" indent="0" rtl="1">
              <a:buNone/>
            </a:pPr>
            <a:r>
              <a:rPr lang="ar" sz="1600" b="1" dirty="0">
                <a:latin typeface="Sakkal Majalla" panose="02000000000000000000" pitchFamily="2" charset="-78"/>
                <a:cs typeface="Sakkal Majalla" panose="02000000000000000000" pitchFamily="2" charset="-78"/>
              </a:rPr>
              <a:t>كثافة منخفضة (خفيفة الوزن):</a:t>
            </a:r>
          </a:p>
          <a:p>
            <a:pPr rtl="1"/>
            <a:r>
              <a:rPr lang="ar" sz="1600" dirty="0">
                <a:latin typeface="Sakkal Majalla" panose="02000000000000000000" pitchFamily="2" charset="-78"/>
                <a:cs typeface="Sakkal Majalla" panose="02000000000000000000" pitchFamily="2" charset="-78"/>
              </a:rPr>
              <a:t>توفر مُركبات مثل البوليمرات المقواة بالزجاج والبوليمرات المقواة بألياف الكربون مقاومة عالية مع الحفاظ على خفة الوزن. وهذا يجعلها مثالية لتطبيقات الفضاء والسيارات والمعدات الرياضية، حيث يعد تقليل الوزن دون التضحية بالمقاومة أمرًا بالغ الأهمية.</a:t>
            </a:r>
          </a:p>
          <a:p>
            <a:pPr marL="0" indent="0" rtl="1">
              <a:buNone/>
            </a:pPr>
            <a:r>
              <a:rPr lang="ar" sz="1600" b="1" dirty="0">
                <a:latin typeface="Sakkal Majalla" panose="02000000000000000000" pitchFamily="2" charset="-78"/>
                <a:cs typeface="Sakkal Majalla" panose="02000000000000000000" pitchFamily="2" charset="-78"/>
              </a:rPr>
              <a:t>قساوة عالية ومقاومة الشد:</a:t>
            </a:r>
          </a:p>
          <a:p>
            <a:pPr rtl="1"/>
            <a:r>
              <a:rPr lang="ar" sz="1600" dirty="0">
                <a:latin typeface="Sakkal Majalla" panose="02000000000000000000" pitchFamily="2" charset="-78"/>
                <a:cs typeface="Sakkal Majalla" panose="02000000000000000000" pitchFamily="2" charset="-78"/>
              </a:rPr>
              <a:t>تُظهر المُركبات قساوة ومقاومة شد ممتازة، ما يسمح لها بتحمل الأحمال العالية دون تشوه مفرط. وهذه الخاصية مفيدة بشكل خاص في المكونات الهيكلية في صناعات السيارات والفضاء، حيث تكون للصلابة والمقاومة أهمية بالغة.</a:t>
            </a:r>
          </a:p>
          <a:p>
            <a:pPr marL="0" indent="0" rtl="1">
              <a:buNone/>
            </a:pPr>
            <a:r>
              <a:rPr lang="ar" sz="1600" b="1" dirty="0">
                <a:latin typeface="Sakkal Majalla" panose="02000000000000000000" pitchFamily="2" charset="-78"/>
                <a:cs typeface="Sakkal Majalla" panose="02000000000000000000" pitchFamily="2" charset="-78"/>
              </a:rPr>
              <a:t>تمدد حراري منخفض:</a:t>
            </a:r>
          </a:p>
          <a:p>
            <a:pPr rtl="1"/>
            <a:r>
              <a:rPr lang="ar" sz="1600" dirty="0">
                <a:latin typeface="Sakkal Majalla" panose="02000000000000000000" pitchFamily="2" charset="-78"/>
                <a:cs typeface="Sakkal Majalla" panose="02000000000000000000" pitchFamily="2" charset="-78"/>
              </a:rPr>
              <a:t>تتمتع العديد من المُركبات، مثل مُركبات ألياف الكربون، بالتمدد الحراري المنخفض، ما يعني أنها تحافظ على أبعادها حتى عند تعرضها لدرجات حرارة عالية. وهذا يجعلها مناسبة للمكونات الدقيقة التي تعمل في ظروف درجات حرارة مختلفة.</a:t>
            </a:r>
          </a:p>
          <a:p>
            <a:pPr marL="0" indent="0" rtl="1">
              <a:buNone/>
            </a:pPr>
            <a:r>
              <a:rPr lang="ar" sz="1600" b="1" dirty="0">
                <a:latin typeface="Sakkal Majalla" panose="02000000000000000000" pitchFamily="2" charset="-78"/>
                <a:cs typeface="Sakkal Majalla" panose="02000000000000000000" pitchFamily="2" charset="-78"/>
              </a:rPr>
              <a:t>مقاومة عالية للكلال:</a:t>
            </a:r>
          </a:p>
          <a:p>
            <a:pPr rtl="1"/>
            <a:r>
              <a:rPr lang="ar" sz="1600" dirty="0">
                <a:latin typeface="Sakkal Majalla" panose="02000000000000000000" pitchFamily="2" charset="-78"/>
                <a:cs typeface="Sakkal Majalla" panose="02000000000000000000" pitchFamily="2" charset="-78"/>
              </a:rPr>
              <a:t>يمكن أن تتحمل المُركبات دورات التحميل والتفريغ المتكررة دون تدهور كبير. ويعد هذا أمرًا بالغ الأهمية في استخدامات مثل شفرات توربينات الرياح وهياكل الطائرات وقطع غيار السيارات، لتعرضها لإجهاد مستمر بمرور الوقت.</a:t>
            </a:r>
            <a:br>
              <a:rPr lang="en-GB" sz="1600" dirty="0">
                <a:latin typeface="Sakkal Majalla" panose="02000000000000000000" pitchFamily="2" charset="-78"/>
                <a:cs typeface="Sakkal Majalla" panose="02000000000000000000" pitchFamily="2" charset="-78"/>
              </a:rPr>
            </a:br>
            <a:br>
              <a:rPr lang="en-GB" sz="1600" dirty="0">
                <a:latin typeface="Sakkal Majalla" panose="02000000000000000000" pitchFamily="2" charset="-78"/>
                <a:cs typeface="Sakkal Majalla" panose="02000000000000000000" pitchFamily="2" charset="-78"/>
              </a:rPr>
            </a:br>
            <a:endParaRPr lang="en-GB" sz="1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9E8D314A-A530-4789-56DB-F92F32A618F1}"/>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1320901189"/>
      </p:ext>
    </p:extLst>
  </p:cSld>
  <p:clrMapOvr>
    <a:masterClrMapping/>
  </p:clrMapOvr>
  <p:transition>
    <p:sndAc>
      <p:stSnd>
        <p:snd r:embed="rId2" name="click.wav"/>
      </p:stSnd>
    </p:sndAc>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8BA61-AF61-482D-B793-F7ED1A4DF317}"/>
              </a:ext>
            </a:extLst>
          </p:cNvPr>
          <p:cNvSpPr>
            <a:spLocks noGrp="1"/>
          </p:cNvSpPr>
          <p:nvPr>
            <p:ph type="title"/>
          </p:nvPr>
        </p:nvSpPr>
        <p:spPr>
          <a:xfrm>
            <a:off x="457200" y="1412776"/>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سلوك مواد المُركبات في أثناء الاستخدام </a:t>
            </a:r>
            <a:br>
              <a:rPr lang="en-GB" sz="3800" b="1" dirty="0">
                <a:latin typeface="Sakkal Majalla" panose="02000000000000000000" pitchFamily="2" charset="-78"/>
                <a:cs typeface="Sakkal Majalla" panose="02000000000000000000" pitchFamily="2" charset="-78"/>
              </a:rPr>
            </a:b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41F3EC1B-D40B-4004-8DBC-F0EE5A0DF4CA}"/>
              </a:ext>
            </a:extLst>
          </p:cNvPr>
          <p:cNvSpPr>
            <a:spLocks noGrp="1"/>
          </p:cNvSpPr>
          <p:nvPr>
            <p:ph sz="half" idx="2"/>
          </p:nvPr>
        </p:nvSpPr>
        <p:spPr>
          <a:xfrm>
            <a:off x="468312" y="2708920"/>
            <a:ext cx="7991475" cy="3750617"/>
          </a:xfrm>
        </p:spPr>
        <p:txBody>
          <a:bodyPr rtlCol="1"/>
          <a:lstStyle/>
          <a:p>
            <a:pPr rtl="1"/>
            <a:r>
              <a:rPr lang="ar" sz="2200" dirty="0">
                <a:latin typeface="Sakkal Majalla" panose="02000000000000000000" pitchFamily="2" charset="-78"/>
                <a:cs typeface="Sakkal Majalla" panose="02000000000000000000" pitchFamily="2" charset="-78"/>
              </a:rPr>
              <a:t>بشكل عام، توفر المُركبات مزيجًا فريدًا من المقاومة وخواص الوزن الخفيف والمتانة، ما يجعلها مناسبة لمجموعة كبيرة ومتنوعة من الاستخدامات عالية الأداء في مختلف الصناعات.</a:t>
            </a:r>
          </a:p>
          <a:p>
            <a:pPr rtl="1"/>
            <a:r>
              <a:rPr lang="ar" sz="2200" dirty="0">
                <a:latin typeface="Sakkal Majalla" panose="02000000000000000000" pitchFamily="2" charset="-78"/>
                <a:cs typeface="Sakkal Majalla" panose="02000000000000000000" pitchFamily="2" charset="-78"/>
              </a:rPr>
              <a:t>ويتيح فهم سلوك المواد غير المعدنية في أثناء الاستخدام للمهندسين اتخاذ قرارات قائمة على المعرفة بشأن اختيار المواد بناءً على المتطلبات المحددة للاستخدام. </a:t>
            </a:r>
          </a:p>
          <a:p>
            <a:pPr rtl="1"/>
            <a:r>
              <a:rPr lang="ar" sz="2200" dirty="0">
                <a:latin typeface="Sakkal Majalla" panose="02000000000000000000" pitchFamily="2" charset="-78"/>
                <a:cs typeface="Sakkal Majalla" panose="02000000000000000000" pitchFamily="2" charset="-78"/>
              </a:rPr>
              <a:t>بفضل اختيار المواد ذات الخواص المناسبة، يمكن للمهندسين تحسين أداء المنتج والمتانة والفعالية من حيث التكلفة في بيئات العالم الحقيقي.</a:t>
            </a:r>
          </a:p>
        </p:txBody>
      </p:sp>
      <p:sp>
        <p:nvSpPr>
          <p:cNvPr id="4" name="Footer Placeholder 2">
            <a:extLst>
              <a:ext uri="{FF2B5EF4-FFF2-40B4-BE49-F238E27FC236}">
                <a16:creationId xmlns:a16="http://schemas.microsoft.com/office/drawing/2014/main" id="{E01251C4-8E23-74C3-9FBE-75ACC57349B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794938157"/>
      </p:ext>
    </p:extLst>
  </p:cSld>
  <p:clrMapOvr>
    <a:masterClrMapping/>
  </p:clrMapOvr>
  <p:transition>
    <p:sndAc>
      <p:stSnd>
        <p:snd r:embed="rId2" name="click.wav"/>
      </p:stSnd>
    </p:sndAc>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09B64-D85A-4DDC-854F-167435ACFA86}"/>
              </a:ext>
            </a:extLst>
          </p:cNvPr>
          <p:cNvSpPr>
            <a:spLocks noGrp="1"/>
          </p:cNvSpPr>
          <p:nvPr>
            <p:ph type="title"/>
          </p:nvPr>
        </p:nvSpPr>
        <p:spPr>
          <a:xfrm>
            <a:off x="457200" y="1195388"/>
            <a:ext cx="8229600" cy="863600"/>
          </a:xfrm>
        </p:spPr>
        <p:txBody>
          <a:bodyPr rtlCol="1"/>
          <a:lstStyle/>
          <a:p>
            <a:pPr rtl="1"/>
            <a:r>
              <a:rPr lang="ar" sz="2600" b="1" dirty="0">
                <a:latin typeface="Sakkal Majalla" panose="02000000000000000000" pitchFamily="2" charset="-78"/>
                <a:cs typeface="Sakkal Majalla" panose="02000000000000000000" pitchFamily="2" charset="-78"/>
              </a:rPr>
              <a:t>ب2: إجراءات الاختبار الإتلافي </a:t>
            </a:r>
            <a:br>
              <a:rPr lang="en-GB" altLang="en-US" sz="2600" b="1" dirty="0">
                <a:latin typeface="Sakkal Majalla" panose="02000000000000000000" pitchFamily="2" charset="-78"/>
                <a:cs typeface="Sakkal Majalla" panose="02000000000000000000" pitchFamily="2" charset="-78"/>
              </a:rPr>
            </a:br>
            <a:r>
              <a:rPr lang="ar" sz="2600" b="1" dirty="0">
                <a:latin typeface="Sakkal Majalla" panose="02000000000000000000" pitchFamily="2" charset="-78"/>
                <a:cs typeface="Sakkal Majalla" panose="02000000000000000000" pitchFamily="2" charset="-78"/>
              </a:rPr>
              <a:t>لتحديد الخواص الميكانيكية</a:t>
            </a:r>
            <a:endParaRPr lang="en-GB" sz="26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3374DAA5-906D-45C8-9A41-74C6C7035EBB}"/>
              </a:ext>
            </a:extLst>
          </p:cNvPr>
          <p:cNvSpPr>
            <a:spLocks noGrp="1"/>
          </p:cNvSpPr>
          <p:nvPr>
            <p:ph sz="half" idx="2"/>
          </p:nvPr>
        </p:nvSpPr>
        <p:spPr>
          <a:xfrm>
            <a:off x="302841" y="2195514"/>
            <a:ext cx="8229599" cy="3825774"/>
          </a:xfrm>
        </p:spPr>
        <p:txBody>
          <a:bodyPr rtlCol="1"/>
          <a:lstStyle/>
          <a:p>
            <a:pPr rtl="1"/>
            <a:r>
              <a:rPr lang="ar" sz="2600" dirty="0">
                <a:latin typeface="Sakkal Majalla" panose="02000000000000000000" pitchFamily="2" charset="-78"/>
                <a:cs typeface="Sakkal Majalla" panose="02000000000000000000" pitchFamily="2" charset="-78"/>
              </a:rPr>
              <a:t>تُستخدم الاختبارات الإتلافية لفهم الخواص الميكانيكية للمواد من خلال تطبيق إجهاد حتى تُخفق المادة. وتساعد نتائج هذه الاختبارات المهندسين على تحديد الخصائص بالغة الأهمية مثل مقاومة الشد ومقاومة الصدم وسلوك الزحف وعُمر الكلال. </a:t>
            </a:r>
          </a:p>
          <a:p>
            <a:pPr rtl="1"/>
            <a:r>
              <a:rPr lang="ar" sz="2600" dirty="0">
                <a:latin typeface="Sakkal Majalla" panose="02000000000000000000" pitchFamily="2" charset="-78"/>
                <a:cs typeface="Sakkal Majalla" panose="02000000000000000000" pitchFamily="2" charset="-78"/>
              </a:rPr>
              <a:t>تعتبر ممارسات العمل الآمن، بما فيها الاستخدام السليم لمعدات الحماية الشخصية وآلات الاختبار، ضرورية لضمان النتائج الدقيقة وسلامة المشغل في أثناء الاختبار.</a:t>
            </a:r>
            <a:br>
              <a:rPr lang="en-GB" sz="2600" dirty="0">
                <a:latin typeface="Sakkal Majalla" panose="02000000000000000000" pitchFamily="2" charset="-78"/>
                <a:cs typeface="Sakkal Majalla" panose="02000000000000000000" pitchFamily="2" charset="-78"/>
              </a:rPr>
            </a:b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46F184D4-F83F-CDE9-3B48-CD9513E212D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434027615"/>
      </p:ext>
    </p:extLst>
  </p:cSld>
  <p:clrMapOvr>
    <a:masterClrMapping/>
  </p:clrMapOvr>
  <p:transition>
    <p:sndAc>
      <p:stSnd>
        <p:snd r:embed="rId2" name="click.wav"/>
      </p:stSnd>
    </p:sndAc>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D5315-6103-48E8-A3E7-D1F84A1EE8BA}"/>
              </a:ext>
            </a:extLst>
          </p:cNvPr>
          <p:cNvSpPr>
            <a:spLocks noGrp="1"/>
          </p:cNvSpPr>
          <p:nvPr>
            <p:ph type="title"/>
          </p:nvPr>
        </p:nvSpPr>
        <p:spPr>
          <a:xfrm>
            <a:off x="457200" y="1195200"/>
            <a:ext cx="8229600" cy="864000"/>
          </a:xfrm>
        </p:spPr>
        <p:txBody>
          <a:bodyPr wrap="square" rtlCol="1" anchor="ctr">
            <a:normAutofit/>
          </a:bodyPr>
          <a:lstStyle/>
          <a:p>
            <a:pPr rtl="1"/>
            <a:r>
              <a:rPr lang="ar" sz="4600" b="1" dirty="0">
                <a:latin typeface="Sakkal Majalla" panose="02000000000000000000" pitchFamily="2" charset="-78"/>
                <a:cs typeface="Sakkal Majalla" panose="02000000000000000000" pitchFamily="2" charset="-78"/>
              </a:rPr>
              <a:t>اختبار مقاومة الشد</a:t>
            </a:r>
            <a:endParaRPr lang="en-GB" sz="46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B5E55B36-D55A-4C17-AA20-6521478A5634}"/>
              </a:ext>
            </a:extLst>
          </p:cNvPr>
          <p:cNvSpPr>
            <a:spLocks noGrp="1"/>
          </p:cNvSpPr>
          <p:nvPr>
            <p:ph sz="half" idx="2"/>
          </p:nvPr>
        </p:nvSpPr>
        <p:spPr>
          <a:xfrm>
            <a:off x="468312" y="2772065"/>
            <a:ext cx="4027488" cy="2817175"/>
          </a:xfrm>
        </p:spPr>
        <p:txBody>
          <a:bodyPr wrap="square" rtlCol="1" anchor="t">
            <a:normAutofit/>
          </a:bodyPr>
          <a:lstStyle/>
          <a:p>
            <a:pPr marL="0" indent="0" rtl="1">
              <a:buNone/>
            </a:pPr>
            <a:r>
              <a:rPr lang="ar" sz="2600" dirty="0">
                <a:latin typeface="Sakkal Majalla" panose="02000000000000000000" pitchFamily="2" charset="-78"/>
                <a:cs typeface="Sakkal Majalla" panose="02000000000000000000" pitchFamily="2" charset="-78"/>
              </a:rPr>
              <a:t>يقيس اختبار الشد قدرة المادة على تحمل التوتر وهو أحد الاختبارات الإتلافية الأكثر شيوعًا التي تُنفذ لتقييم الخواص الميكانيكية.</a:t>
            </a:r>
          </a:p>
        </p:txBody>
      </p:sp>
      <p:pic>
        <p:nvPicPr>
          <p:cNvPr id="5" name="Picture 4" descr="A machine with a gold and black object&#10;&#10;Description automatically generated">
            <a:extLst>
              <a:ext uri="{FF2B5EF4-FFF2-40B4-BE49-F238E27FC236}">
                <a16:creationId xmlns:a16="http://schemas.microsoft.com/office/drawing/2014/main" id="{B291C888-3B30-C754-C9C6-1FDE00BBBF0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00775" y="2996952"/>
            <a:ext cx="3636183" cy="2427345"/>
          </a:xfrm>
          <a:prstGeom prst="rect">
            <a:avLst/>
          </a:prstGeom>
        </p:spPr>
      </p:pic>
      <p:sp>
        <p:nvSpPr>
          <p:cNvPr id="4" name="Footer Placeholder 2">
            <a:extLst>
              <a:ext uri="{FF2B5EF4-FFF2-40B4-BE49-F238E27FC236}">
                <a16:creationId xmlns:a16="http://schemas.microsoft.com/office/drawing/2014/main" id="{9A9CBF3B-61BC-3E6F-9DE6-031BE221BC6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660823644"/>
      </p:ext>
    </p:extLst>
  </p:cSld>
  <p:clrMapOvr>
    <a:masterClrMapping/>
  </p:clrMapOvr>
  <p:transition>
    <p:sndAc>
      <p:stSnd>
        <p:snd r:embed="rId2" name="click.wav"/>
      </p:stSnd>
    </p:sndAc>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C6571-3520-4724-BE17-3AFB7FA8BBB6}"/>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اختبار مقاومة الشد</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51985F73-18B9-4B91-8FB1-A15EF58446C3}"/>
              </a:ext>
            </a:extLst>
          </p:cNvPr>
          <p:cNvSpPr>
            <a:spLocks noGrp="1"/>
          </p:cNvSpPr>
          <p:nvPr>
            <p:ph sz="half" idx="2"/>
          </p:nvPr>
        </p:nvSpPr>
        <p:spPr>
          <a:xfrm>
            <a:off x="540965" y="2409676"/>
            <a:ext cx="7991475" cy="2603500"/>
          </a:xfrm>
        </p:spPr>
        <p:txBody>
          <a:bodyPr rtlCol="1"/>
          <a:lstStyle/>
          <a:p>
            <a:pPr marL="0" indent="0" rtl="1">
              <a:buNone/>
            </a:pPr>
            <a:r>
              <a:rPr lang="ar" sz="1800" b="1" dirty="0">
                <a:latin typeface="Sakkal Majalla" panose="02000000000000000000" pitchFamily="2" charset="-78"/>
                <a:cs typeface="Sakkal Majalla" panose="02000000000000000000" pitchFamily="2" charset="-78"/>
              </a:rPr>
              <a:t>اختيار عينات الاختبار وتحضيرها: </a:t>
            </a:r>
          </a:p>
          <a:p>
            <a:pPr marL="0" indent="0" rtl="1">
              <a:buNone/>
            </a:pPr>
            <a:r>
              <a:rPr lang="ar" sz="1800" dirty="0">
                <a:latin typeface="Sakkal Majalla" panose="02000000000000000000" pitchFamily="2" charset="-78"/>
                <a:cs typeface="Sakkal Majalla" panose="02000000000000000000" pitchFamily="2" charset="-78"/>
              </a:rPr>
              <a:t>يبدأ الاختبار باختيار عينة مُشكلة ومُحضرة بشكل صحيح ومناسبة لاختبار الشد. ويجب أن يتوافق شكل وحجم العينة مع معايير محددة لضمان نتائج متسقة وقابلة للمقارنة.</a:t>
            </a:r>
          </a:p>
          <a:p>
            <a:pPr marL="0" indent="0" rtl="1">
              <a:buNone/>
            </a:pPr>
            <a:endParaRPr lang="en-GB" sz="1800" b="1" dirty="0">
              <a:latin typeface="Sakkal Majalla" panose="02000000000000000000" pitchFamily="2" charset="-78"/>
              <a:cs typeface="Sakkal Majalla" panose="02000000000000000000" pitchFamily="2" charset="-78"/>
            </a:endParaRPr>
          </a:p>
          <a:p>
            <a:pPr marL="0" indent="0" rtl="1">
              <a:buNone/>
            </a:pPr>
            <a:r>
              <a:rPr lang="ar" sz="1800" b="1" dirty="0">
                <a:latin typeface="Sakkal Majalla" panose="02000000000000000000" pitchFamily="2" charset="-78"/>
                <a:cs typeface="Sakkal Majalla" panose="02000000000000000000" pitchFamily="2" charset="-78"/>
              </a:rPr>
              <a:t>آلة اختبار الشد ومقياس التمدد: </a:t>
            </a:r>
          </a:p>
          <a:p>
            <a:pPr marL="0" indent="0" rtl="1">
              <a:buNone/>
            </a:pPr>
            <a:r>
              <a:rPr lang="ar" sz="1800" dirty="0">
                <a:latin typeface="Sakkal Majalla" panose="02000000000000000000" pitchFamily="2" charset="-78"/>
                <a:cs typeface="Sakkal Majalla" panose="02000000000000000000" pitchFamily="2" charset="-78"/>
              </a:rPr>
              <a:t>يجري تركيب العينة في آلة اختبار الشد، والتي تسحب المادة حتى تنكسر. ويُستخدم مقياس التمدد لقياس تمدد العينة في أثناء الاختبار، وتسجيل البيانات مثل القوة المطبقة ومقدار الاستطالة.</a:t>
            </a:r>
          </a:p>
        </p:txBody>
      </p:sp>
      <p:sp>
        <p:nvSpPr>
          <p:cNvPr id="4" name="Footer Placeholder 2">
            <a:extLst>
              <a:ext uri="{FF2B5EF4-FFF2-40B4-BE49-F238E27FC236}">
                <a16:creationId xmlns:a16="http://schemas.microsoft.com/office/drawing/2014/main" id="{0FEBC510-147B-57DA-3D45-F917772D2A81}"/>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858898587"/>
      </p:ext>
    </p:extLst>
  </p:cSld>
  <p:clrMapOvr>
    <a:masterClrMapping/>
  </p:clrMapOvr>
  <p:transition>
    <p:sndAc>
      <p:stSnd>
        <p:snd r:embed="rId2" name="click.wav"/>
      </p:stSnd>
    </p:sndAc>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40B50-4B5B-4F53-B656-2A1EBD414BDD}"/>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اختبار مقاومة الشد</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04FC7934-395A-4ED6-B999-F18910A5C6A1}"/>
              </a:ext>
            </a:extLst>
          </p:cNvPr>
          <p:cNvSpPr>
            <a:spLocks noGrp="1"/>
          </p:cNvSpPr>
          <p:nvPr>
            <p:ph sz="half" idx="2"/>
          </p:nvPr>
        </p:nvSpPr>
        <p:spPr>
          <a:xfrm>
            <a:off x="468312" y="2195513"/>
            <a:ext cx="7991475" cy="3609975"/>
          </a:xfrm>
        </p:spPr>
        <p:txBody>
          <a:bodyPr rtlCol="1"/>
          <a:lstStyle/>
          <a:p>
            <a:pPr marL="0" indent="0" rtl="1">
              <a:buNone/>
            </a:pPr>
            <a:r>
              <a:rPr lang="ar" sz="1600" b="1" dirty="0">
                <a:latin typeface="Sakkal Majalla" panose="02000000000000000000" pitchFamily="2" charset="-78"/>
                <a:cs typeface="Sakkal Majalla" panose="02000000000000000000" pitchFamily="2" charset="-78"/>
              </a:rPr>
              <a:t>تسجيل البيانات والرسم البياني للقوة-التمدد: </a:t>
            </a:r>
            <a:r>
              <a:rPr lang="ar" sz="1600" dirty="0">
                <a:latin typeface="Sakkal Majalla" panose="02000000000000000000" pitchFamily="2" charset="-78"/>
                <a:cs typeface="Sakkal Majalla" panose="02000000000000000000" pitchFamily="2" charset="-78"/>
              </a:rPr>
              <a:t>تسجل الآلة القوة المطبقة على العينة والتمدد الناتج. تُستخدم هذه البيانات لإنشاء رسم بياني للقوة والتمدد، ما يساعد على تحديد الخواص الميكانيكية الرئيسة، منها:</a:t>
            </a:r>
          </a:p>
          <a:p>
            <a:pPr rtl="1"/>
            <a:r>
              <a:rPr lang="ar" sz="1600" dirty="0">
                <a:latin typeface="Sakkal Majalla" panose="02000000000000000000" pitchFamily="2" charset="-78"/>
                <a:cs typeface="Sakkal Majalla" panose="02000000000000000000" pitchFamily="2" charset="-78"/>
              </a:rPr>
              <a:t>الحد المرن/حد التناسب: الحد الأقصى للإجهاد الذي يمكن أن تتحمله المادة مع الاستمرار في العودة إلى شكلها الأصلي بمجرد إزالة الحمولة.</a:t>
            </a:r>
          </a:p>
          <a:p>
            <a:pPr rtl="1"/>
            <a:r>
              <a:rPr lang="ar" sz="1600" dirty="0">
                <a:latin typeface="Sakkal Majalla" panose="02000000000000000000" pitchFamily="2" charset="-78"/>
                <a:cs typeface="Sakkal Majalla" panose="02000000000000000000" pitchFamily="2" charset="-78"/>
              </a:rPr>
              <a:t>نقطة الخضوع: النقطة التي تبدأ فيها المادة بالتشوه اللدائني ولن تعود إلى شكلها الأصلي بعد إزالة الحمولة.</a:t>
            </a:r>
          </a:p>
          <a:p>
            <a:pPr rtl="1"/>
            <a:r>
              <a:rPr lang="ar" sz="1600" dirty="0">
                <a:latin typeface="Sakkal Majalla" panose="02000000000000000000" pitchFamily="2" charset="-78"/>
                <a:cs typeface="Sakkal Majalla" panose="02000000000000000000" pitchFamily="2" charset="-78"/>
              </a:rPr>
              <a:t>مقاومة الشد: الحد الأقصى للإجهاد الذي يمكن أن تتحمله المادة قبل أن تنكسر.</a:t>
            </a:r>
          </a:p>
          <a:p>
            <a:pPr rtl="1"/>
            <a:r>
              <a:rPr lang="ar" sz="1600" dirty="0">
                <a:latin typeface="Sakkal Majalla" panose="02000000000000000000" pitchFamily="2" charset="-78"/>
                <a:cs typeface="Sakkal Majalla" panose="02000000000000000000" pitchFamily="2" charset="-78"/>
              </a:rPr>
              <a:t>معامل يونغ: مقياس لقساوة المادة، يُحسب من منحدر الجزء المرن من منحنى الإجهاد-الانفعال.</a:t>
            </a:r>
          </a:p>
          <a:p>
            <a:pPr rtl="1"/>
            <a:r>
              <a:rPr lang="ar" sz="1600" dirty="0">
                <a:latin typeface="Sakkal Majalla" panose="02000000000000000000" pitchFamily="2" charset="-78"/>
                <a:cs typeface="Sakkal Majalla" panose="02000000000000000000" pitchFamily="2" charset="-78"/>
              </a:rPr>
              <a:t>نسبة الاستطالة: الاستطالة الكلية للمادة قبل الإخفاق، مُعبراً عنها بنسبة مئوية.</a:t>
            </a:r>
          </a:p>
          <a:p>
            <a:pPr rtl="1"/>
            <a:r>
              <a:rPr lang="ar" sz="1600" dirty="0">
                <a:latin typeface="Sakkal Majalla" panose="02000000000000000000" pitchFamily="2" charset="-78"/>
                <a:cs typeface="Sakkal Majalla" panose="02000000000000000000" pitchFamily="2" charset="-78"/>
              </a:rPr>
              <a:t>انخفاض مساحة المقطع العرضي: الانخفاض في مساحة المقطع العرضي للعينة عند نقطة الكسر</a:t>
            </a:r>
          </a:p>
        </p:txBody>
      </p:sp>
      <p:sp>
        <p:nvSpPr>
          <p:cNvPr id="4" name="Footer Placeholder 2">
            <a:extLst>
              <a:ext uri="{FF2B5EF4-FFF2-40B4-BE49-F238E27FC236}">
                <a16:creationId xmlns:a16="http://schemas.microsoft.com/office/drawing/2014/main" id="{E7AE1AC3-8118-CB22-56CE-32C5A682F62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4060866890"/>
      </p:ext>
    </p:extLst>
  </p:cSld>
  <p:clrMapOvr>
    <a:masterClrMapping/>
  </p:clrMapOvr>
  <p:transition>
    <p:sndAc>
      <p:stSnd>
        <p:snd r:embed="rId2" name="click.wav"/>
      </p:stSnd>
    </p:sndAc>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CC57F-D2B1-4AEC-9ECA-1908CFA497A3}"/>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اختبار مقاومة الشد</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73754035-FB65-4752-8BE9-986603539A91}"/>
              </a:ext>
            </a:extLst>
          </p:cNvPr>
          <p:cNvSpPr>
            <a:spLocks noGrp="1"/>
          </p:cNvSpPr>
          <p:nvPr>
            <p:ph sz="half" idx="2"/>
          </p:nvPr>
        </p:nvSpPr>
        <p:spPr>
          <a:xfrm>
            <a:off x="468312" y="2195513"/>
            <a:ext cx="7991475" cy="3609975"/>
          </a:xfrm>
        </p:spPr>
        <p:txBody>
          <a:bodyPr rtlCol="1"/>
          <a:lstStyle/>
          <a:p>
            <a:pPr marL="0" indent="0" rtl="1">
              <a:buNone/>
            </a:pPr>
            <a:r>
              <a:rPr lang="ar" sz="1800" b="1" dirty="0">
                <a:latin typeface="Sakkal Majalla" panose="02000000000000000000" pitchFamily="2" charset="-78"/>
                <a:cs typeface="Sakkal Majalla" panose="02000000000000000000" pitchFamily="2" charset="-78"/>
              </a:rPr>
              <a:t>فحص السطح المكسور:</a:t>
            </a:r>
          </a:p>
          <a:p>
            <a:pPr rtl="1"/>
            <a:r>
              <a:rPr lang="ar" sz="1800" dirty="0">
                <a:latin typeface="Sakkal Majalla" panose="02000000000000000000" pitchFamily="2" charset="-78"/>
                <a:cs typeface="Sakkal Majalla" panose="02000000000000000000" pitchFamily="2" charset="-78"/>
              </a:rPr>
              <a:t>بعد الاختبار، يجري فحص السطح المكسور لفهم نمط إخفاق المادة.</a:t>
            </a:r>
          </a:p>
          <a:p>
            <a:pPr marL="0" indent="0" rtl="1">
              <a:buNone/>
            </a:pPr>
            <a:endParaRPr lang="en-GB" sz="1800" b="1" dirty="0">
              <a:latin typeface="Sakkal Majalla" panose="02000000000000000000" pitchFamily="2" charset="-78"/>
              <a:cs typeface="Sakkal Majalla" panose="02000000000000000000" pitchFamily="2" charset="-78"/>
            </a:endParaRPr>
          </a:p>
          <a:p>
            <a:pPr marL="0" indent="0" rtl="1">
              <a:buNone/>
            </a:pPr>
            <a:r>
              <a:rPr lang="ar" sz="1800" b="1" dirty="0">
                <a:latin typeface="Sakkal Majalla" panose="02000000000000000000" pitchFamily="2" charset="-78"/>
                <a:cs typeface="Sakkal Majalla" panose="02000000000000000000" pitchFamily="2" charset="-78"/>
              </a:rPr>
              <a:t>المقارنة مع القيم المرجعية:</a:t>
            </a:r>
          </a:p>
          <a:p>
            <a:pPr rtl="1"/>
            <a:r>
              <a:rPr lang="ar" sz="1800" dirty="0">
                <a:latin typeface="Sakkal Majalla" panose="02000000000000000000" pitchFamily="2" charset="-78"/>
                <a:cs typeface="Sakkal Majalla" panose="02000000000000000000" pitchFamily="2" charset="-78"/>
              </a:rPr>
              <a:t>تجري مقارنة نتائج الاختبار بالقيم المرجعية من مصادر البيانات المعتمدة لتقييم مدى ملاءمة المواد لتطبيقات محددة.</a:t>
            </a:r>
          </a:p>
          <a:p>
            <a:pPr rtl="1"/>
            <a:endParaRPr lang="en-GB" sz="18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95FCE842-4281-752D-6552-E59105A7BD3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569337495"/>
      </p:ext>
    </p:extLst>
  </p:cSld>
  <p:clrMapOvr>
    <a:masterClrMapping/>
  </p:clrMapOvr>
  <p:transition>
    <p:sndAc>
      <p:stSnd>
        <p:snd r:embed="rId2" name="click.wav"/>
      </p:stSnd>
    </p:sndAc>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39552" y="1124744"/>
            <a:ext cx="8208912" cy="511256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3800" b="1" dirty="0">
                <a:latin typeface="Sakkal Majalla" panose="02000000000000000000" pitchFamily="2" charset="-78"/>
                <a:cs typeface="Sakkal Majalla" panose="02000000000000000000" pitchFamily="2" charset="-78"/>
              </a:rPr>
              <a:t>			اختبار الصدم</a:t>
            </a:r>
          </a:p>
          <a:p>
            <a:pPr marL="0" indent="0" rtl="1">
              <a:buNone/>
            </a:pPr>
            <a:endParaRPr lang="en-GB" sz="1400" b="1" dirty="0">
              <a:latin typeface="Sakkal Majalla" panose="02000000000000000000" pitchFamily="2" charset="-78"/>
              <a:cs typeface="Sakkal Majalla" panose="02000000000000000000" pitchFamily="2" charset="-78"/>
            </a:endParaRPr>
          </a:p>
          <a:p>
            <a:pPr marL="0" indent="0" rtl="1">
              <a:buNone/>
            </a:pPr>
            <a:r>
              <a:rPr lang="ar" sz="2000" dirty="0">
                <a:latin typeface="Sakkal Majalla" panose="02000000000000000000" pitchFamily="2" charset="-78"/>
                <a:cs typeface="Sakkal Majalla" panose="02000000000000000000" pitchFamily="2" charset="-78"/>
              </a:rPr>
              <a:t>يُحدد اختبار الصدم الطاقة التي يمكن أن تمتصها المادة عند تعرضها لقوة مفاجئة. وهذا الاختبار مفيد بشكل خاص لتقييم المواد التي ستتعرض لصدمات أو تأثيرات مفاجئة في أثناء الاستخدام.</a:t>
            </a:r>
          </a:p>
          <a:p>
            <a:pPr rtl="1"/>
            <a:r>
              <a:rPr lang="ar" sz="2000" b="1" dirty="0">
                <a:latin typeface="Sakkal Majalla" panose="02000000000000000000" pitchFamily="2" charset="-78"/>
                <a:cs typeface="Sakkal Majalla" panose="02000000000000000000" pitchFamily="2" charset="-78"/>
              </a:rPr>
              <a:t>اختيار عينات الاختبار وتحضيرها: </a:t>
            </a:r>
            <a:r>
              <a:rPr lang="ar" sz="2000" dirty="0">
                <a:latin typeface="Sakkal Majalla" panose="02000000000000000000" pitchFamily="2" charset="-78"/>
                <a:cs typeface="Sakkal Majalla" panose="02000000000000000000" pitchFamily="2" charset="-78"/>
              </a:rPr>
              <a:t>تُحضر عينة ذات حز محدد لتحديد موضع الإجهاد وضمان الاختبار المتسق. يعد حجم وشكل الحز بالغ الأهمية لتحقيق نتائج دقيقة.</a:t>
            </a:r>
          </a:p>
          <a:p>
            <a:pPr rtl="1"/>
            <a:r>
              <a:rPr lang="ar" sz="2000" b="1" dirty="0">
                <a:latin typeface="Sakkal Majalla" panose="02000000000000000000" pitchFamily="2" charset="-78"/>
                <a:cs typeface="Sakkal Majalla" panose="02000000000000000000" pitchFamily="2" charset="-78"/>
              </a:rPr>
              <a:t>معدات اختبار الصدم: </a:t>
            </a:r>
            <a:r>
              <a:rPr lang="ar" sz="2000" dirty="0">
                <a:latin typeface="Sakkal Majalla" panose="02000000000000000000" pitchFamily="2" charset="-78"/>
                <a:cs typeface="Sakkal Majalla" panose="02000000000000000000" pitchFamily="2" charset="-78"/>
              </a:rPr>
              <a:t>تشمل الاختبارات الشائعة اختبار الصدم إيزود واختبار الصدم شاربي، وكلاهما يقيس الطاقة التي تمتصها العينة عند اصطدامها ببندول متأرجح.</a:t>
            </a:r>
          </a:p>
          <a:p>
            <a:pPr rtl="1"/>
            <a:r>
              <a:rPr lang="ar" sz="2000" b="1" dirty="0">
                <a:latin typeface="Sakkal Majalla" panose="02000000000000000000" pitchFamily="2" charset="-78"/>
                <a:cs typeface="Sakkal Majalla" panose="02000000000000000000" pitchFamily="2" charset="-78"/>
              </a:rPr>
              <a:t>الفحص البصري للسطح المكسور: </a:t>
            </a:r>
            <a:r>
              <a:rPr lang="ar" sz="2000" dirty="0">
                <a:latin typeface="Sakkal Majalla" panose="02000000000000000000" pitchFamily="2" charset="-78"/>
                <a:cs typeface="Sakkal Majalla" panose="02000000000000000000" pitchFamily="2" charset="-78"/>
              </a:rPr>
              <a:t>بعد الصدم، يتم فحص السطح المكسور بصريًا لتقدير نسبة المساحة البلورية، ما يوفر نظرة ثاقبة على نمط كسر المادة والمتانة العامة.</a:t>
            </a:r>
            <a:endParaRPr lang="en-GB" sz="2000" b="1" dirty="0">
              <a:latin typeface="Sakkal Majalla" panose="02000000000000000000" pitchFamily="2" charset="-78"/>
              <a:cs typeface="Sakkal Majalla" panose="02000000000000000000" pitchFamily="2" charset="-78"/>
            </a:endParaRPr>
          </a:p>
          <a:p>
            <a:pPr rtl="1"/>
            <a:r>
              <a:rPr lang="ar" sz="2000" b="1" dirty="0">
                <a:latin typeface="Sakkal Majalla" panose="02000000000000000000" pitchFamily="2" charset="-78"/>
                <a:cs typeface="Sakkal Majalla" panose="02000000000000000000" pitchFamily="2" charset="-78"/>
              </a:rPr>
              <a:t>المقارنة مع القيم المرجعية: </a:t>
            </a:r>
            <a:r>
              <a:rPr lang="ar" sz="2000" dirty="0">
                <a:latin typeface="Sakkal Majalla" panose="02000000000000000000" pitchFamily="2" charset="-78"/>
                <a:cs typeface="Sakkal Majalla" panose="02000000000000000000" pitchFamily="2" charset="-78"/>
              </a:rPr>
              <a:t>تجري مقارنة نتائج الاختبار بالبيانات المرجعية لتقييم أداء المواد وتحديد ما إذا كانت مناسبة للاستخدام في التطبيقات المعرضة للصدمات.</a:t>
            </a:r>
            <a:br>
              <a:rPr lang="en-GB" sz="2000" dirty="0">
                <a:latin typeface="Sakkal Majalla" panose="02000000000000000000" pitchFamily="2" charset="-78"/>
                <a:cs typeface="Sakkal Majalla" panose="02000000000000000000" pitchFamily="2" charset="-78"/>
              </a:rPr>
            </a:br>
            <a:endParaRPr lang="en-GB" sz="20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44624"/>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0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B79B84E6-33A9-DEC0-2E3C-C89D887D61B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1356238546"/>
      </p:ext>
    </p:extLst>
  </p:cSld>
  <p:clrMapOvr>
    <a:masterClrMapping/>
  </p:clrMapOvr>
  <p:transition>
    <p:sndAc>
      <p:stSnd>
        <p:snd r:embed="rId3" name="click.wav"/>
      </p:stSnd>
    </p:sndAc>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D76B9-602D-42EA-A2DD-F66545BAE96F}"/>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اختبار الزحف</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6C157876-AEE8-47B0-AAE3-95DD5DAF6C5F}"/>
              </a:ext>
            </a:extLst>
          </p:cNvPr>
          <p:cNvSpPr>
            <a:spLocks noGrp="1"/>
          </p:cNvSpPr>
          <p:nvPr>
            <p:ph sz="half" idx="2"/>
          </p:nvPr>
        </p:nvSpPr>
        <p:spPr>
          <a:xfrm>
            <a:off x="576263" y="2204864"/>
            <a:ext cx="7991475" cy="3609975"/>
          </a:xfrm>
        </p:spPr>
        <p:txBody>
          <a:bodyPr rtlCol="1"/>
          <a:lstStyle/>
          <a:p>
            <a:pPr marL="0" indent="0" rtl="1">
              <a:buNone/>
            </a:pPr>
            <a:r>
              <a:rPr lang="ar" sz="2600" b="1" dirty="0">
                <a:latin typeface="Sakkal Majalla" panose="02000000000000000000" pitchFamily="2" charset="-78"/>
                <a:cs typeface="Sakkal Majalla" panose="02000000000000000000" pitchFamily="2" charset="-78"/>
              </a:rPr>
              <a:t>اختبار الزحف</a:t>
            </a:r>
            <a:br>
              <a:rPr lang="en-GB" sz="2600" dirty="0">
                <a:latin typeface="Sakkal Majalla" panose="02000000000000000000" pitchFamily="2" charset="-78"/>
                <a:cs typeface="Sakkal Majalla" panose="02000000000000000000" pitchFamily="2" charset="-78"/>
              </a:rPr>
            </a:br>
            <a:r>
              <a:rPr lang="ar" sz="2600" dirty="0">
                <a:latin typeface="Sakkal Majalla" panose="02000000000000000000" pitchFamily="2" charset="-78"/>
                <a:cs typeface="Sakkal Majalla" panose="02000000000000000000" pitchFamily="2" charset="-78"/>
              </a:rPr>
              <a:t>يشير الزحف إلى التشوه التدريجي للمادة تحت حمولة ثابتة بمرور الوقت، خاصةً عند تعرضها لدرجات حرارة عالية. ويُستخدم اختبار الزحف لفهم سلوك المواد تحت إجهاد مطوَّل.</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6ACAB817-E502-1E45-8E7A-B25C93973101}"/>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922546955"/>
      </p:ext>
    </p:extLst>
  </p:cSld>
  <p:clrMapOvr>
    <a:masterClrMapping/>
  </p:clrMapOvr>
  <p:transition>
    <p:sndAc>
      <p:stSnd>
        <p:snd r:embed="rId2" name="click.wav"/>
      </p:stSnd>
    </p:sndAc>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7EA90-CE2E-4713-8295-61851F6F90E9}"/>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اختبار الزحف</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E0DAEFE7-0025-4407-9307-4E64A9E54FDD}"/>
              </a:ext>
            </a:extLst>
          </p:cNvPr>
          <p:cNvSpPr>
            <a:spLocks noGrp="1"/>
          </p:cNvSpPr>
          <p:nvPr>
            <p:ph sz="half" idx="2"/>
          </p:nvPr>
        </p:nvSpPr>
        <p:spPr>
          <a:xfrm>
            <a:off x="468312" y="2195513"/>
            <a:ext cx="7991475" cy="3609975"/>
          </a:xfrm>
        </p:spPr>
        <p:txBody>
          <a:bodyPr rtlCol="1"/>
          <a:lstStyle/>
          <a:p>
            <a:pPr marL="0" indent="0" rtl="1">
              <a:buNone/>
            </a:pPr>
            <a:r>
              <a:rPr lang="ar" sz="1600" b="1" dirty="0">
                <a:latin typeface="Sakkal Majalla" panose="02000000000000000000" pitchFamily="2" charset="-78"/>
                <a:cs typeface="Sakkal Majalla" panose="02000000000000000000" pitchFamily="2" charset="-78"/>
              </a:rPr>
              <a:t>إجراء الاختبار</a:t>
            </a:r>
            <a:r>
              <a:rPr lang="ar" sz="1600" dirty="0">
                <a:latin typeface="Sakkal Majalla" panose="02000000000000000000" pitchFamily="2" charset="-78"/>
                <a:cs typeface="Sakkal Majalla" panose="02000000000000000000" pitchFamily="2" charset="-78"/>
              </a:rPr>
              <a:t>: يُطبق حمل ميكانيكي ثابت على عينة ذات حجم قياسي، ويقاس تمدد المادة بمرور الوقت باستخدام مقياس قرصي أو جهاز مشابه. تُرسم النتائج على الرسم البياني للتمدد-الوقت.</a:t>
            </a:r>
          </a:p>
          <a:p>
            <a:pPr marL="0" indent="0" rtl="1">
              <a:buNone/>
            </a:pPr>
            <a:r>
              <a:rPr lang="ar" sz="1600" b="1" dirty="0">
                <a:latin typeface="Sakkal Majalla" panose="02000000000000000000" pitchFamily="2" charset="-78"/>
                <a:cs typeface="Sakkal Majalla" panose="02000000000000000000" pitchFamily="2" charset="-78"/>
              </a:rPr>
              <a:t>ثلاث مراحل من الزحف:</a:t>
            </a:r>
          </a:p>
          <a:p>
            <a:pPr rtl="1"/>
            <a:r>
              <a:rPr lang="ar" sz="1600" dirty="0">
                <a:latin typeface="Sakkal Majalla" panose="02000000000000000000" pitchFamily="2" charset="-78"/>
                <a:cs typeface="Sakkal Majalla" panose="02000000000000000000" pitchFamily="2" charset="-78"/>
              </a:rPr>
              <a:t>الزحف الأولي: المرحلة الأولية حيث يكون معدل التشوه مرتفعًا نسبيًا ولكنه يتناقص بمرور الوقت.</a:t>
            </a:r>
          </a:p>
          <a:p>
            <a:pPr rtl="1"/>
            <a:r>
              <a:rPr lang="ar" sz="1600" dirty="0">
                <a:latin typeface="Sakkal Majalla" panose="02000000000000000000" pitchFamily="2" charset="-78"/>
                <a:cs typeface="Sakkal Majalla" panose="02000000000000000000" pitchFamily="2" charset="-78"/>
              </a:rPr>
              <a:t>الزحف الثانوي: يستقر معدل التشوه ويظل ثابتًا</a:t>
            </a:r>
          </a:p>
          <a:p>
            <a:pPr rtl="1"/>
            <a:r>
              <a:rPr lang="ar" sz="1600" dirty="0">
                <a:latin typeface="Sakkal Majalla" panose="02000000000000000000" pitchFamily="2" charset="-78"/>
                <a:cs typeface="Sakkal Majalla" panose="02000000000000000000" pitchFamily="2" charset="-78"/>
              </a:rPr>
              <a:t>الزحف الثالثي: يزداد معدل التشوه بسرعة، ما يؤدي إلى إخفاق المادة في نهاية المطاف.</a:t>
            </a:r>
          </a:p>
          <a:p>
            <a:pPr marL="0" indent="0" rtl="1">
              <a:buNone/>
            </a:pPr>
            <a:r>
              <a:rPr lang="ar" sz="1600" b="1" dirty="0">
                <a:latin typeface="Sakkal Majalla" panose="02000000000000000000" pitchFamily="2" charset="-78"/>
                <a:cs typeface="Sakkal Majalla" panose="02000000000000000000" pitchFamily="2" charset="-78"/>
              </a:rPr>
              <a:t>آليات الزحف:</a:t>
            </a:r>
          </a:p>
          <a:p>
            <a:pPr rtl="1"/>
            <a:r>
              <a:rPr lang="ar" sz="1600" dirty="0">
                <a:latin typeface="Sakkal Majalla" panose="02000000000000000000" pitchFamily="2" charset="-78"/>
                <a:cs typeface="Sakkal Majalla" panose="02000000000000000000" pitchFamily="2" charset="-78"/>
              </a:rPr>
              <a:t>تشمل الآليات التي تسهم في الزحف الانزلاق والتسلق، وانزلاق الحدود الحبيبية، وتدفق الانتشار. تسمح هذه العمليات للمادة بالتشوه حتى عندما يكون الإجهاد المطبق أقل من مقاومة الشد القصوى للمادة.</a:t>
            </a:r>
          </a:p>
          <a:p>
            <a:pPr marL="0" indent="0" rtl="1">
              <a:buNone/>
            </a:pPr>
            <a:r>
              <a:rPr lang="ar" sz="1600" b="1" dirty="0">
                <a:latin typeface="Sakkal Majalla" panose="02000000000000000000" pitchFamily="2" charset="-78"/>
                <a:cs typeface="Sakkal Majalla" panose="02000000000000000000" pitchFamily="2" charset="-78"/>
              </a:rPr>
              <a:t>تأثير درجة الحرارة في الزحف:</a:t>
            </a:r>
          </a:p>
          <a:p>
            <a:pPr rtl="1"/>
            <a:r>
              <a:rPr lang="ar" sz="1600" dirty="0">
                <a:latin typeface="Sakkal Majalla" panose="02000000000000000000" pitchFamily="2" charset="-78"/>
                <a:cs typeface="Sakkal Majalla" panose="02000000000000000000" pitchFamily="2" charset="-78"/>
              </a:rPr>
              <a:t>تعمل درجات الحرارة المرتفعة على تسريع عملية الزحف، ما يجعل هذا الاختبار مهمًا بشكل خاص للمواد المستخدمة في البيئات ذات درجات الحرارة العالية، مثل التوربينات أو المحركات.</a:t>
            </a:r>
          </a:p>
        </p:txBody>
      </p:sp>
      <p:sp>
        <p:nvSpPr>
          <p:cNvPr id="4" name="Footer Placeholder 2">
            <a:extLst>
              <a:ext uri="{FF2B5EF4-FFF2-40B4-BE49-F238E27FC236}">
                <a16:creationId xmlns:a16="http://schemas.microsoft.com/office/drawing/2014/main" id="{0C0DB676-518A-4D88-1EB3-4EC2323A766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98356459"/>
      </p:ext>
    </p:extLst>
  </p:cSld>
  <p:clrMapOvr>
    <a:masterClrMapping/>
  </p:clrMapOvr>
  <p:transition>
    <p:sndAc>
      <p:stSnd>
        <p:snd r:embed="rId2" name="click.wav"/>
      </p:stSnd>
    </p:sndAc>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3F543-E470-4DE9-B55B-3358F31F31CE}"/>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اختبار الكلال</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1F95DE71-5A15-4D59-97BC-66550F11E4FE}"/>
              </a:ext>
            </a:extLst>
          </p:cNvPr>
          <p:cNvSpPr>
            <a:spLocks noGrp="1"/>
          </p:cNvSpPr>
          <p:nvPr>
            <p:ph sz="half" idx="2"/>
          </p:nvPr>
        </p:nvSpPr>
        <p:spPr>
          <a:xfrm>
            <a:off x="468312" y="2195513"/>
            <a:ext cx="7991475" cy="4185815"/>
          </a:xfrm>
        </p:spPr>
        <p:txBody>
          <a:bodyPr rtlCol="1"/>
          <a:lstStyle/>
          <a:p>
            <a:pPr marL="0" indent="0" rtl="1">
              <a:buNone/>
            </a:pPr>
            <a:r>
              <a:rPr lang="ar" sz="1600" dirty="0">
                <a:latin typeface="Sakkal Majalla" panose="02000000000000000000" pitchFamily="2" charset="-78"/>
                <a:cs typeface="Sakkal Majalla" panose="02000000000000000000" pitchFamily="2" charset="-78"/>
              </a:rPr>
              <a:t>يُقيم اختبار الكلال قدرة المادة على تحمل الأحمال المتقلبة أو الدورية بمرور الوقت. وهذا مهم بشكل خاص للمواد المستخدمة في التطبيقات التي تتعرض فيها للتحميل المتكرر، مثل الجسور أو أجنحة الطائرات أو الآلات الدوارة.</a:t>
            </a:r>
          </a:p>
          <a:p>
            <a:pPr marL="0" indent="0" rtl="1">
              <a:buNone/>
            </a:pPr>
            <a:r>
              <a:rPr lang="ar" sz="1600" b="1" dirty="0">
                <a:latin typeface="Sakkal Majalla" panose="02000000000000000000" pitchFamily="2" charset="-78"/>
                <a:cs typeface="Sakkal Majalla" panose="02000000000000000000" pitchFamily="2" charset="-78"/>
              </a:rPr>
              <a:t>إجراء الاختبار:</a:t>
            </a:r>
          </a:p>
          <a:p>
            <a:pPr rtl="1"/>
            <a:r>
              <a:rPr lang="ar" sz="1600" dirty="0">
                <a:latin typeface="Sakkal Majalla" panose="02000000000000000000" pitchFamily="2" charset="-78"/>
                <a:cs typeface="Sakkal Majalla" panose="02000000000000000000" pitchFamily="2" charset="-78"/>
              </a:rPr>
              <a:t>تخضع العينة لحمولة متوسطة محددة وحمل بديل. يستمر الاختبار حتى تُخفِق المادة، وتُسجل عدد الدورات المطلوبة لإنتاج الإخفاق (عُمر الكلال).</a:t>
            </a:r>
          </a:p>
          <a:p>
            <a:pPr marL="0" indent="0" rtl="1">
              <a:buNone/>
            </a:pPr>
            <a:r>
              <a:rPr lang="ar" sz="1600" b="1" dirty="0">
                <a:latin typeface="Sakkal Majalla" panose="02000000000000000000" pitchFamily="2" charset="-78"/>
                <a:cs typeface="Sakkal Majalla" panose="02000000000000000000" pitchFamily="2" charset="-78"/>
              </a:rPr>
              <a:t>فهم عُمر الكلال:</a:t>
            </a:r>
          </a:p>
          <a:p>
            <a:pPr rtl="1"/>
            <a:r>
              <a:rPr lang="ar" sz="1600" dirty="0">
                <a:latin typeface="Sakkal Majalla" panose="02000000000000000000" pitchFamily="2" charset="-78"/>
                <a:cs typeface="Sakkal Majalla" panose="02000000000000000000" pitchFamily="2" charset="-78"/>
              </a:rPr>
              <a:t>عُمر الكلال هو عدد الدورات التي يمكن أن تتحملها المادة قبل الإخفاق. وتعتبر المواد ذات الحد العالي من الكلال مناسبة بشكل أفضل للتطبيقات التي تنطوي على إجهاد متكرر.</a:t>
            </a:r>
          </a:p>
          <a:p>
            <a:pPr marL="0" indent="0" rtl="1">
              <a:buNone/>
            </a:pPr>
            <a:r>
              <a:rPr lang="ar" sz="1600" dirty="0">
                <a:latin typeface="Sakkal Majalla" panose="02000000000000000000" pitchFamily="2" charset="-78"/>
                <a:cs typeface="Sakkal Majalla" panose="02000000000000000000" pitchFamily="2" charset="-78"/>
              </a:rPr>
              <a:t>يساعد اختبار الكلال المهندسين على فهم كيفية تصرف المواد تحت الأحمال الدورية ويتيح تصميم المكونات التي يمكن أن تتحمل الاستخدام المتكرر دون حدوث إخفاق كارثي.</a:t>
            </a:r>
            <a:br>
              <a:rPr lang="en-GB" sz="1600" dirty="0">
                <a:latin typeface="Sakkal Majalla" panose="02000000000000000000" pitchFamily="2" charset="-78"/>
                <a:cs typeface="Sakkal Majalla" panose="02000000000000000000" pitchFamily="2" charset="-78"/>
              </a:rPr>
            </a:br>
            <a:br>
              <a:rPr lang="en-GB" sz="1600" dirty="0">
                <a:latin typeface="Sakkal Majalla" panose="02000000000000000000" pitchFamily="2" charset="-78"/>
                <a:cs typeface="Sakkal Majalla" panose="02000000000000000000" pitchFamily="2" charset="-78"/>
              </a:rPr>
            </a:br>
            <a:r>
              <a:rPr lang="ar" sz="1600" dirty="0">
                <a:latin typeface="Sakkal Majalla" panose="02000000000000000000" pitchFamily="2" charset="-78"/>
                <a:cs typeface="Sakkal Majalla" panose="02000000000000000000" pitchFamily="2" charset="-78"/>
              </a:rPr>
              <a:t>يوفر الاختبار الإتلافي معلومات مهمة حول الخواص الميكانيكية للمواد غير المعدنية، ما يسمح للمهندسين اختيار المواد التي ستعمل بشكل موثوق في ظروف محددة. بفضل فهم نتائج اختبارات الشد والصدم والزحف والكلال، يمكن للمهندسين التأكد من أن المواد تلبي متطلبات الأداء للتطبيقات المقصودة.</a:t>
            </a:r>
            <a:br>
              <a:rPr lang="en-GB" sz="1600" dirty="0">
                <a:latin typeface="Sakkal Majalla" panose="02000000000000000000" pitchFamily="2" charset="-78"/>
                <a:cs typeface="Sakkal Majalla" panose="02000000000000000000" pitchFamily="2" charset="-78"/>
              </a:rPr>
            </a:br>
            <a:endParaRPr lang="en-GB" sz="1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DCE8F2C5-932F-B7E7-7214-8DD22228A6B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759822656"/>
      </p:ext>
    </p:extLst>
  </p:cSld>
  <p:clrMapOvr>
    <a:masterClrMapping/>
  </p:clrMapOvr>
  <p:transition>
    <p:sndAc>
      <p:stSnd>
        <p:snd r:embed="rId2" name="click.wav"/>
      </p:stSnd>
    </p:sndAc>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5B16D-BAF7-41C2-8A0F-93157D69F7A6}"/>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عيوب المواد</a:t>
            </a:r>
          </a:p>
        </p:txBody>
      </p:sp>
      <p:sp>
        <p:nvSpPr>
          <p:cNvPr id="3" name="Content Placeholder 2">
            <a:extLst>
              <a:ext uri="{FF2B5EF4-FFF2-40B4-BE49-F238E27FC236}">
                <a16:creationId xmlns:a16="http://schemas.microsoft.com/office/drawing/2014/main" id="{69F20DFE-3990-4910-AF7D-5C0EE4CF838A}"/>
              </a:ext>
            </a:extLst>
          </p:cNvPr>
          <p:cNvSpPr>
            <a:spLocks noGrp="1"/>
          </p:cNvSpPr>
          <p:nvPr>
            <p:ph sz="half" idx="2"/>
          </p:nvPr>
        </p:nvSpPr>
        <p:spPr>
          <a:xfrm>
            <a:off x="468312" y="2195513"/>
            <a:ext cx="7991475" cy="3609975"/>
          </a:xfrm>
        </p:spPr>
        <p:txBody>
          <a:bodyPr rtlCol="1"/>
          <a:lstStyle/>
          <a:p>
            <a:pPr rtl="1"/>
            <a:r>
              <a:rPr lang="ar" sz="2600" dirty="0">
                <a:latin typeface="Sakkal Majalla" panose="02000000000000000000" pitchFamily="2" charset="-78"/>
                <a:cs typeface="Sakkal Majalla" panose="02000000000000000000" pitchFamily="2" charset="-78"/>
              </a:rPr>
              <a:t>عيوب المواد في المواد غير المعدنية هي عيوب أو اختلالات في البنية يمكن أن تضعف المادة وتؤدي إلى الإخفاق في أثناء الاستخدام. ويعد تحديد هذه العيوب وفهمها أمرًا بالغ الأهمية لضمان موثوقية وأداء المواد في التطبيقات الهندسية. </a:t>
            </a:r>
          </a:p>
          <a:p>
            <a:pPr rtl="1"/>
            <a:r>
              <a:rPr lang="ar" sz="2600" dirty="0">
                <a:latin typeface="Sakkal Majalla" panose="02000000000000000000" pitchFamily="2" charset="-78"/>
                <a:cs typeface="Sakkal Majalla" panose="02000000000000000000" pitchFamily="2" charset="-78"/>
              </a:rPr>
              <a:t>يمكن أن تُظهر كل مجموعة من المواد غير المعدنية - البوليمرات والسيراميك والمُركبات - أنواعًا مختلفة من العيوب التي تؤثر في خواصها الميكانيكية.</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3886D3AC-B823-F6F0-DAD5-3CEA6D5A305C}"/>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016559175"/>
      </p:ext>
    </p:extLst>
  </p:cSld>
  <p:clrMapOvr>
    <a:masterClrMapping/>
  </p:clrMapOvr>
  <p:transition>
    <p:sndAc>
      <p:stSnd>
        <p:snd r:embed="rId2" name="click.wav"/>
      </p:stSnd>
    </p:sndAc>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59C37-0F68-4115-9FE6-D30AE233527B}"/>
              </a:ext>
            </a:extLst>
          </p:cNvPr>
          <p:cNvSpPr>
            <a:spLocks noGrp="1"/>
          </p:cNvSpPr>
          <p:nvPr>
            <p:ph type="title"/>
          </p:nvPr>
        </p:nvSpPr>
        <p:spPr>
          <a:xfrm>
            <a:off x="457200" y="1195388"/>
            <a:ext cx="8229600" cy="863600"/>
          </a:xfrm>
        </p:spPr>
        <p:txBody>
          <a:bodyPr rtlCol="1"/>
          <a:lstStyle/>
          <a:p>
            <a:pPr rtl="1"/>
            <a:br>
              <a:rPr lang="en-GB"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عيوب البوليمر</a:t>
            </a:r>
            <a:r>
              <a:rPr lang="ar-EG" sz="3800" b="1" dirty="0">
                <a:latin typeface="Sakkal Majalla" panose="02000000000000000000" pitchFamily="2" charset="-78"/>
                <a:cs typeface="Sakkal Majalla" panose="02000000000000000000" pitchFamily="2" charset="-78"/>
              </a:rPr>
              <a:t>ات</a:t>
            </a:r>
            <a:br>
              <a:rPr lang="en-GB" sz="3800" b="1" dirty="0">
                <a:latin typeface="Sakkal Majalla" panose="02000000000000000000" pitchFamily="2" charset="-78"/>
                <a:cs typeface="Sakkal Majalla" panose="02000000000000000000" pitchFamily="2" charset="-78"/>
              </a:rPr>
            </a:b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390E9AA6-EEAB-4BE4-9362-EA53906D1BC0}"/>
              </a:ext>
            </a:extLst>
          </p:cNvPr>
          <p:cNvSpPr>
            <a:spLocks noGrp="1"/>
          </p:cNvSpPr>
          <p:nvPr>
            <p:ph sz="half" idx="2"/>
          </p:nvPr>
        </p:nvSpPr>
        <p:spPr>
          <a:xfrm>
            <a:off x="468312" y="2195513"/>
            <a:ext cx="7991475" cy="4473847"/>
          </a:xfrm>
        </p:spPr>
        <p:txBody>
          <a:bodyPr rtlCol="1"/>
          <a:lstStyle/>
          <a:p>
            <a:pPr marL="0" indent="0" rtl="1">
              <a:buNone/>
            </a:pPr>
            <a:r>
              <a:rPr lang="ar" sz="1600" dirty="0">
                <a:latin typeface="Sakkal Majalla" panose="02000000000000000000" pitchFamily="2" charset="-78"/>
                <a:cs typeface="Sakkal Majalla" panose="02000000000000000000" pitchFamily="2" charset="-78"/>
              </a:rPr>
              <a:t>تتعرض البوليمرات للعديد من العيوب المجهرية التي يمكن أن تؤثر بشكل كبير في أدائها. ويمكن أن تنشأ هذه العيوب في أثناء عملية التصنيع أو تتطور بمرور الوقت عند استخدام المواد.</a:t>
            </a:r>
          </a:p>
          <a:p>
            <a:pPr rtl="1"/>
            <a:r>
              <a:rPr lang="ar" sz="1600" b="1" dirty="0">
                <a:latin typeface="Sakkal Majalla" panose="02000000000000000000" pitchFamily="2" charset="-78"/>
                <a:cs typeface="Sakkal Majalla" panose="02000000000000000000" pitchFamily="2" charset="-78"/>
              </a:rPr>
              <a:t>الشوائب: </a:t>
            </a:r>
            <a:r>
              <a:rPr lang="ar" sz="1600" dirty="0">
                <a:latin typeface="Sakkal Majalla" panose="02000000000000000000" pitchFamily="2" charset="-78"/>
                <a:cs typeface="Sakkal Majalla" panose="02000000000000000000" pitchFamily="2" charset="-78"/>
              </a:rPr>
              <a:t>الجسيمات الأجنبية أو الشوائب المضمنة داخل مصفوفة البوليمر. يمكن أن تعمل هذه الشوائب كمُركزات للإجهاد، ما يؤدي إلى حدوث إخفاق مبكر عندما تتعرض المادة لأحمال ميكانيكية.</a:t>
            </a:r>
          </a:p>
          <a:p>
            <a:pPr rtl="1"/>
            <a:r>
              <a:rPr lang="ar" sz="1600" b="1" dirty="0">
                <a:latin typeface="Sakkal Majalla" panose="02000000000000000000" pitchFamily="2" charset="-78"/>
                <a:cs typeface="Sakkal Majalla" panose="02000000000000000000" pitchFamily="2" charset="-78"/>
              </a:rPr>
              <a:t>الانخلاعات</a:t>
            </a:r>
            <a:r>
              <a:rPr lang="ar" sz="1600" dirty="0">
                <a:latin typeface="Sakkal Majalla" panose="02000000000000000000" pitchFamily="2" charset="-78"/>
                <a:cs typeface="Sakkal Majalla" panose="02000000000000000000" pitchFamily="2" charset="-78"/>
              </a:rPr>
              <a:t>: هذه هي الاختلالات داخل بنية سلسلة البوليمر التي يمكن أن تعطل توحيد المادة، ما يقلل من مقاومتها ومرونتها.</a:t>
            </a:r>
          </a:p>
          <a:p>
            <a:pPr rtl="1"/>
            <a:r>
              <a:rPr lang="ar" sz="1600" b="1" dirty="0">
                <a:latin typeface="Sakkal Majalla" panose="02000000000000000000" pitchFamily="2" charset="-78"/>
                <a:cs typeface="Sakkal Majalla" panose="02000000000000000000" pitchFamily="2" charset="-78"/>
              </a:rPr>
              <a:t>الحدود البلورية: </a:t>
            </a:r>
            <a:r>
              <a:rPr lang="ar" sz="1600" dirty="0">
                <a:latin typeface="Sakkal Majalla" panose="02000000000000000000" pitchFamily="2" charset="-78"/>
                <a:cs typeface="Sakkal Majalla" panose="02000000000000000000" pitchFamily="2" charset="-78"/>
              </a:rPr>
              <a:t>في البوليمرات شبه البلورية، يمكن أن تحدث عيوب عند الحدود بين المناطق البلورية وغير المتبلورة. وقد تتسبب هذه الحدود في تركيزات الإجهاد، ما قد يؤدي إلى التشقق أو التشوه. </a:t>
            </a:r>
          </a:p>
          <a:p>
            <a:pPr rtl="1"/>
            <a:r>
              <a:rPr lang="ar" sz="1600" b="1" dirty="0">
                <a:latin typeface="Sakkal Majalla" panose="02000000000000000000" pitchFamily="2" charset="-78"/>
                <a:cs typeface="Sakkal Majalla" panose="02000000000000000000" pitchFamily="2" charset="-78"/>
              </a:rPr>
              <a:t>الطبقات البينية غير المتبلورة: </a:t>
            </a:r>
            <a:r>
              <a:rPr lang="ar" sz="1600" dirty="0">
                <a:latin typeface="Sakkal Majalla" panose="02000000000000000000" pitchFamily="2" charset="-78"/>
                <a:cs typeface="Sakkal Majalla" panose="02000000000000000000" pitchFamily="2" charset="-78"/>
              </a:rPr>
              <a:t>يمكن أن يؤدي وجود مناطق غير متبلورة (غير بلورية) في البوليمر إلى إنشاء نقاط ضعف حيث تكون المادة أكثر عرضة للتشوه أو الإخفاق</a:t>
            </a:r>
          </a:p>
          <a:p>
            <a:pPr rtl="1"/>
            <a:r>
              <a:rPr lang="ar" sz="1600" dirty="0">
                <a:latin typeface="Sakkal Majalla" panose="02000000000000000000" pitchFamily="2" charset="-78"/>
                <a:cs typeface="Sakkal Majalla" panose="02000000000000000000" pitchFamily="2" charset="-78"/>
              </a:rPr>
              <a:t> </a:t>
            </a:r>
            <a:r>
              <a:rPr lang="ar" sz="1600" b="1" dirty="0">
                <a:latin typeface="Sakkal Majalla" panose="02000000000000000000" pitchFamily="2" charset="-78"/>
                <a:cs typeface="Sakkal Majalla" panose="02000000000000000000" pitchFamily="2" charset="-78"/>
              </a:rPr>
              <a:t>توزيع الإجهاد غير المنتظم في نقاط بدء التشقق</a:t>
            </a:r>
            <a:r>
              <a:rPr lang="ar" sz="1600" dirty="0">
                <a:latin typeface="Sakkal Majalla" panose="02000000000000000000" pitchFamily="2" charset="-78"/>
                <a:cs typeface="Sakkal Majalla" panose="02000000000000000000" pitchFamily="2" charset="-78"/>
              </a:rPr>
              <a:t>: يمكن أن يؤدي التوزيع غير المتكافئ للإجهاد، خاصةً في النقاط التي من المحتمل أن تبدأ فيها الشقوق، إلى تقليل قدرة المادة على تحمل الأحمال الميكانيكية. ويحدث هذا غالبًا بسبب التباينات في بنية البوليمر، مثل الشوائب أو الانخلاعات.</a:t>
            </a:r>
          </a:p>
          <a:p>
            <a:pPr marL="0" indent="0" rtl="1">
              <a:buNone/>
            </a:pPr>
            <a:r>
              <a:rPr lang="ar" sz="1600" dirty="0">
                <a:latin typeface="Sakkal Majalla" panose="02000000000000000000" pitchFamily="2" charset="-78"/>
                <a:cs typeface="Sakkal Majalla" panose="02000000000000000000" pitchFamily="2" charset="-78"/>
              </a:rPr>
              <a:t>يمكن أن يؤدي فهم هذه العيوب والتخفيف منها في أثناء عملية التصنيع إلى تحسين الأداء الميكانيكي والمتانة للمنتجات القائمة على البوليمر.</a:t>
            </a:r>
            <a:br>
              <a:rPr lang="en-GB" sz="1600" dirty="0">
                <a:latin typeface="Sakkal Majalla" panose="02000000000000000000" pitchFamily="2" charset="-78"/>
                <a:cs typeface="Sakkal Majalla" panose="02000000000000000000" pitchFamily="2" charset="-78"/>
              </a:rPr>
            </a:br>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7E6A8981-BC03-F583-1AD6-1A119CCB4AE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1092339850"/>
      </p:ext>
    </p:extLst>
  </p:cSld>
  <p:clrMapOvr>
    <a:masterClrMapping/>
  </p:clrMapOvr>
  <p:transition>
    <p:sndAc>
      <p:stSnd>
        <p:snd r:embed="rId2" name="click.wav"/>
      </p:stSnd>
    </p:sndAc>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75856" y="1052736"/>
            <a:ext cx="5621086"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3800" b="1" dirty="0">
                <a:latin typeface="Sakkal Majalla" panose="02000000000000000000" pitchFamily="2" charset="-78"/>
                <a:cs typeface="Sakkal Majalla" panose="02000000000000000000" pitchFamily="2" charset="-78"/>
              </a:rPr>
              <a:t>عيوب السيراميك</a:t>
            </a:r>
            <a:endParaRPr lang="en-GB" sz="3800" b="1" dirty="0">
              <a:latin typeface="Sakkal Majalla" panose="02000000000000000000" pitchFamily="2" charset="-78"/>
              <a:cs typeface="Sakkal Majalla" panose="02000000000000000000" pitchFamily="2" charset="-78"/>
            </a:endParaRPr>
          </a:p>
          <a:p>
            <a:pPr marL="0" indent="0" rtl="1">
              <a:buNone/>
            </a:pPr>
            <a:r>
              <a:rPr lang="ar" sz="1600" dirty="0">
                <a:latin typeface="Sakkal Majalla" panose="02000000000000000000" pitchFamily="2" charset="-78"/>
                <a:cs typeface="Sakkal Majalla" panose="02000000000000000000" pitchFamily="2" charset="-78"/>
              </a:rPr>
              <a:t>السيراميك مواد ذات طبيعة قصيفة، ويمكن أن يؤدي وجود عيوب مجهرية إلى زيادة الإضرار بسلامتها الميكانيكية. وتشمل العيوب الشائعة في السيراميك ما يأتي:</a:t>
            </a:r>
          </a:p>
          <a:p>
            <a:pPr marL="0" indent="0" rtl="1">
              <a:buNone/>
            </a:pPr>
            <a:r>
              <a:rPr lang="ar" sz="1600" b="1" dirty="0">
                <a:latin typeface="Sakkal Majalla" panose="02000000000000000000" pitchFamily="2" charset="-78"/>
                <a:cs typeface="Sakkal Majalla" panose="02000000000000000000" pitchFamily="2" charset="-78"/>
              </a:rPr>
              <a:t>التشققات متناهية الصغر:</a:t>
            </a:r>
          </a:p>
          <a:p>
            <a:pPr rtl="1"/>
            <a:r>
              <a:rPr lang="ar" sz="1600" dirty="0">
                <a:latin typeface="Sakkal Majalla" panose="02000000000000000000" pitchFamily="2" charset="-78"/>
                <a:cs typeface="Sakkal Majalla" panose="02000000000000000000" pitchFamily="2" charset="-78"/>
              </a:rPr>
              <a:t>التشققات الصغيرة التي تتشكل داخل مادة السيراميك في أثناء عملية التبريد أو التلبيد. ويمكن أن تنمو هذه التشققات متناهية تحت الإجهاد وتؤدي إلى إخفاق كارثي، خاصة في التطبيقات التي تتعرض فيها المادة لقوى الشد</a:t>
            </a:r>
          </a:p>
          <a:p>
            <a:pPr marL="0" indent="0" rtl="1">
              <a:buNone/>
            </a:pPr>
            <a:r>
              <a:rPr lang="ar" sz="1600" b="1" dirty="0">
                <a:latin typeface="Sakkal Majalla" panose="02000000000000000000" pitchFamily="2" charset="-78"/>
                <a:cs typeface="Sakkal Majalla" panose="02000000000000000000" pitchFamily="2" charset="-78"/>
              </a:rPr>
              <a:t>المسام الداخلية:</a:t>
            </a:r>
          </a:p>
          <a:p>
            <a:pPr rtl="1"/>
            <a:r>
              <a:rPr lang="ar" sz="1600" dirty="0">
                <a:latin typeface="Sakkal Majalla" panose="02000000000000000000" pitchFamily="2" charset="-78"/>
                <a:cs typeface="Sakkal Majalla" panose="02000000000000000000" pitchFamily="2" charset="-78"/>
              </a:rPr>
              <a:t>يمكن أن تتشكل المسام في السيراميك في أثناء المعالجة إذا لم تُضغط المادة بالكامل. وتقلل هذه الفراغات الداخلية من كثافة المواد ومقاومتها، ما يجعلها أكثر عرضة للكسر تحت الحمل.</a:t>
            </a:r>
          </a:p>
          <a:p>
            <a:pPr marL="0" indent="0" rtl="1">
              <a:buNone/>
            </a:pPr>
            <a:r>
              <a:rPr lang="ar" sz="1600" b="1" dirty="0">
                <a:latin typeface="Sakkal Majalla" panose="02000000000000000000" pitchFamily="2" charset="-78"/>
                <a:cs typeface="Sakkal Majalla" panose="02000000000000000000" pitchFamily="2" charset="-78"/>
              </a:rPr>
              <a:t>الملوثات:</a:t>
            </a:r>
          </a:p>
          <a:p>
            <a:pPr rtl="1"/>
            <a:r>
              <a:rPr lang="ar" sz="1600" dirty="0">
                <a:latin typeface="Sakkal Majalla" panose="02000000000000000000" pitchFamily="2" charset="-78"/>
                <a:cs typeface="Sakkal Majalla" panose="02000000000000000000" pitchFamily="2" charset="-78"/>
              </a:rPr>
              <a:t>يمكن للمواد الأجنبية التي يتم إدخالها في أثناء عملية التصنيع أن تضعف مصفوفة السيراميك. فغالبًا ما تشكل الملوثات نقاط ضعف حيث يمكن أن يبدأ التشقق، ما يقلل من القوة الكلية واعتمادية المادة.</a:t>
            </a:r>
            <a:br>
              <a:rPr lang="en-GB" sz="1600" dirty="0">
                <a:latin typeface="Sakkal Majalla" panose="02000000000000000000" pitchFamily="2" charset="-78"/>
                <a:cs typeface="Sakkal Majalla" panose="02000000000000000000" pitchFamily="2" charset="-78"/>
              </a:rPr>
            </a:br>
            <a:r>
              <a:rPr lang="ar" sz="1600" dirty="0">
                <a:latin typeface="Sakkal Majalla" panose="02000000000000000000" pitchFamily="2" charset="-78"/>
                <a:cs typeface="Sakkal Majalla" panose="02000000000000000000" pitchFamily="2" charset="-78"/>
              </a:rPr>
              <a:t>ويعد الحد من حدوث هذه العيوب بالغ الأهمية في التطبيقات عالية الأداء، مثل الفضاء أو الإلكترونيات، حيث يُستخدم السيراميك نظرًا لاستقراره الحراري والميكانيكي.</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44624"/>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000" b="1" dirty="0">
              <a:highlight>
                <a:srgbClr val="FFFF00"/>
              </a:highlight>
              <a:latin typeface="Sakkal Majalla" panose="02000000000000000000" pitchFamily="2" charset="-78"/>
              <a:cs typeface="Sakkal Majalla" panose="02000000000000000000" pitchFamily="2" charset="-78"/>
            </a:endParaRPr>
          </a:p>
        </p:txBody>
      </p:sp>
      <p:sp>
        <p:nvSpPr>
          <p:cNvPr id="2" name="Rectangle 1"/>
          <p:cNvSpPr/>
          <p:nvPr/>
        </p:nvSpPr>
        <p:spPr>
          <a:xfrm>
            <a:off x="1230300" y="5085184"/>
            <a:ext cx="995785" cy="292388"/>
          </a:xfrm>
          <a:prstGeom prst="rect">
            <a:avLst/>
          </a:prstGeom>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سيراميك قصيف</a:t>
            </a:r>
            <a:endParaRPr lang="en-GB" sz="1300" b="1" i="0" dirty="0">
              <a:effectLst/>
              <a:latin typeface="Sakkal Majalla" panose="02000000000000000000" pitchFamily="2" charset="-78"/>
              <a:cs typeface="Sakkal Majalla" panose="02000000000000000000" pitchFamily="2" charset="-78"/>
            </a:endParaRPr>
          </a:p>
        </p:txBody>
      </p:sp>
      <p:pic>
        <p:nvPicPr>
          <p:cNvPr id="4" name="Picture 3" descr="A hammer and a broken piece of paper&#10;&#10;Description automatically generated">
            <a:extLst>
              <a:ext uri="{FF2B5EF4-FFF2-40B4-BE49-F238E27FC236}">
                <a16:creationId xmlns:a16="http://schemas.microsoft.com/office/drawing/2014/main" id="{D142A602-0A3B-3EE3-D56F-C7B12A011E4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16024" y="2997290"/>
            <a:ext cx="3131840" cy="2087893"/>
          </a:xfrm>
          <a:prstGeom prst="rect">
            <a:avLst/>
          </a:prstGeom>
        </p:spPr>
      </p:pic>
      <p:sp>
        <p:nvSpPr>
          <p:cNvPr id="3" name="Footer Placeholder 2">
            <a:extLst>
              <a:ext uri="{FF2B5EF4-FFF2-40B4-BE49-F238E27FC236}">
                <a16:creationId xmlns:a16="http://schemas.microsoft.com/office/drawing/2014/main" id="{8CC1C62A-B851-537E-5CB0-C7A3950B063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112198517"/>
      </p:ext>
    </p:extLst>
  </p:cSld>
  <p:clrMapOvr>
    <a:masterClrMapping/>
  </p:clrMapOvr>
  <p:transition>
    <p:sndAc>
      <p:stSnd>
        <p:snd r:embed="rId3" name="click.wav"/>
      </p:stSnd>
    </p:sndAc>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F9D08-4146-4605-A704-E25A6ABD66C8}"/>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عيوب المُركبات</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C66A5F10-3A6E-4B3E-A9F6-46F79E952CA8}"/>
              </a:ext>
            </a:extLst>
          </p:cNvPr>
          <p:cNvSpPr>
            <a:spLocks noGrp="1"/>
          </p:cNvSpPr>
          <p:nvPr>
            <p:ph sz="half" idx="2"/>
          </p:nvPr>
        </p:nvSpPr>
        <p:spPr>
          <a:xfrm>
            <a:off x="612973" y="2060848"/>
            <a:ext cx="7991475" cy="4662487"/>
          </a:xfrm>
        </p:spPr>
        <p:txBody>
          <a:bodyPr rtlCol="1"/>
          <a:lstStyle/>
          <a:p>
            <a:pPr marL="0" indent="0" rtl="1">
              <a:buNone/>
            </a:pPr>
            <a:r>
              <a:rPr lang="ar" sz="1600" dirty="0">
                <a:latin typeface="Sakkal Majalla" panose="02000000000000000000" pitchFamily="2" charset="-78"/>
                <a:cs typeface="Sakkal Majalla" panose="02000000000000000000" pitchFamily="2" charset="-78"/>
              </a:rPr>
              <a:t>يمكن أن تُظهر المُركبات، المصنوعة من مادتين مختلفتين أو أكثر، مجموعة كبيرة من العيوب التي تؤثر في أدائها الميكانيكي. وغالبًا ما تنشأ هذه العيوب بسبب المعالجة غير الصحيحة أو عدم التطابق بين المصفوفة ومواد التقوية.</a:t>
            </a:r>
          </a:p>
          <a:p>
            <a:pPr rtl="1"/>
            <a:r>
              <a:rPr lang="ar" sz="1600" b="1" dirty="0">
                <a:latin typeface="Sakkal Majalla" panose="02000000000000000000" pitchFamily="2" charset="-78"/>
                <a:cs typeface="Sakkal Majalla" panose="02000000000000000000" pitchFamily="2" charset="-78"/>
              </a:rPr>
              <a:t>المسامية: </a:t>
            </a:r>
            <a:r>
              <a:rPr lang="ar" sz="1600" dirty="0">
                <a:latin typeface="Sakkal Majalla" panose="02000000000000000000" pitchFamily="2" charset="-78"/>
                <a:cs typeface="Sakkal Majalla" panose="02000000000000000000" pitchFamily="2" charset="-78"/>
              </a:rPr>
              <a:t>يمكن أن تتشكل الفراغات أو الجيوب الهوائية داخل المادة المُركبة بسبب الضغط غير الكافي أو المعالجة غير الصحيحة في أثناء عملية التصنيع. تعمل المسامية على إضعاف المُركب، ما يقلل من قدرته على التحمل ويجعله أكثر عرضة للتشقق أو التشوه.</a:t>
            </a:r>
          </a:p>
          <a:p>
            <a:pPr rtl="1"/>
            <a:r>
              <a:rPr lang="ar" sz="1600" b="1" dirty="0">
                <a:latin typeface="Sakkal Majalla" panose="02000000000000000000" pitchFamily="2" charset="-78"/>
                <a:cs typeface="Sakkal Majalla" panose="02000000000000000000" pitchFamily="2" charset="-78"/>
              </a:rPr>
              <a:t>الشوائب: </a:t>
            </a:r>
            <a:r>
              <a:rPr lang="ar" sz="1600" dirty="0">
                <a:latin typeface="Sakkal Majalla" panose="02000000000000000000" pitchFamily="2" charset="-78"/>
                <a:cs typeface="Sakkal Majalla" panose="02000000000000000000" pitchFamily="2" charset="-78"/>
              </a:rPr>
              <a:t>على غرار البوليمرات، فإن الشوائب في المواد المُركبة عبارة عن جزيئات غريبة تصبح محاصرة داخل المصفوفة. وتؤدي هذه الشوائب إلى تعطيل توحيد المادة وتعمل كمُركزات للإجهاد، ما يؤدي إلى إخفاق مبكر.</a:t>
            </a:r>
          </a:p>
          <a:p>
            <a:pPr rtl="1"/>
            <a:r>
              <a:rPr lang="ar" sz="1600" b="1" dirty="0">
                <a:latin typeface="Sakkal Majalla" panose="02000000000000000000" pitchFamily="2" charset="-78"/>
                <a:cs typeface="Sakkal Majalla" panose="02000000000000000000" pitchFamily="2" charset="-78"/>
              </a:rPr>
              <a:t>اتجاه سيء للألياف: </a:t>
            </a:r>
            <a:r>
              <a:rPr lang="ar" sz="1600" dirty="0">
                <a:latin typeface="Sakkal Majalla" panose="02000000000000000000" pitchFamily="2" charset="-78"/>
                <a:cs typeface="Sakkal Majalla" panose="02000000000000000000" pitchFamily="2" charset="-78"/>
              </a:rPr>
              <a:t>يعد اتجاه الألياف في المُركب أمرًا بالغ الأهمية لتحقيق المقاومة والقساوة. ويمكن أن تؤدي الألياف مختلة الاتجاه أو الموزعة بشكل غير متساوٍ إلى نقاط ضعف حيث من المرجح أن تخفق المادة تحت الحمل.</a:t>
            </a:r>
          </a:p>
          <a:p>
            <a:pPr rtl="1"/>
            <a:r>
              <a:rPr lang="ar" sz="1600" b="1" dirty="0">
                <a:latin typeface="Sakkal Majalla" panose="02000000000000000000" pitchFamily="2" charset="-78"/>
                <a:cs typeface="Sakkal Majalla" panose="02000000000000000000" pitchFamily="2" charset="-78"/>
              </a:rPr>
              <a:t>الانفصال إلى طبقات: </a:t>
            </a:r>
            <a:r>
              <a:rPr lang="ar" sz="1600" dirty="0">
                <a:latin typeface="Sakkal Majalla" panose="02000000000000000000" pitchFamily="2" charset="-78"/>
                <a:cs typeface="Sakkal Majalla" panose="02000000000000000000" pitchFamily="2" charset="-78"/>
              </a:rPr>
              <a:t>يحدث الانفصال إلى طبقات عندما تنفصل طبقات المادة المُركبة عن بعضها. ويمكن أن يحدث هذا بسبب ضعف الترابط بين الطبقات أو التلف الناتج عن الصدمات أو الكلال. ويقلل الانفصال إلى طبقات من القوة الإجمالية للمادة ويمكن أن يؤدي إلى إخفاق كارثي إذا لم يُعالج.</a:t>
            </a:r>
          </a:p>
          <a:p>
            <a:pPr rtl="1"/>
            <a:r>
              <a:rPr lang="ar" sz="1600" b="1" dirty="0">
                <a:latin typeface="Sakkal Majalla" panose="02000000000000000000" pitchFamily="2" charset="-78"/>
                <a:cs typeface="Sakkal Majalla" panose="02000000000000000000" pitchFamily="2" charset="-78"/>
              </a:rPr>
              <a:t>تشقق المصفوفة: </a:t>
            </a:r>
            <a:r>
              <a:rPr lang="ar" sz="1600" dirty="0">
                <a:latin typeface="Sakkal Majalla" panose="02000000000000000000" pitchFamily="2" charset="-78"/>
                <a:cs typeface="Sakkal Majalla" panose="02000000000000000000" pitchFamily="2" charset="-78"/>
              </a:rPr>
              <a:t>يمكن أن تتطور الشقوق في مادة المصفوفة التي تحيط بالألياف في مُركب ما. ويمكن أن تنتشر هذه الشقوق بمرور الوقت، خاصةً في ظل التحميل الدوري، ما يؤدي في النهاية إلى إخفاق بنية المركب بالكامل.</a:t>
            </a:r>
          </a:p>
          <a:p>
            <a:pPr rtl="1"/>
            <a:endParaRPr lang="en-GB" sz="1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53F6FC9C-C1B1-E4CE-6437-A0738B47D59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1456151001"/>
      </p:ext>
    </p:extLst>
  </p:cSld>
  <p:clrMapOvr>
    <a:masterClrMapping/>
  </p:clrMapOvr>
  <p:transition>
    <p:sndAc>
      <p:stSnd>
        <p:snd r:embed="rId2" name="click.wav"/>
      </p:stSnd>
    </p:sndAc>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A8252-A57A-4457-9076-52A80503DC5E}"/>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عيوب المواد</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D4E3E0FD-8FAE-41DA-B6EE-57FA1CDCB0EF}"/>
              </a:ext>
            </a:extLst>
          </p:cNvPr>
          <p:cNvSpPr>
            <a:spLocks noGrp="1"/>
          </p:cNvSpPr>
          <p:nvPr>
            <p:ph sz="half" idx="2"/>
          </p:nvPr>
        </p:nvSpPr>
        <p:spPr>
          <a:xfrm>
            <a:off x="468312" y="2195513"/>
            <a:ext cx="7991475" cy="3609975"/>
          </a:xfrm>
        </p:spPr>
        <p:txBody>
          <a:bodyPr rtlCol="1"/>
          <a:lstStyle/>
          <a:p>
            <a:pPr rtl="1"/>
            <a:r>
              <a:rPr lang="ar" sz="2200" dirty="0">
                <a:latin typeface="Sakkal Majalla" panose="02000000000000000000" pitchFamily="2" charset="-78"/>
                <a:cs typeface="Sakkal Majalla" panose="02000000000000000000" pitchFamily="2" charset="-78"/>
              </a:rPr>
              <a:t>يعد التحكم الدقيق في عملية التصنيع أمرًا ضروريًا لتقليل هذه العيوب وضمان الأداء طويل الأجل للمواد المركبة في تطبيقات مثل الفضاء والسيارات والمعدات الرياضية.</a:t>
            </a:r>
          </a:p>
          <a:p>
            <a:pPr rtl="1"/>
            <a:r>
              <a:rPr lang="ar" sz="2200" dirty="0">
                <a:latin typeface="Sakkal Majalla" panose="02000000000000000000" pitchFamily="2" charset="-78"/>
                <a:cs typeface="Sakkal Majalla" panose="02000000000000000000" pitchFamily="2" charset="-78"/>
              </a:rPr>
              <a:t>من الضروري أيضًا فهم طبيعة وتأثير عيوب المواد في المواد غير المعدنية للتنبؤ بسلوكها في أثناء الاستخدام والتأكد من أنها تلبي متطلبات الأداء. بفضل تحديد هذه العيوب ومعالجتها في أثناء الإنتاج، يمكن للمهندسين تعزيز موثوقية ومتانة المواد المستخدمة في التطبيقات الصعبة.</a:t>
            </a:r>
          </a:p>
          <a:p>
            <a:pPr rtl="1"/>
            <a:endParaRPr lang="en-GB" sz="22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870A8780-2876-914D-A02D-5D2FB4F8E8C3}"/>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1656599223"/>
      </p:ext>
    </p:extLst>
  </p:cSld>
  <p:clrMapOvr>
    <a:masterClrMapping/>
  </p:clrMapOvr>
  <p:transition>
    <p:sndAc>
      <p:stSnd>
        <p:snd r:embed="rId2" name="click.wav"/>
      </p:stSnd>
    </p:sndAc>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04E1-0EDE-41B0-B18D-5CB25935DCE6}"/>
              </a:ext>
            </a:extLst>
          </p:cNvPr>
          <p:cNvSpPr>
            <a:spLocks noGrp="1"/>
          </p:cNvSpPr>
          <p:nvPr>
            <p:ph type="title"/>
          </p:nvPr>
        </p:nvSpPr>
        <p:spPr>
          <a:xfrm>
            <a:off x="457200" y="1195388"/>
            <a:ext cx="8229600" cy="863600"/>
          </a:xfrm>
        </p:spPr>
        <p:txBody>
          <a:bodyPr rtlCol="1"/>
          <a:lstStyle/>
          <a:p>
            <a:pPr rtl="1"/>
            <a:r>
              <a:rPr lang="ar" sz="2600" b="1" dirty="0">
                <a:latin typeface="Sakkal Majalla" panose="02000000000000000000" pitchFamily="2" charset="-78"/>
                <a:cs typeface="Sakkal Majalla" panose="02000000000000000000" pitchFamily="2" charset="-78"/>
              </a:rPr>
              <a:t>ب4: الاختبارات غير الإتلافية المستخدمة </a:t>
            </a:r>
            <a:br>
              <a:rPr lang="en-GB" sz="2600" b="1" dirty="0">
                <a:latin typeface="Sakkal Majalla" panose="02000000000000000000" pitchFamily="2" charset="-78"/>
                <a:cs typeface="Sakkal Majalla" panose="02000000000000000000" pitchFamily="2" charset="-78"/>
              </a:rPr>
            </a:br>
            <a:r>
              <a:rPr lang="ar" sz="2600" b="1" dirty="0">
                <a:latin typeface="Sakkal Majalla" panose="02000000000000000000" pitchFamily="2" charset="-78"/>
                <a:cs typeface="Sakkal Majalla" panose="02000000000000000000" pitchFamily="2" charset="-78"/>
              </a:rPr>
              <a:t>لتحديد عيوب المواد</a:t>
            </a:r>
            <a:endParaRPr lang="en-GB" sz="26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736BE5FD-914B-4CA5-B1F5-4C94770672AE}"/>
              </a:ext>
            </a:extLst>
          </p:cNvPr>
          <p:cNvSpPr>
            <a:spLocks noGrp="1"/>
          </p:cNvSpPr>
          <p:nvPr>
            <p:ph sz="half" idx="2"/>
          </p:nvPr>
        </p:nvSpPr>
        <p:spPr>
          <a:xfrm>
            <a:off x="540965" y="2339529"/>
            <a:ext cx="7991475" cy="1953567"/>
          </a:xfrm>
        </p:spPr>
        <p:txBody>
          <a:bodyPr rtlCol="1"/>
          <a:lstStyle/>
          <a:p>
            <a:pPr marL="0" indent="0" rtl="1">
              <a:buNone/>
            </a:pPr>
            <a:r>
              <a:rPr lang="ar" sz="2600" dirty="0">
                <a:latin typeface="Sakkal Majalla" panose="02000000000000000000" pitchFamily="2" charset="-78"/>
                <a:cs typeface="Sakkal Majalla" panose="02000000000000000000" pitchFamily="2" charset="-78"/>
              </a:rPr>
              <a:t>تعتبر طرق الاختبار غير الإتلافي (NDT) ضرورية للكشف عن عيوب المواد السطحية وتحت السطحية دون الإضرار بالمواد. وتضمن هذه الاختبارات أن المواد تلبي معايير السلامة والأداء في مختلف الصناعات.</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F1BA6036-B750-B58D-BE3A-3F0E71D6331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410979321"/>
      </p:ext>
    </p:extLst>
  </p:cSld>
  <p:clrMapOvr>
    <a:masterClrMapping/>
  </p:clrMapOvr>
  <p:transition>
    <p:sndAc>
      <p:stSnd>
        <p:snd r:embed="rId2" name="click.wav"/>
      </p:stSnd>
    </p:sndAc>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1E16F-ACFC-420A-9FF9-2A975E879A08}"/>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الفحص البصري</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7960A9D3-52F0-4FC8-988B-FD75285918F7}"/>
              </a:ext>
            </a:extLst>
          </p:cNvPr>
          <p:cNvSpPr>
            <a:spLocks noGrp="1"/>
          </p:cNvSpPr>
          <p:nvPr>
            <p:ph sz="half" idx="2"/>
          </p:nvPr>
        </p:nvSpPr>
        <p:spPr>
          <a:xfrm>
            <a:off x="468312" y="2195513"/>
            <a:ext cx="7991475" cy="3609975"/>
          </a:xfrm>
        </p:spPr>
        <p:txBody>
          <a:bodyPr rtlCol="1"/>
          <a:lstStyle/>
          <a:p>
            <a:pPr rtl="1"/>
            <a:r>
              <a:rPr lang="ar" sz="2200" b="1" dirty="0">
                <a:latin typeface="Sakkal Majalla" panose="02000000000000000000" pitchFamily="2" charset="-78"/>
                <a:cs typeface="Sakkal Majalla" panose="02000000000000000000" pitchFamily="2" charset="-78"/>
              </a:rPr>
              <a:t>الوظيفة: </a:t>
            </a:r>
            <a:r>
              <a:rPr lang="ar" sz="2200" dirty="0">
                <a:latin typeface="Sakkal Majalla" panose="02000000000000000000" pitchFamily="2" charset="-78"/>
                <a:cs typeface="Sakkal Majalla" panose="02000000000000000000" pitchFamily="2" charset="-78"/>
              </a:rPr>
              <a:t>الفحص البصري أبسط طريقة للكشف عن عيوب السطح مثل التشقق والاختلالات باستخدام العين المجردة أو أدوات التكبير.</a:t>
            </a:r>
          </a:p>
          <a:p>
            <a:pPr rtl="1"/>
            <a:r>
              <a:rPr lang="ar" sz="2200" b="1" dirty="0">
                <a:latin typeface="Sakkal Majalla" panose="02000000000000000000" pitchFamily="2" charset="-78"/>
                <a:cs typeface="Sakkal Majalla" panose="02000000000000000000" pitchFamily="2" charset="-78"/>
              </a:rPr>
              <a:t>المزايا: </a:t>
            </a:r>
            <a:r>
              <a:rPr lang="ar" sz="2200" dirty="0">
                <a:latin typeface="Sakkal Majalla" panose="02000000000000000000" pitchFamily="2" charset="-78"/>
                <a:cs typeface="Sakkal Majalla" panose="02000000000000000000" pitchFamily="2" charset="-78"/>
              </a:rPr>
              <a:t>سريع وفعال من حيث التكلفة ومثالي للعيوب السطحية الكبيرة.</a:t>
            </a:r>
          </a:p>
          <a:p>
            <a:pPr rtl="1"/>
            <a:r>
              <a:rPr lang="ar" sz="2200" b="1" dirty="0">
                <a:latin typeface="Sakkal Majalla" panose="02000000000000000000" pitchFamily="2" charset="-78"/>
                <a:cs typeface="Sakkal Majalla" panose="02000000000000000000" pitchFamily="2" charset="-78"/>
              </a:rPr>
              <a:t>القيود: </a:t>
            </a:r>
            <a:r>
              <a:rPr lang="ar" sz="2200" dirty="0">
                <a:latin typeface="Sakkal Majalla" panose="02000000000000000000" pitchFamily="2" charset="-78"/>
                <a:cs typeface="Sakkal Majalla" panose="02000000000000000000" pitchFamily="2" charset="-78"/>
              </a:rPr>
              <a:t>يقتصر على العيوب على مستوى السطح، وغير مناسب للفحص الداخلي.</a:t>
            </a:r>
          </a:p>
          <a:p>
            <a:pPr rtl="1"/>
            <a:endParaRPr lang="en-GB" sz="2200" dirty="0">
              <a:latin typeface="Sakkal Majalla" panose="02000000000000000000" pitchFamily="2" charset="-78"/>
              <a:cs typeface="Sakkal Majalla" panose="02000000000000000000" pitchFamily="2" charset="-78"/>
            </a:endParaRPr>
          </a:p>
          <a:p>
            <a:pPr rtl="1"/>
            <a:endParaRPr lang="en-GB" sz="2200" dirty="0">
              <a:latin typeface="Sakkal Majalla" panose="02000000000000000000" pitchFamily="2" charset="-78"/>
              <a:cs typeface="Sakkal Majalla" panose="02000000000000000000" pitchFamily="2" charset="-78"/>
            </a:endParaRPr>
          </a:p>
        </p:txBody>
      </p:sp>
      <p:sp>
        <p:nvSpPr>
          <p:cNvPr id="4" name="Footer Placeholder 3">
            <a:extLst>
              <a:ext uri="{FF2B5EF4-FFF2-40B4-BE49-F238E27FC236}">
                <a16:creationId xmlns:a16="http://schemas.microsoft.com/office/drawing/2014/main" id="{CC73BBCD-1506-4ECD-A138-E7E75F2C5355}"/>
              </a:ext>
            </a:extLst>
          </p:cNvPr>
          <p:cNvSpPr>
            <a:spLocks noGrp="1"/>
          </p:cNvSpPr>
          <p:nvPr>
            <p:ph type="ftr" sz="quarter" idx="10"/>
          </p:nvPr>
        </p:nvSpPr>
        <p:spPr>
          <a:xfrm>
            <a:off x="0" y="6459538"/>
            <a:ext cx="9144000" cy="287337"/>
          </a:xfrm>
        </p:spPr>
        <p:txBody>
          <a:bodyPr rtlCol="1"/>
          <a:lstStyle/>
          <a:p>
            <a:pPr rtl="1">
              <a:defRPr/>
            </a:pPr>
            <a:r>
              <a:rPr lang="ar">
                <a:latin typeface="Sakkal Majalla" panose="02000000000000000000" pitchFamily="2" charset="-78"/>
                <a:cs typeface="Sakkal Majalla" panose="02000000000000000000" pitchFamily="2" charset="-78"/>
              </a:rPr>
              <a:t>. </a:t>
            </a:r>
          </a:p>
        </p:txBody>
      </p:sp>
      <p:sp>
        <p:nvSpPr>
          <p:cNvPr id="5" name="Footer Placeholder 2">
            <a:extLst>
              <a:ext uri="{FF2B5EF4-FFF2-40B4-BE49-F238E27FC236}">
                <a16:creationId xmlns:a16="http://schemas.microsoft.com/office/drawing/2014/main" id="{574140DB-C47F-626B-B9AE-44B6F3209D8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657643787"/>
      </p:ext>
    </p:extLst>
  </p:cSld>
  <p:clrMapOvr>
    <a:masterClrMapping/>
  </p:clrMapOvr>
  <p:transition>
    <p:sndAc>
      <p:stSnd>
        <p:snd r:embed="rId2" name="click.wav"/>
      </p:stSnd>
    </p:sndAc>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نتاج التعلم ج</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2951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استكشاف إخفاق المكونات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غير المعدنية في أثناء استخدامها</a:t>
            </a:r>
          </a:p>
          <a:p>
            <a:pPr algn="ctr" rtl="1"/>
            <a:r>
              <a:rPr lang="ar" sz="3800" b="1" dirty="0">
                <a:latin typeface="Sakkal Majalla" panose="02000000000000000000" pitchFamily="2" charset="-78"/>
                <a:cs typeface="Sakkal Majalla" panose="02000000000000000000" pitchFamily="2" charset="-78"/>
              </a:rPr>
              <a:t>ودراسة إدخال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تحسينات على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تصميمها</a:t>
            </a:r>
          </a:p>
          <a:p>
            <a:pPr algn="ctr" rtl="1"/>
            <a:endParaRPr lang="en-GB" altLang="en-US" sz="38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0061E407-8B77-459B-9677-487F63B6F73A}"/>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136879735"/>
      </p:ext>
    </p:extLst>
  </p:cSld>
  <p:clrMapOvr>
    <a:masterClrMapping/>
  </p:clrMapOvr>
  <p:transition>
    <p:sndAc>
      <p:stSnd>
        <p:snd r:embed="rId3" name="click.wav"/>
      </p:stSnd>
    </p:sndAc>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3D2D2-A241-4D0E-8094-84562F845A29}"/>
              </a:ext>
            </a:extLst>
          </p:cNvPr>
          <p:cNvSpPr>
            <a:spLocks noGrp="1"/>
          </p:cNvSpPr>
          <p:nvPr>
            <p:ph type="title"/>
          </p:nvPr>
        </p:nvSpPr>
        <p:spPr>
          <a:xfrm>
            <a:off x="457200" y="1124744"/>
            <a:ext cx="8229600" cy="863600"/>
          </a:xfrm>
        </p:spPr>
        <p:txBody>
          <a:bodyPr rtlCol="1"/>
          <a:lstStyle/>
          <a:p>
            <a:pPr rtl="1"/>
            <a:br>
              <a:rPr lang="en-GB" altLang="en-US" sz="2600" b="1" dirty="0">
                <a:latin typeface="Sakkal Majalla" panose="02000000000000000000" pitchFamily="2" charset="-78"/>
                <a:cs typeface="Sakkal Majalla" panose="02000000000000000000" pitchFamily="2" charset="-78"/>
              </a:rPr>
            </a:br>
            <a:br>
              <a:rPr lang="en-GB" altLang="en-US" sz="2600" b="1" dirty="0">
                <a:latin typeface="Sakkal Majalla" panose="02000000000000000000" pitchFamily="2" charset="-78"/>
                <a:cs typeface="Sakkal Majalla" panose="02000000000000000000" pitchFamily="2" charset="-78"/>
              </a:rPr>
            </a:br>
            <a:r>
              <a:rPr lang="ar" sz="2600" b="1" dirty="0">
                <a:latin typeface="Sakkal Majalla" panose="02000000000000000000" pitchFamily="2" charset="-78"/>
                <a:cs typeface="Sakkal Majalla" panose="02000000000000000000" pitchFamily="2" charset="-78"/>
              </a:rPr>
              <a:t>ج1: الكسر المطيل </a:t>
            </a:r>
            <a:br>
              <a:rPr lang="en-GB" altLang="en-US" sz="2600" b="1" dirty="0">
                <a:latin typeface="Sakkal Majalla" panose="02000000000000000000" pitchFamily="2" charset="-78"/>
                <a:cs typeface="Sakkal Majalla" panose="02000000000000000000" pitchFamily="2" charset="-78"/>
              </a:rPr>
            </a:br>
            <a:r>
              <a:rPr lang="ar" sz="2600" b="1" dirty="0">
                <a:latin typeface="Sakkal Majalla" panose="02000000000000000000" pitchFamily="2" charset="-78"/>
                <a:cs typeface="Sakkal Majalla" panose="02000000000000000000" pitchFamily="2" charset="-78"/>
              </a:rPr>
              <a:t>والقصيف</a:t>
            </a:r>
            <a:br>
              <a:rPr lang="en-GB" altLang="en-US" sz="2600" b="1" dirty="0">
                <a:highlight>
                  <a:srgbClr val="FFFF00"/>
                </a:highlight>
                <a:latin typeface="Sakkal Majalla" panose="02000000000000000000" pitchFamily="2" charset="-78"/>
                <a:cs typeface="Sakkal Majalla" panose="02000000000000000000" pitchFamily="2" charset="-78"/>
              </a:rPr>
            </a:br>
            <a:endParaRPr lang="en-GB" sz="26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66DBCD2A-9D49-4A23-8A58-CE434A8B885C}"/>
              </a:ext>
            </a:extLst>
          </p:cNvPr>
          <p:cNvSpPr>
            <a:spLocks noGrp="1"/>
          </p:cNvSpPr>
          <p:nvPr>
            <p:ph sz="half" idx="2"/>
          </p:nvPr>
        </p:nvSpPr>
        <p:spPr>
          <a:xfrm>
            <a:off x="468312" y="2195513"/>
            <a:ext cx="7991475" cy="3609975"/>
          </a:xfrm>
        </p:spPr>
        <p:txBody>
          <a:bodyPr rtlCol="1"/>
          <a:lstStyle/>
          <a:p>
            <a:pPr marL="0" indent="0" rtl="1">
              <a:buNone/>
            </a:pPr>
            <a:r>
              <a:rPr lang="ar" sz="1600" dirty="0">
                <a:latin typeface="Sakkal Majalla" panose="02000000000000000000" pitchFamily="2" charset="-78"/>
                <a:cs typeface="Sakkal Majalla" panose="02000000000000000000" pitchFamily="2" charset="-78"/>
              </a:rPr>
              <a:t>يشير الكسر المطيل والقصيف إلى نمطين مختلفين من إخفاق المواد، ولكل منهما خصائص مميزة تعتمد على استجابة المادة للإجهاد والتحميل.</a:t>
            </a:r>
            <a:br>
              <a:rPr lang="en-GB" sz="1600" dirty="0">
                <a:latin typeface="Sakkal Majalla" panose="02000000000000000000" pitchFamily="2" charset="-78"/>
                <a:cs typeface="Sakkal Majalla" panose="02000000000000000000" pitchFamily="2" charset="-78"/>
              </a:rPr>
            </a:br>
            <a:endParaRPr lang="en-GB" sz="1600" dirty="0">
              <a:latin typeface="Sakkal Majalla" panose="02000000000000000000" pitchFamily="2" charset="-78"/>
              <a:cs typeface="Sakkal Majalla" panose="02000000000000000000" pitchFamily="2" charset="-78"/>
            </a:endParaRPr>
          </a:p>
          <a:p>
            <a:pPr marL="0" indent="0" rtl="1">
              <a:buNone/>
            </a:pPr>
            <a:r>
              <a:rPr lang="ar" sz="1600" b="1" dirty="0">
                <a:latin typeface="Sakkal Majalla" panose="02000000000000000000" pitchFamily="2" charset="-78"/>
                <a:cs typeface="Sakkal Majalla" panose="02000000000000000000" pitchFamily="2" charset="-78"/>
              </a:rPr>
              <a:t>آثار التحميل التدريجي والصدمي:</a:t>
            </a:r>
          </a:p>
          <a:p>
            <a:pPr rtl="1"/>
            <a:r>
              <a:rPr lang="ar" sz="1600" dirty="0">
                <a:latin typeface="Sakkal Majalla" panose="02000000000000000000" pitchFamily="2" charset="-78"/>
                <a:cs typeface="Sakkal Majalla" panose="02000000000000000000" pitchFamily="2" charset="-78"/>
              </a:rPr>
              <a:t>تميل المواد القصيفة إلى التشوه بشكل كبير قبل الكسر، خاصةً في ظل التحميل التدريجي. ويمكن أن تمتص المزيد من الطاقة وتظهر تشوهًا لدائنيًا، ما يؤدي إلى تآكل السطح المكسور.</a:t>
            </a:r>
          </a:p>
          <a:p>
            <a:pPr rtl="1"/>
            <a:r>
              <a:rPr lang="ar" sz="1600" dirty="0">
                <a:latin typeface="Sakkal Majalla" panose="02000000000000000000" pitchFamily="2" charset="-78"/>
                <a:cs typeface="Sakkal Majalla" panose="02000000000000000000" pitchFamily="2" charset="-78"/>
              </a:rPr>
              <a:t>تتكسر المواد القصيفة مع حدوث تشوه لدائني يتراوح من بسيط إلى معدوم، وغالبًا ما تُخفق فجأة تحت تأثير التحميل. تحدث الكسور القصيفة مع الحد الأدنى من التحذير وتميل إلى إطلاق طاقة أقل في أثناء الإخفاق.</a:t>
            </a:r>
          </a:p>
          <a:p>
            <a:pPr marL="0" indent="0" rtl="1">
              <a:buNone/>
            </a:pPr>
            <a:r>
              <a:rPr lang="ar" sz="1600" b="1" dirty="0">
                <a:latin typeface="Sakkal Majalla" panose="02000000000000000000" pitchFamily="2" charset="-78"/>
                <a:cs typeface="Sakkal Majalla" panose="02000000000000000000" pitchFamily="2" charset="-78"/>
              </a:rPr>
              <a:t>مظهر سطح الكسر:</a:t>
            </a:r>
          </a:p>
          <a:p>
            <a:pPr rtl="1"/>
            <a:r>
              <a:rPr lang="ar" sz="1600" dirty="0">
                <a:latin typeface="Sakkal Majalla" panose="02000000000000000000" pitchFamily="2" charset="-78"/>
                <a:cs typeface="Sakkal Majalla" panose="02000000000000000000" pitchFamily="2" charset="-78"/>
              </a:rPr>
              <a:t>تتسم الكسور القصيفة بأسطح ممزقة أو ممتدة، وغالبًا ما تظهر عليها علامات التعنق، ما يشير إلى تشوه لدائني كبير.</a:t>
            </a:r>
          </a:p>
          <a:p>
            <a:pPr rtl="1"/>
            <a:r>
              <a:rPr lang="ar" sz="1600" dirty="0">
                <a:latin typeface="Sakkal Majalla" panose="02000000000000000000" pitchFamily="2" charset="-78"/>
                <a:cs typeface="Sakkal Majalla" panose="02000000000000000000" pitchFamily="2" charset="-78"/>
              </a:rPr>
              <a:t>تُظهر الكسور القصيفة سطحًا بلوريًا وسلسًا، مع القليل من التشوه وغالبًا ما تظهر أنماطًا مسطحة وحبيبية.</a:t>
            </a:r>
          </a:p>
          <a:p>
            <a:pPr marL="0" indent="0" rtl="1">
              <a:buNone/>
            </a:pPr>
            <a:endParaRPr lang="en-GB" sz="1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81A13178-BECC-D485-D084-5406850A04B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2620242604"/>
      </p:ext>
    </p:extLst>
  </p:cSld>
  <p:clrMapOvr>
    <a:masterClrMapping/>
  </p:clrMapOvr>
  <p:transition>
    <p:sndAc>
      <p:stSnd>
        <p:snd r:embed="rId2" name="click.wav"/>
      </p:stSnd>
    </p:sndAc>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9F586-E777-4C4E-BEBE-7D20AE6B09CA}"/>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ج2: الزحف</a:t>
            </a:r>
          </a:p>
        </p:txBody>
      </p:sp>
      <p:sp>
        <p:nvSpPr>
          <p:cNvPr id="3" name="Content Placeholder 2">
            <a:extLst>
              <a:ext uri="{FF2B5EF4-FFF2-40B4-BE49-F238E27FC236}">
                <a16:creationId xmlns:a16="http://schemas.microsoft.com/office/drawing/2014/main" id="{9562F3B1-A00B-497D-8FB3-99D31518DE88}"/>
              </a:ext>
            </a:extLst>
          </p:cNvPr>
          <p:cNvSpPr>
            <a:spLocks noGrp="1"/>
          </p:cNvSpPr>
          <p:nvPr>
            <p:ph sz="half" idx="2"/>
          </p:nvPr>
        </p:nvSpPr>
        <p:spPr>
          <a:xfrm>
            <a:off x="468312" y="2195512"/>
            <a:ext cx="7991475" cy="4113807"/>
          </a:xfrm>
        </p:spPr>
        <p:txBody>
          <a:bodyPr rtlCol="1"/>
          <a:lstStyle/>
          <a:p>
            <a:pPr marL="0" indent="0" rtl="1">
              <a:buNone/>
            </a:pPr>
            <a:r>
              <a:rPr lang="ar" sz="1600" dirty="0">
                <a:latin typeface="Sakkal Majalla" panose="02000000000000000000" pitchFamily="2" charset="-78"/>
                <a:cs typeface="Sakkal Majalla" panose="02000000000000000000" pitchFamily="2" charset="-78"/>
              </a:rPr>
              <a:t>يشير الزحف إلى التشوه البطيء، الذي يعتمد على الوقت، لمادة تحت إجهاد مستمر، خاصة في درجات الحرارة المرتفعة.</a:t>
            </a:r>
          </a:p>
          <a:p>
            <a:pPr marL="0" indent="0" rtl="1">
              <a:buNone/>
            </a:pPr>
            <a:endParaRPr lang="en-GB" sz="1600" b="1" dirty="0">
              <a:latin typeface="Sakkal Majalla" panose="02000000000000000000" pitchFamily="2" charset="-78"/>
              <a:cs typeface="Sakkal Majalla" panose="02000000000000000000" pitchFamily="2" charset="-78"/>
            </a:endParaRPr>
          </a:p>
          <a:p>
            <a:pPr marL="0" indent="0" rtl="1">
              <a:buNone/>
            </a:pPr>
            <a:r>
              <a:rPr lang="ar" sz="1600" b="1" dirty="0">
                <a:latin typeface="Sakkal Majalla" panose="02000000000000000000" pitchFamily="2" charset="-78"/>
                <a:cs typeface="Sakkal Majalla" panose="02000000000000000000" pitchFamily="2" charset="-78"/>
              </a:rPr>
              <a:t>الزحف الأولي والثانوي والثالثي:</a:t>
            </a:r>
          </a:p>
          <a:p>
            <a:pPr rtl="1"/>
            <a:r>
              <a:rPr lang="ar" sz="1600" dirty="0">
                <a:latin typeface="Sakkal Majalla" panose="02000000000000000000" pitchFamily="2" charset="-78"/>
                <a:cs typeface="Sakkal Majalla" panose="02000000000000000000" pitchFamily="2" charset="-78"/>
              </a:rPr>
              <a:t>يُظهر الزحف الأولي انخفاضًا في معدل التشوه حيث تتكيف المادة في البداية مع الإجهاد.</a:t>
            </a:r>
          </a:p>
          <a:p>
            <a:pPr rtl="1"/>
            <a:r>
              <a:rPr lang="ar" sz="1600" dirty="0">
                <a:latin typeface="Sakkal Majalla" panose="02000000000000000000" pitchFamily="2" charset="-78"/>
                <a:cs typeface="Sakkal Majalla" panose="02000000000000000000" pitchFamily="2" charset="-78"/>
              </a:rPr>
              <a:t>ويتميز الزحف الثانوي بمعدل تشوه ثابت، حيث تتشوه المادة بوتيرة ثابتة.</a:t>
            </a:r>
          </a:p>
          <a:p>
            <a:pPr rtl="1"/>
            <a:r>
              <a:rPr lang="ar" sz="1600" dirty="0">
                <a:latin typeface="Sakkal Majalla" panose="02000000000000000000" pitchFamily="2" charset="-78"/>
                <a:cs typeface="Sakkal Majalla" panose="02000000000000000000" pitchFamily="2" charset="-78"/>
              </a:rPr>
              <a:t>يحدث الزحف الثالثي عندما يتسارع معدل التشوه بسرعة، ما يؤدي في نهاية المطاف إلى إخفاق المادة.</a:t>
            </a:r>
          </a:p>
          <a:p>
            <a:pPr marL="0" indent="0" rtl="1">
              <a:buNone/>
            </a:pPr>
            <a:r>
              <a:rPr lang="ar" sz="1600" b="1" dirty="0">
                <a:latin typeface="Sakkal Majalla" panose="02000000000000000000" pitchFamily="2" charset="-78"/>
                <a:cs typeface="Sakkal Majalla" panose="02000000000000000000" pitchFamily="2" charset="-78"/>
              </a:rPr>
              <a:t>آثار درجة الحرارة والإجهاد المطبق على معدل الزحف: </a:t>
            </a:r>
            <a:r>
              <a:rPr lang="ar" sz="1600" dirty="0">
                <a:latin typeface="Sakkal Majalla" panose="02000000000000000000" pitchFamily="2" charset="-78"/>
                <a:cs typeface="Sakkal Majalla" panose="02000000000000000000" pitchFamily="2" charset="-78"/>
              </a:rPr>
              <a:t>تؤدي درجات الحرارة المرتفعة ومستويات الإجهاد إلى تسريع معدل الزحف، ما يزيد من احتمالية إخفاق المواد بمرور الوقت. وتعتبر المواد المعرضة للاستخدام في بيئات عالية الحرارة، مثل التوربينات، معرضة بشكل خاص للزحف.</a:t>
            </a:r>
            <a:br>
              <a:rPr lang="en-GB" sz="1600" dirty="0">
                <a:latin typeface="Sakkal Majalla" panose="02000000000000000000" pitchFamily="2" charset="-78"/>
                <a:cs typeface="Sakkal Majalla" panose="02000000000000000000" pitchFamily="2" charset="-78"/>
              </a:rPr>
            </a:br>
            <a:endParaRPr lang="en-GB" sz="1600" dirty="0">
              <a:latin typeface="Sakkal Majalla" panose="02000000000000000000" pitchFamily="2" charset="-78"/>
              <a:cs typeface="Sakkal Majalla" panose="02000000000000000000" pitchFamily="2" charset="-78"/>
            </a:endParaRPr>
          </a:p>
          <a:p>
            <a:pPr marL="0" indent="0" rtl="1">
              <a:buNone/>
            </a:pPr>
            <a:r>
              <a:rPr lang="ar" sz="1600" b="1" dirty="0">
                <a:latin typeface="Sakkal Majalla" panose="02000000000000000000" pitchFamily="2" charset="-78"/>
                <a:cs typeface="Sakkal Majalla" panose="02000000000000000000" pitchFamily="2" charset="-78"/>
              </a:rPr>
              <a:t>الرسوم البيانية للانفعال-الوقت والحد من إجهاد الزحف: </a:t>
            </a:r>
            <a:r>
              <a:rPr lang="ar" sz="1600" dirty="0">
                <a:latin typeface="Sakkal Majalla" panose="02000000000000000000" pitchFamily="2" charset="-78"/>
                <a:cs typeface="Sakkal Majalla" panose="02000000000000000000" pitchFamily="2" charset="-78"/>
              </a:rPr>
              <a:t>توضح الرسوم البيانية للانفعال-الوقت مراحل الزحف بمرور الوقت، وتوضح كيف تتشوه المادة تدريجيًا تحت الحمل المستمر. إجهاد الزحف المحدود هو الحد الأقصى للإجهاد الذي يمكن أن تتحمله المادة قبل أن يبدأ تشوه الزحف الكبير.</a:t>
            </a:r>
          </a:p>
          <a:p>
            <a:pPr rtl="1"/>
            <a:endParaRPr lang="en-GB" sz="1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A469D42D-7D8D-7F73-DD75-AA9D239FFB76}"/>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1725879561"/>
      </p:ext>
    </p:extLst>
  </p:cSld>
  <p:clrMapOvr>
    <a:masterClrMapping/>
  </p:clrMapOvr>
  <p:transition>
    <p:sndAc>
      <p:stSnd>
        <p:snd r:embed="rId2" name="click.wav"/>
      </p:stSnd>
    </p:sndAc>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A15BA-9656-4086-A309-C2E9BC648FCA}"/>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ج3: الكلال</a:t>
            </a:r>
          </a:p>
        </p:txBody>
      </p:sp>
      <p:sp>
        <p:nvSpPr>
          <p:cNvPr id="3" name="Content Placeholder 2">
            <a:extLst>
              <a:ext uri="{FF2B5EF4-FFF2-40B4-BE49-F238E27FC236}">
                <a16:creationId xmlns:a16="http://schemas.microsoft.com/office/drawing/2014/main" id="{FB76AC32-9392-49B9-BB1E-F5AE3D127697}"/>
              </a:ext>
            </a:extLst>
          </p:cNvPr>
          <p:cNvSpPr>
            <a:spLocks noGrp="1"/>
          </p:cNvSpPr>
          <p:nvPr>
            <p:ph sz="half" idx="2"/>
          </p:nvPr>
        </p:nvSpPr>
        <p:spPr>
          <a:xfrm>
            <a:off x="468312" y="2195513"/>
            <a:ext cx="7991475" cy="3609975"/>
          </a:xfrm>
        </p:spPr>
        <p:txBody>
          <a:bodyPr rtlCol="1"/>
          <a:lstStyle/>
          <a:p>
            <a:pPr rtl="1"/>
            <a:r>
              <a:rPr lang="ar" sz="2600" dirty="0">
                <a:latin typeface="Sakkal Majalla" panose="02000000000000000000" pitchFamily="2" charset="-78"/>
                <a:cs typeface="Sakkal Majalla" panose="02000000000000000000" pitchFamily="2" charset="-78"/>
              </a:rPr>
              <a:t>يحدث الإخفاق بسبب الكلال عندما تتعرض المادة للتحميل المتكرر أو الدوري بمرور الوقت، ما يؤدي إلى إخفاقها عند مستويات إجهاد أقل من مقاومة الشد الخاصة بها. </a:t>
            </a:r>
          </a:p>
          <a:p>
            <a:pPr rtl="1"/>
            <a:r>
              <a:rPr lang="ar" sz="2600" dirty="0">
                <a:latin typeface="Sakkal Majalla" panose="02000000000000000000" pitchFamily="2" charset="-78"/>
                <a:cs typeface="Sakkal Majalla" panose="02000000000000000000" pitchFamily="2" charset="-78"/>
              </a:rPr>
              <a:t>هذه العملية تدريجية وغالبًا ما تؤدي إلى إخفاق كارثي بعد بدء التشقق وانتشاره.</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B0B3AF75-28FA-0E08-24C1-CC1859EB0E0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1165297033"/>
      </p:ext>
    </p:extLst>
  </p:cSld>
  <p:clrMapOvr>
    <a:masterClrMapping/>
  </p:clrMapOvr>
  <p:transition>
    <p:sndAc>
      <p:stSnd>
        <p:snd r:embed="rId2" name="click.wav"/>
      </p:stSnd>
    </p:sndAc>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B6BA3-9F35-490B-947F-F6DE46E69596}"/>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الكلال</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D1E2AED1-9029-44BA-BD0C-53306DF03A76}"/>
              </a:ext>
            </a:extLst>
          </p:cNvPr>
          <p:cNvSpPr>
            <a:spLocks noGrp="1"/>
          </p:cNvSpPr>
          <p:nvPr>
            <p:ph sz="half" idx="2"/>
          </p:nvPr>
        </p:nvSpPr>
        <p:spPr>
          <a:xfrm>
            <a:off x="468311" y="2195512"/>
            <a:ext cx="8352160" cy="4473848"/>
          </a:xfrm>
        </p:spPr>
        <p:txBody>
          <a:bodyPr rtlCol="1"/>
          <a:lstStyle/>
          <a:p>
            <a:pPr rtl="1"/>
            <a:r>
              <a:rPr lang="ar" sz="1600" dirty="0">
                <a:latin typeface="Sakkal Majalla" panose="02000000000000000000" pitchFamily="2" charset="-78"/>
                <a:cs typeface="Sakkal Majalla" panose="02000000000000000000" pitchFamily="2" charset="-78"/>
              </a:rPr>
              <a:t>انتشار التشقق ونموه: يبدأ الإخفاق بسبب الكلال ببدء تشقق صغير ينمو تدريجياً مع كل دورة تحميل. ويستمر انتشار التشقق هذا حتى تصبح المادة غير قادرة على تحمل الحمل وتخفق.</a:t>
            </a:r>
          </a:p>
          <a:p>
            <a:pPr rtl="1"/>
            <a:r>
              <a:rPr lang="ar" sz="1600" dirty="0">
                <a:latin typeface="Sakkal Majalla" panose="02000000000000000000" pitchFamily="2" charset="-78"/>
                <a:cs typeface="Sakkal Majalla" panose="02000000000000000000" pitchFamily="2" charset="-78"/>
              </a:rPr>
              <a:t>تركيز الإجهاد الداخلي: تعمل العيوب الداخلية، مثل العيوب الحبيبية والمسامية، بوصفها مُركزات للضغط، ما يجعل المادة أكثر عرضة لبدء التشقق والإخفاق بسبب الكلال اللاحق.</a:t>
            </a:r>
          </a:p>
          <a:p>
            <a:pPr rtl="1"/>
            <a:r>
              <a:rPr lang="ar" sz="1600" dirty="0">
                <a:latin typeface="Sakkal Majalla" panose="02000000000000000000" pitchFamily="2" charset="-78"/>
                <a:cs typeface="Sakkal Majalla" panose="02000000000000000000" pitchFamily="2" charset="-78"/>
              </a:rPr>
              <a:t>تركيز الإجهاد الخارجي: تؤدي العيوب السطحية والتغيرات الحادة في المقطع (مثل الحزوز أو الأخاديد) إلى تركيز الإجهاد، ما يزيد من تسريع عملية الكلال وزيادة احتمالية بدء التشقق. </a:t>
            </a:r>
          </a:p>
          <a:p>
            <a:pPr rtl="1"/>
            <a:r>
              <a:rPr lang="ar" sz="1600" dirty="0">
                <a:latin typeface="Sakkal Majalla" panose="02000000000000000000" pitchFamily="2" charset="-78"/>
                <a:cs typeface="Sakkal Majalla" panose="02000000000000000000" pitchFamily="2" charset="-78"/>
              </a:rPr>
              <a:t>تفاوت الإجهاد: يتفاقم الكلال بسبب التحميل الدوري، حيث يعكس الإجهاد الاتجاه بشكل متكرر، وكذلك بسبب التحميل العشوائي والاهتزاز، ما يتسبب في مستويات إجهاد متفاوتة. وهذه التقلبات تجعل المادة أكثر عرضة للكلال.</a:t>
            </a:r>
          </a:p>
          <a:p>
            <a:pPr rtl="1"/>
            <a:r>
              <a:rPr lang="ar" sz="1600" dirty="0">
                <a:latin typeface="Sakkal Majalla" panose="02000000000000000000" pitchFamily="2" charset="-78"/>
                <a:cs typeface="Sakkal Majalla" panose="02000000000000000000" pitchFamily="2" charset="-78"/>
              </a:rPr>
              <a:t>الإخفاق الكارثي النهائي: بمرور الوقت، مع انتشار التشقق، تقل مساحة حمل الحمولة، وفي النهاية، تصبح المادة غير قادرة على تحمل الضغط المطبق، ما يؤدي إلى إخفاق كارثي حيث يتم تجاوز مقاومة الشد.</a:t>
            </a:r>
          </a:p>
          <a:p>
            <a:pPr rtl="1"/>
            <a:r>
              <a:rPr lang="ar" sz="1600" dirty="0">
                <a:latin typeface="Sakkal Majalla" panose="02000000000000000000" pitchFamily="2" charset="-78"/>
                <a:cs typeface="Sakkal Majalla" panose="02000000000000000000" pitchFamily="2" charset="-78"/>
              </a:rPr>
              <a:t>المظهر المميز لسطح الكسر: يُظهر الإخفاق بسبب الكلال سمات مميزة على سطح الكسر، بما في ذلك المنطقة المصقولة الملساء التي تشير إلى نمو التشقق، والمناطق البلورية من التمزق النهائي، والعلامات الشبيهة بالتموج التي تُظهر تطور التشقق بمرور الوقت. تساعد هذه الميزات </a:t>
            </a:r>
            <a:r>
              <a:rPr lang="ar-EG" sz="1600" dirty="0">
                <a:latin typeface="Sakkal Majalla" panose="02000000000000000000" pitchFamily="2" charset="-78"/>
                <a:cs typeface="Sakkal Majalla" panose="02000000000000000000" pitchFamily="2" charset="-78"/>
              </a:rPr>
              <a:t>على</a:t>
            </a:r>
            <a:r>
              <a:rPr lang="ar" sz="1600" dirty="0">
                <a:latin typeface="Sakkal Majalla" panose="02000000000000000000" pitchFamily="2" charset="-78"/>
                <a:cs typeface="Sakkal Majalla" panose="02000000000000000000" pitchFamily="2" charset="-78"/>
              </a:rPr>
              <a:t> تحديد الكلال كسبب للإخفاق.</a:t>
            </a:r>
          </a:p>
        </p:txBody>
      </p:sp>
      <p:sp>
        <p:nvSpPr>
          <p:cNvPr id="4" name="Footer Placeholder 2">
            <a:extLst>
              <a:ext uri="{FF2B5EF4-FFF2-40B4-BE49-F238E27FC236}">
                <a16:creationId xmlns:a16="http://schemas.microsoft.com/office/drawing/2014/main" id="{9F27D6F9-CB02-B2F1-59FE-D041F22E2561}"/>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586034679"/>
      </p:ext>
    </p:extLst>
  </p:cSld>
  <p:clrMapOvr>
    <a:masterClrMapping/>
  </p:clrMapOvr>
  <p:transition>
    <p:sndAc>
      <p:stSnd>
        <p:snd r:embed="rId2" name="click.wav"/>
      </p:stSnd>
    </p:sndAc>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F26A5-C711-497E-B75D-D4BFCAF2726B}"/>
              </a:ext>
            </a:extLst>
          </p:cNvPr>
          <p:cNvSpPr>
            <a:spLocks noGrp="1"/>
          </p:cNvSpPr>
          <p:nvPr>
            <p:ph type="title"/>
          </p:nvPr>
        </p:nvSpPr>
        <p:spPr>
          <a:xfrm>
            <a:off x="457200" y="1195388"/>
            <a:ext cx="8229600" cy="863600"/>
          </a:xfrm>
        </p:spPr>
        <p:txBody>
          <a:bodyPr rtlCol="1"/>
          <a:lstStyle/>
          <a:p>
            <a:pPr rtl="1"/>
            <a:br>
              <a:rPr lang="en-GB" altLang="en-US" sz="2600" b="1" dirty="0">
                <a:latin typeface="Sakkal Majalla" panose="02000000000000000000" pitchFamily="2" charset="-78"/>
                <a:cs typeface="Sakkal Majalla" panose="02000000000000000000" pitchFamily="2" charset="-78"/>
              </a:rPr>
            </a:br>
            <a:r>
              <a:rPr lang="ar" sz="2600" b="1" dirty="0">
                <a:latin typeface="Sakkal Majalla" panose="02000000000000000000" pitchFamily="2" charset="-78"/>
                <a:cs typeface="Sakkal Majalla" panose="02000000000000000000" pitchFamily="2" charset="-78"/>
              </a:rPr>
              <a:t>ج4: عمليات التفكك</a:t>
            </a:r>
            <a:br>
              <a:rPr lang="en-GB" altLang="en-US" sz="2600" b="1" dirty="0">
                <a:highlight>
                  <a:srgbClr val="FFFF00"/>
                </a:highlight>
                <a:latin typeface="Sakkal Majalla" panose="02000000000000000000" pitchFamily="2" charset="-78"/>
                <a:cs typeface="Sakkal Majalla" panose="02000000000000000000" pitchFamily="2" charset="-78"/>
              </a:rPr>
            </a:br>
            <a:endParaRPr lang="en-GB" sz="26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D6CBABD8-E9D4-4681-8A9B-43F15F0B5364}"/>
              </a:ext>
            </a:extLst>
          </p:cNvPr>
          <p:cNvSpPr>
            <a:spLocks noGrp="1"/>
          </p:cNvSpPr>
          <p:nvPr>
            <p:ph sz="half" idx="2"/>
          </p:nvPr>
        </p:nvSpPr>
        <p:spPr>
          <a:xfrm>
            <a:off x="468312" y="2195513"/>
            <a:ext cx="7991475" cy="3609975"/>
          </a:xfrm>
        </p:spPr>
        <p:txBody>
          <a:bodyPr rtlCol="1"/>
          <a:lstStyle/>
          <a:p>
            <a:pPr rtl="1"/>
            <a:r>
              <a:rPr lang="ar" sz="2600" dirty="0">
                <a:latin typeface="Sakkal Majalla" panose="02000000000000000000" pitchFamily="2" charset="-78"/>
                <a:cs typeface="Sakkal Majalla" panose="02000000000000000000" pitchFamily="2" charset="-78"/>
              </a:rPr>
              <a:t>يشير التفكك إلى العملية التي تتدهور بها المواد بمرور الوقت بسبب العوامل البيئية، ما يؤدي إلى انخفاض الخواص الميكانيكية والسلامة البُنيوية. </a:t>
            </a:r>
          </a:p>
          <a:p>
            <a:pPr rtl="1"/>
            <a:r>
              <a:rPr lang="ar" sz="2600" dirty="0">
                <a:latin typeface="Sakkal Majalla" panose="02000000000000000000" pitchFamily="2" charset="-78"/>
                <a:cs typeface="Sakkal Majalla" panose="02000000000000000000" pitchFamily="2" charset="-78"/>
              </a:rPr>
              <a:t>تتعرض المواد المختلفة، بما في ذلك البوليمرات والسيراميك والمُركبات، لأشكال مختلفة من التفكك اعتمادًا على الظروف التي تتعرض لها.</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C054E1D2-5642-F834-1E93-FB055F94BA8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47522243"/>
      </p:ext>
    </p:extLst>
  </p:cSld>
  <p:clrMapOvr>
    <a:masterClrMapping/>
  </p:clrMapOvr>
  <p:transition>
    <p:sndAc>
      <p:stSnd>
        <p:snd r:embed="rId2" name="click.wav"/>
      </p:stSnd>
    </p:sndAc>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9AFEA-CDB5-457A-8520-055851AE5D1E}"/>
              </a:ext>
            </a:extLst>
          </p:cNvPr>
          <p:cNvSpPr>
            <a:spLocks noGrp="1"/>
          </p:cNvSpPr>
          <p:nvPr>
            <p:ph type="title"/>
          </p:nvPr>
        </p:nvSpPr>
        <p:spPr>
          <a:xfrm>
            <a:off x="457200" y="1439925"/>
            <a:ext cx="8229600" cy="863600"/>
          </a:xfrm>
        </p:spPr>
        <p:txBody>
          <a:bodyPr rtlCol="1"/>
          <a:lstStyle/>
          <a:p>
            <a:pPr rtl="1"/>
            <a:br>
              <a:rPr lang="en-GB"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البوليمرات (بما في ذلك مصفوفة البوليمر في مواد المُركبات)</a:t>
            </a:r>
            <a:br>
              <a:rPr lang="en-GB" sz="3800" dirty="0">
                <a:latin typeface="Sakkal Majalla" panose="02000000000000000000" pitchFamily="2" charset="-78"/>
                <a:cs typeface="Sakkal Majalla" panose="02000000000000000000" pitchFamily="2" charset="-78"/>
              </a:rPr>
            </a:b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9F2BB515-733F-4EF2-934E-F856DB73D27E}"/>
              </a:ext>
            </a:extLst>
          </p:cNvPr>
          <p:cNvSpPr>
            <a:spLocks noGrp="1"/>
          </p:cNvSpPr>
          <p:nvPr>
            <p:ph sz="half" idx="2"/>
          </p:nvPr>
        </p:nvSpPr>
        <p:spPr>
          <a:xfrm>
            <a:off x="611560" y="2627561"/>
            <a:ext cx="7991475" cy="3249711"/>
          </a:xfrm>
        </p:spPr>
        <p:txBody>
          <a:bodyPr rtlCol="1"/>
          <a:lstStyle/>
          <a:p>
            <a:pPr marL="0" indent="0" rtl="1">
              <a:buNone/>
            </a:pPr>
            <a:r>
              <a:rPr lang="ar" sz="1800" dirty="0">
                <a:latin typeface="Sakkal Majalla" panose="02000000000000000000" pitchFamily="2" charset="-78"/>
                <a:cs typeface="Sakkal Majalla" panose="02000000000000000000" pitchFamily="2" charset="-78"/>
              </a:rPr>
              <a:t>البوليمرات معرضة بشكل خاص للتفكك البيئي، ما قد يؤثر بشكل كبير في أدائها بمرور الوقت.</a:t>
            </a:r>
          </a:p>
          <a:p>
            <a:pPr rtl="1"/>
            <a:r>
              <a:rPr lang="ar" sz="1800" b="1" dirty="0">
                <a:latin typeface="Sakkal Majalla" panose="02000000000000000000" pitchFamily="2" charset="-78"/>
                <a:cs typeface="Sakkal Majalla" panose="02000000000000000000" pitchFamily="2" charset="-78"/>
              </a:rPr>
              <a:t>التفكك فوق البنفسجي والحراري: </a:t>
            </a:r>
            <a:r>
              <a:rPr lang="ar" sz="1800" dirty="0">
                <a:latin typeface="Sakkal Majalla" panose="02000000000000000000" pitchFamily="2" charset="-78"/>
                <a:cs typeface="Sakkal Majalla" panose="02000000000000000000" pitchFamily="2" charset="-78"/>
              </a:rPr>
              <a:t>يمكن أن تسبب الأشعة فوق البنفسجية انقطاعًا، حيث تنكسر سلاسل البوليمر، ما يؤدي إلى القصافة. ويمكن أن يؤدي التفكك الحراري إلى إزالة البلمرة (تكسير سلاسل البوليمر)، وإزالة السلسلة الجانبية، والأكسدة، وكل هذا يؤدي إلى إضعاف المادة.</a:t>
            </a:r>
          </a:p>
          <a:p>
            <a:pPr rtl="1"/>
            <a:r>
              <a:rPr lang="ar" sz="1800" b="1" dirty="0">
                <a:latin typeface="Sakkal Majalla" panose="02000000000000000000" pitchFamily="2" charset="-78"/>
                <a:cs typeface="Sakkal Majalla" panose="02000000000000000000" pitchFamily="2" charset="-78"/>
              </a:rPr>
              <a:t>التآكل الكيميائي</a:t>
            </a:r>
            <a:r>
              <a:rPr lang="ar" sz="1800" dirty="0">
                <a:latin typeface="Sakkal Majalla" panose="02000000000000000000" pitchFamily="2" charset="-78"/>
                <a:cs typeface="Sakkal Majalla" panose="02000000000000000000" pitchFamily="2" charset="-78"/>
              </a:rPr>
              <a:t>: يمكن أن يؤدي التعرض للمواد الكيميائية، مثل الأحماض أو المذيبات، إلى تآكل البوليمرات، ما يؤدي إلى التليين أو التشقق أو الإخفاق التام.</a:t>
            </a:r>
          </a:p>
          <a:p>
            <a:pPr rtl="1"/>
            <a:r>
              <a:rPr lang="ar" sz="1800" b="1" dirty="0">
                <a:latin typeface="Sakkal Majalla" panose="02000000000000000000" pitchFamily="2" charset="-78"/>
                <a:cs typeface="Sakkal Majalla" panose="02000000000000000000" pitchFamily="2" charset="-78"/>
              </a:rPr>
              <a:t>تشقق الإجهاد البيئي (ESC): </a:t>
            </a:r>
            <a:r>
              <a:rPr lang="ar" sz="1800" dirty="0">
                <a:latin typeface="Sakkal Majalla" panose="02000000000000000000" pitchFamily="2" charset="-78"/>
                <a:cs typeface="Sakkal Majalla" panose="02000000000000000000" pitchFamily="2" charset="-78"/>
              </a:rPr>
              <a:t>يحدث تشقق الإجهاد البيئي عندما يتعرض البوليمر لإجهاد مطبق في وجود بيئة تآكلية. تؤدي التأثيرات المجمعة إلى ظهور تشققات، حتى عند مستويات الإجهاد التي تقل عن مقاومة الشد للمادة.</a:t>
            </a:r>
          </a:p>
        </p:txBody>
      </p:sp>
      <p:sp>
        <p:nvSpPr>
          <p:cNvPr id="4" name="Footer Placeholder 2">
            <a:extLst>
              <a:ext uri="{FF2B5EF4-FFF2-40B4-BE49-F238E27FC236}">
                <a16:creationId xmlns:a16="http://schemas.microsoft.com/office/drawing/2014/main" id="{020B4B24-9462-4A36-B38D-1127AA308DB1}"/>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570862280"/>
      </p:ext>
    </p:extLst>
  </p:cSld>
  <p:clrMapOvr>
    <a:masterClrMapping/>
  </p:clrMapOvr>
  <p:transition>
    <p:sndAc>
      <p:stSnd>
        <p:snd r:embed="rId2" name="click.wav"/>
      </p:stSnd>
    </p:sndAc>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E7A38-3857-4671-B04B-FAFDAAA49655}"/>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السيراميك</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B2741E7C-7B74-4E76-9C05-1B9B7CF3C4E5}"/>
              </a:ext>
            </a:extLst>
          </p:cNvPr>
          <p:cNvSpPr>
            <a:spLocks noGrp="1"/>
          </p:cNvSpPr>
          <p:nvPr>
            <p:ph sz="half" idx="2"/>
          </p:nvPr>
        </p:nvSpPr>
        <p:spPr>
          <a:xfrm>
            <a:off x="468312" y="1988840"/>
            <a:ext cx="7991475" cy="4329831"/>
          </a:xfrm>
        </p:spPr>
        <p:txBody>
          <a:bodyPr rtlCol="1"/>
          <a:lstStyle/>
          <a:p>
            <a:pPr marL="0" indent="0" rtl="1">
              <a:buNone/>
            </a:pPr>
            <a:r>
              <a:rPr lang="ar" sz="2200" dirty="0">
                <a:latin typeface="Sakkal Majalla" panose="02000000000000000000" pitchFamily="2" charset="-78"/>
                <a:cs typeface="Sakkal Majalla" panose="02000000000000000000" pitchFamily="2" charset="-78"/>
              </a:rPr>
              <a:t>السيراميك مقاوم بشكل عام لمعظم أشكال التفكك الكيميائي، لكنه عرضة للتحديات الحرارية والميكانيكية.</a:t>
            </a:r>
          </a:p>
          <a:p>
            <a:pPr rtl="1"/>
            <a:endParaRPr lang="en-GB" sz="2200" dirty="0">
              <a:latin typeface="Sakkal Majalla" panose="02000000000000000000" pitchFamily="2" charset="-78"/>
              <a:cs typeface="Sakkal Majalla" panose="02000000000000000000" pitchFamily="2" charset="-78"/>
            </a:endParaRPr>
          </a:p>
          <a:p>
            <a:pPr rtl="1"/>
            <a:r>
              <a:rPr lang="ar" sz="2200" b="1" dirty="0">
                <a:latin typeface="Sakkal Majalla" panose="02000000000000000000" pitchFamily="2" charset="-78"/>
                <a:cs typeface="Sakkal Majalla" panose="02000000000000000000" pitchFamily="2" charset="-78"/>
              </a:rPr>
              <a:t>الصدمة الحرارية: </a:t>
            </a:r>
            <a:r>
              <a:rPr lang="ar" sz="2200" dirty="0">
                <a:latin typeface="Sakkal Majalla" panose="02000000000000000000" pitchFamily="2" charset="-78"/>
                <a:cs typeface="Sakkal Majalla" panose="02000000000000000000" pitchFamily="2" charset="-78"/>
              </a:rPr>
              <a:t>يمكن أن تتسبب التغيرات المفاجئة في درجة الحرارة في حدوث صدمة حرارية، ما يؤدي إلى التشقق بسبب عدم قدرة المادة على التمدد أو الانكماش بشكل موحد. وهذه مشكلة خاصة في السيراميك المعرض لدورات التسخين والتبريد السريعة.</a:t>
            </a:r>
          </a:p>
          <a:p>
            <a:pPr rtl="1"/>
            <a:r>
              <a:rPr lang="ar" sz="2200" b="1" dirty="0">
                <a:latin typeface="Sakkal Majalla" panose="02000000000000000000" pitchFamily="2" charset="-78"/>
                <a:cs typeface="Sakkal Majalla" panose="02000000000000000000" pitchFamily="2" charset="-78"/>
              </a:rPr>
              <a:t>درجة الحرارة العالية</a:t>
            </a:r>
            <a:r>
              <a:rPr lang="ar" sz="2200" dirty="0">
                <a:latin typeface="Sakkal Majalla" panose="02000000000000000000" pitchFamily="2" charset="-78"/>
                <a:cs typeface="Sakkal Majalla" panose="02000000000000000000" pitchFamily="2" charset="-78"/>
              </a:rPr>
              <a:t> المستدامة: يمكن أن يؤدي التعرض المطول لدرجات الحرارة المرتفعة إلى إضعاف السيراميك، ما يؤدي إلى تغييرات في البنية الدقيقة تقلل من مقاومتها وخواصها الميكانيكية بمرور الوقت.</a:t>
            </a:r>
          </a:p>
        </p:txBody>
      </p:sp>
      <p:sp>
        <p:nvSpPr>
          <p:cNvPr id="4" name="Footer Placeholder 2">
            <a:extLst>
              <a:ext uri="{FF2B5EF4-FFF2-40B4-BE49-F238E27FC236}">
                <a16:creationId xmlns:a16="http://schemas.microsoft.com/office/drawing/2014/main" id="{5E659223-3546-9890-FED3-647C97D0807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086205612"/>
      </p:ext>
    </p:extLst>
  </p:cSld>
  <p:clrMapOvr>
    <a:masterClrMapping/>
  </p:clrMapOvr>
  <p:transition>
    <p:sndAc>
      <p:stSnd>
        <p:snd r:embed="rId2" name="click.wav"/>
      </p:stSnd>
    </p:sndAc>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4EB27-3BCC-41FD-B263-7FF90FEE75BF}"/>
              </a:ext>
            </a:extLst>
          </p:cNvPr>
          <p:cNvSpPr>
            <a:spLocks noGrp="1"/>
          </p:cNvSpPr>
          <p:nvPr>
            <p:ph type="title"/>
          </p:nvPr>
        </p:nvSpPr>
        <p:spPr>
          <a:xfrm>
            <a:off x="107504" y="1268760"/>
            <a:ext cx="9036496" cy="845683"/>
          </a:xfrm>
        </p:spPr>
        <p:txBody>
          <a:bodyPr rtlCol="1"/>
          <a:lstStyle/>
          <a:p>
            <a:pPr rtl="1"/>
            <a:br>
              <a:rPr lang="en-GB" sz="3800"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مُركبات FRP </a:t>
            </a:r>
            <a:br>
              <a:rPr lang="en-GB"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(مُركبات البوليمر المقواة بالألياف)</a:t>
            </a:r>
            <a:br>
              <a:rPr lang="en-GB" sz="3800" b="1" dirty="0">
                <a:latin typeface="Sakkal Majalla" panose="02000000000000000000" pitchFamily="2" charset="-78"/>
                <a:cs typeface="Sakkal Majalla" panose="02000000000000000000" pitchFamily="2" charset="-78"/>
              </a:rPr>
            </a:b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7385371F-521D-4CC6-AF8B-0C55A82489F3}"/>
              </a:ext>
            </a:extLst>
          </p:cNvPr>
          <p:cNvSpPr>
            <a:spLocks noGrp="1"/>
          </p:cNvSpPr>
          <p:nvPr>
            <p:ph sz="half" idx="2"/>
          </p:nvPr>
        </p:nvSpPr>
        <p:spPr>
          <a:xfrm>
            <a:off x="576263" y="2420888"/>
            <a:ext cx="7991475" cy="4104456"/>
          </a:xfrm>
        </p:spPr>
        <p:txBody>
          <a:bodyPr rtlCol="1"/>
          <a:lstStyle/>
          <a:p>
            <a:pPr marL="0" indent="0" rtl="1">
              <a:buNone/>
            </a:pPr>
            <a:r>
              <a:rPr lang="ar" sz="2000" dirty="0">
                <a:latin typeface="Sakkal Majalla" panose="02000000000000000000" pitchFamily="2" charset="-78"/>
                <a:cs typeface="Sakkal Majalla" panose="02000000000000000000" pitchFamily="2" charset="-78"/>
              </a:rPr>
              <a:t>المُركبات، خاصةً تلك التي تحتوي على مصفوفة بوليمر، معرضة للعوامل البيئية التي يمكن أن تؤدي إلى تدهور كل من المصفوفة والألياف.</a:t>
            </a:r>
          </a:p>
          <a:p>
            <a:pPr rtl="1"/>
            <a:r>
              <a:rPr lang="ar" sz="2000" b="1" dirty="0">
                <a:latin typeface="Sakkal Majalla" panose="02000000000000000000" pitchFamily="2" charset="-78"/>
                <a:cs typeface="Sakkal Majalla" panose="02000000000000000000" pitchFamily="2" charset="-78"/>
              </a:rPr>
              <a:t>نفاذ الرطوبة</a:t>
            </a:r>
            <a:r>
              <a:rPr lang="ar" sz="2000" dirty="0">
                <a:latin typeface="Sakkal Majalla" panose="02000000000000000000" pitchFamily="2" charset="-78"/>
                <a:cs typeface="Sakkal Majalla" panose="02000000000000000000" pitchFamily="2" charset="-78"/>
              </a:rPr>
              <a:t>: يمكن أن يؤدي نفاذ الرطوبة إلى انتفاخ وإضعاف مصفوفة البوليمر، خاصة في البيئات ذات الرطوبة العالية أو المعرضة للماء. يمكن أن يقلل هذا من قوة الرابطة بين المصفوفة والألياف، ما يضر بالسلامة البُنيوية للمُركب.</a:t>
            </a:r>
          </a:p>
          <a:p>
            <a:pPr rtl="1"/>
            <a:r>
              <a:rPr lang="ar" sz="2000" b="1" dirty="0">
                <a:latin typeface="Sakkal Majalla" panose="02000000000000000000" pitchFamily="2" charset="-78"/>
                <a:cs typeface="Sakkal Majalla" panose="02000000000000000000" pitchFamily="2" charset="-78"/>
              </a:rPr>
              <a:t>التلوث الكيميائي: </a:t>
            </a:r>
            <a:r>
              <a:rPr lang="ar" sz="2000" dirty="0">
                <a:latin typeface="Sakkal Majalla" panose="02000000000000000000" pitchFamily="2" charset="-78"/>
                <a:cs typeface="Sakkal Majalla" panose="02000000000000000000" pitchFamily="2" charset="-78"/>
              </a:rPr>
              <a:t>يمكن أن يؤدي التعرض للمواد الكيميائية إلى تفكك كل من مصفوفة البوليمر والألياف في مُركبات البوليمر المقوى بالألياف (FRP)، ما يؤدي إلى تقليل المقاومة والقساوة والمتانة الكلية. هذا يمثل مشكلة خاصة في المعالجة الكيميائية أو البيئات الصناعية.</a:t>
            </a:r>
          </a:p>
          <a:p>
            <a:pPr marL="0" indent="0" rtl="1">
              <a:buNone/>
            </a:pPr>
            <a:r>
              <a:rPr lang="ar" sz="2000" dirty="0">
                <a:latin typeface="Sakkal Majalla" panose="02000000000000000000" pitchFamily="2" charset="-78"/>
                <a:cs typeface="Sakkal Majalla" panose="02000000000000000000" pitchFamily="2" charset="-78"/>
              </a:rPr>
              <a:t>يتيح فهم عمليات تحلل المواد غير المعدنية للمهندسين تصميم منتجات يمكنها تحمل التحديات البيئية، ما يضمن المتانة والموثوقية على المدى الطويل في التطبيقات المقصودة.</a:t>
            </a:r>
          </a:p>
          <a:p>
            <a:pPr rtl="1"/>
            <a:endParaRPr lang="en-GB" sz="20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5A77D341-05EA-2829-CB0D-C5F41B4E1F56}"/>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4050384786"/>
      </p:ext>
    </p:extLst>
  </p:cSld>
  <p:clrMapOvr>
    <a:masterClrMapping/>
  </p:clrMapOvr>
  <p:transition>
    <p:sndAc>
      <p:stSnd>
        <p:snd r:embed="rId2" name="click.wav"/>
      </p:stSnd>
    </p:sndAc>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5260D-47C0-4E08-BCC6-BDD32BA1A664}"/>
              </a:ext>
            </a:extLst>
          </p:cNvPr>
          <p:cNvSpPr>
            <a:spLocks noGrp="1"/>
          </p:cNvSpPr>
          <p:nvPr>
            <p:ph type="title"/>
          </p:nvPr>
        </p:nvSpPr>
        <p:spPr>
          <a:xfrm>
            <a:off x="457200" y="1195388"/>
            <a:ext cx="8229600" cy="863600"/>
          </a:xfrm>
        </p:spPr>
        <p:txBody>
          <a:bodyPr rtlCol="1"/>
          <a:lstStyle/>
          <a:p>
            <a:pPr rtl="1"/>
            <a:br>
              <a:rPr lang="en-GB" altLang="en-US" sz="2600" b="1" dirty="0">
                <a:latin typeface="Sakkal Majalla" panose="02000000000000000000" pitchFamily="2" charset="-78"/>
                <a:cs typeface="Sakkal Majalla" panose="02000000000000000000" pitchFamily="2" charset="-78"/>
              </a:rPr>
            </a:br>
            <a:r>
              <a:rPr lang="ar" sz="2600" b="1" dirty="0">
                <a:latin typeface="Sakkal Majalla" panose="02000000000000000000" pitchFamily="2" charset="-78"/>
                <a:cs typeface="Sakkal Majalla" panose="02000000000000000000" pitchFamily="2" charset="-78"/>
              </a:rPr>
              <a:t>ج5: إسهام التصميم في </a:t>
            </a:r>
            <a:br>
              <a:rPr lang="en-GB" altLang="en-US" sz="2600" b="1" dirty="0">
                <a:latin typeface="Sakkal Majalla" panose="02000000000000000000" pitchFamily="2" charset="-78"/>
                <a:cs typeface="Sakkal Majalla" panose="02000000000000000000" pitchFamily="2" charset="-78"/>
              </a:rPr>
            </a:br>
            <a:r>
              <a:rPr lang="ar" sz="2600" b="1" dirty="0">
                <a:latin typeface="Sakkal Majalla" panose="02000000000000000000" pitchFamily="2" charset="-78"/>
                <a:cs typeface="Sakkal Majalla" panose="02000000000000000000" pitchFamily="2" charset="-78"/>
              </a:rPr>
              <a:t>منع إخفاق المكونات</a:t>
            </a:r>
            <a:br>
              <a:rPr lang="en-GB" altLang="en-US" sz="2600" b="1" dirty="0">
                <a:highlight>
                  <a:srgbClr val="FFFF00"/>
                </a:highlight>
                <a:latin typeface="Sakkal Majalla" panose="02000000000000000000" pitchFamily="2" charset="-78"/>
                <a:cs typeface="Sakkal Majalla" panose="02000000000000000000" pitchFamily="2" charset="-78"/>
              </a:rPr>
            </a:br>
            <a:endParaRPr lang="en-GB" sz="26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D4F7B835-70B6-4018-B3F6-110353AC56AE}"/>
              </a:ext>
            </a:extLst>
          </p:cNvPr>
          <p:cNvSpPr>
            <a:spLocks noGrp="1"/>
          </p:cNvSpPr>
          <p:nvPr>
            <p:ph sz="half" idx="2"/>
          </p:nvPr>
        </p:nvSpPr>
        <p:spPr>
          <a:xfrm>
            <a:off x="468312" y="2195513"/>
            <a:ext cx="7991475" cy="3609975"/>
          </a:xfrm>
        </p:spPr>
        <p:txBody>
          <a:bodyPr rtlCol="1"/>
          <a:lstStyle/>
          <a:p>
            <a:pPr marL="0" indent="0" rtl="1">
              <a:buNone/>
            </a:pPr>
            <a:r>
              <a:rPr lang="ar" sz="2600" dirty="0">
                <a:latin typeface="Sakkal Majalla" panose="02000000000000000000" pitchFamily="2" charset="-78"/>
                <a:cs typeface="Sakkal Majalla" panose="02000000000000000000" pitchFamily="2" charset="-78"/>
              </a:rPr>
              <a:t>يؤدي التصميم دورًا مهمًا في منع إخفاق المكونات من خلال حساب بيئة التشغيل واختيار المواد وميزات التصميم المحددة. بفضل تحسين هذه العوامل، يمكن للمهندسين تعزيز متانة وموثوقية المكونات، ما يقلل من احتمالية الإخفاق في أثناء الاستخدام.</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1A2A10A3-55E7-A079-50D1-90D5A1B628E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668105209"/>
      </p:ext>
    </p:extLst>
  </p:cSld>
  <p:clrMapOvr>
    <a:masterClrMapping/>
  </p:clrMapOvr>
  <p:transition>
    <p:sndAc>
      <p:stSnd>
        <p:snd r:embed="rId2" name="click.wav"/>
      </p:stSnd>
    </p:sndAc>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5613D-E330-4B76-8970-609E6865A684}"/>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بيئة تشغيل المكونات</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03BB3ADD-0C5D-42B2-8529-3A149A766212}"/>
              </a:ext>
            </a:extLst>
          </p:cNvPr>
          <p:cNvSpPr>
            <a:spLocks noGrp="1"/>
          </p:cNvSpPr>
          <p:nvPr>
            <p:ph sz="half" idx="2"/>
          </p:nvPr>
        </p:nvSpPr>
        <p:spPr>
          <a:xfrm>
            <a:off x="468312" y="2195513"/>
            <a:ext cx="7991475" cy="3825775"/>
          </a:xfrm>
        </p:spPr>
        <p:txBody>
          <a:bodyPr rtlCol="1"/>
          <a:lstStyle/>
          <a:p>
            <a:pPr marL="0" indent="0" rtl="1">
              <a:buNone/>
            </a:pPr>
            <a:r>
              <a:rPr lang="ar" sz="2200" b="1" dirty="0">
                <a:latin typeface="Sakkal Majalla" panose="02000000000000000000" pitchFamily="2" charset="-78"/>
                <a:cs typeface="Sakkal Majalla" panose="02000000000000000000" pitchFamily="2" charset="-78"/>
              </a:rPr>
              <a:t>التحميل الثابت والديناميكي والدوري:</a:t>
            </a:r>
          </a:p>
          <a:p>
            <a:pPr marL="0" indent="0" rtl="1">
              <a:buNone/>
            </a:pPr>
            <a:r>
              <a:rPr lang="ar" sz="2200" dirty="0">
                <a:latin typeface="Sakkal Majalla" panose="02000000000000000000" pitchFamily="2" charset="-78"/>
                <a:cs typeface="Sakkal Majalla" panose="02000000000000000000" pitchFamily="2" charset="-78"/>
              </a:rPr>
              <a:t>قد تتعرض المكونات لأنواع مختلفة من الأحمال - ثابتة (مستمرة) أو ديناميكية (متغيرة) أو دورية (متكررة). ويتطلب كل نوع من أنواع التحميل اعتبارات تصميم محددة لمنع الإخفاق، خاصة في المكونات المعرضة للتحميل الدوري، ما قد يؤدي إلى الإخفاق بسبب الكلال.</a:t>
            </a:r>
          </a:p>
          <a:p>
            <a:pPr marL="0" indent="0" rtl="1">
              <a:buNone/>
            </a:pPr>
            <a:r>
              <a:rPr lang="ar" sz="2200" b="1" dirty="0">
                <a:latin typeface="Sakkal Majalla" panose="02000000000000000000" pitchFamily="2" charset="-78"/>
                <a:cs typeface="Sakkal Majalla" panose="02000000000000000000" pitchFamily="2" charset="-78"/>
              </a:rPr>
              <a:t>درجة حرارة الاستخدام وظروفه (رطبة أو جافة):</a:t>
            </a:r>
          </a:p>
          <a:p>
            <a:pPr marL="0" indent="0" rtl="1">
              <a:buNone/>
            </a:pPr>
            <a:r>
              <a:rPr lang="ar" sz="2200" dirty="0">
                <a:latin typeface="Sakkal Majalla" panose="02000000000000000000" pitchFamily="2" charset="-78"/>
                <a:cs typeface="Sakkal Majalla" panose="02000000000000000000" pitchFamily="2" charset="-78"/>
              </a:rPr>
              <a:t>يمكن أن تؤثر درجة حرارة التشغيل والتعرض للرطوبة أو الجفاف، بشكل كبير، في أداء المواد. وقد تؤدي درجات الحرارة المرتفعة إلى زحف المواد، في حين أن الرطوبة يمكن أن تسرع التآكل أو التفكك، خاصةً في البوليمرات والمُركبات.</a:t>
            </a:r>
            <a:br>
              <a:rPr lang="en-GB" sz="2200" dirty="0">
                <a:latin typeface="Sakkal Majalla" panose="02000000000000000000" pitchFamily="2" charset="-78"/>
                <a:cs typeface="Sakkal Majalla" panose="02000000000000000000" pitchFamily="2" charset="-78"/>
              </a:rPr>
            </a:br>
            <a:endParaRPr lang="en-GB" sz="22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2EA4B8B2-3B86-6ADE-9B2A-FC2AF5F0AF3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346830956"/>
      </p:ext>
    </p:extLst>
  </p:cSld>
  <p:clrMapOvr>
    <a:masterClrMapping/>
  </p:clrMapOvr>
  <p:transition>
    <p:sndAc>
      <p:stSnd>
        <p:snd r:embed="rId2" name="click.wav"/>
      </p:stSnd>
    </p:sndAc>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1480E-2AA6-4491-B614-A46366AAE5A7}"/>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الاختيار الصحيح للمواد</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D9DE4F9A-26DE-47B6-A8A2-544F6924CE01}"/>
              </a:ext>
            </a:extLst>
          </p:cNvPr>
          <p:cNvSpPr>
            <a:spLocks noGrp="1"/>
          </p:cNvSpPr>
          <p:nvPr>
            <p:ph sz="half" idx="2"/>
          </p:nvPr>
        </p:nvSpPr>
        <p:spPr>
          <a:xfrm>
            <a:off x="684213" y="2195513"/>
            <a:ext cx="7991475" cy="3609975"/>
          </a:xfrm>
        </p:spPr>
        <p:txBody>
          <a:bodyPr rtlCol="1"/>
          <a:lstStyle/>
          <a:p>
            <a:pPr marL="0" indent="0" rtl="1">
              <a:buNone/>
            </a:pPr>
            <a:r>
              <a:rPr lang="ar" sz="2000" b="1" dirty="0">
                <a:latin typeface="Sakkal Majalla" panose="02000000000000000000" pitchFamily="2" charset="-78"/>
                <a:cs typeface="Sakkal Majalla" panose="02000000000000000000" pitchFamily="2" charset="-78"/>
              </a:rPr>
              <a:t>الخواص الميكانيكية وعواقب الإخفاق:</a:t>
            </a:r>
          </a:p>
          <a:p>
            <a:pPr rtl="1"/>
            <a:r>
              <a:rPr lang="ar" sz="2000" dirty="0">
                <a:latin typeface="Sakkal Majalla" panose="02000000000000000000" pitchFamily="2" charset="-78"/>
                <a:cs typeface="Sakkal Majalla" panose="02000000000000000000" pitchFamily="2" charset="-78"/>
              </a:rPr>
              <a:t>يعد اختيار المادة المناسبة بناءً على خواصها الميكانيكية أمرًا بالغ الأهمية لمنع الإخفاق. وتشمل الجوانب التي يجب مراعاتها مقاومة الشد ومقاومة الكلال والممطولية. </a:t>
            </a:r>
          </a:p>
          <a:p>
            <a:pPr rtl="1"/>
            <a:r>
              <a:rPr lang="ar" sz="2000" dirty="0">
                <a:latin typeface="Sakkal Majalla" panose="02000000000000000000" pitchFamily="2" charset="-78"/>
                <a:cs typeface="Sakkal Majalla" panose="02000000000000000000" pitchFamily="2" charset="-78"/>
              </a:rPr>
              <a:t>إضافة إلى ذلك، يجب تقييم عواقب الإخفاق المفاجئ - حيث تتطلب بعض التطبيقات مواد تخفق تدريجيًا وليس بشكل كارثي.</a:t>
            </a:r>
          </a:p>
          <a:p>
            <a:pPr marL="0" indent="0" rtl="1">
              <a:buNone/>
            </a:pPr>
            <a:endParaRPr lang="en-GB" sz="2000" b="1" dirty="0">
              <a:latin typeface="Sakkal Majalla" panose="02000000000000000000" pitchFamily="2" charset="-78"/>
              <a:cs typeface="Sakkal Majalla" panose="02000000000000000000" pitchFamily="2" charset="-78"/>
            </a:endParaRPr>
          </a:p>
          <a:p>
            <a:pPr marL="0" indent="0" rtl="1">
              <a:buNone/>
            </a:pPr>
            <a:r>
              <a:rPr lang="ar" sz="2000" b="1" dirty="0">
                <a:latin typeface="Sakkal Majalla" panose="02000000000000000000" pitchFamily="2" charset="-78"/>
                <a:cs typeface="Sakkal Majalla" panose="02000000000000000000" pitchFamily="2" charset="-78"/>
              </a:rPr>
              <a:t>مقاومة التآكل:</a:t>
            </a:r>
          </a:p>
          <a:p>
            <a:pPr marL="0" indent="0" rtl="1">
              <a:buNone/>
            </a:pPr>
            <a:r>
              <a:rPr lang="ar" sz="2000" dirty="0">
                <a:latin typeface="Sakkal Majalla" panose="02000000000000000000" pitchFamily="2" charset="-78"/>
                <a:cs typeface="Sakkal Majalla" panose="02000000000000000000" pitchFamily="2" charset="-78"/>
              </a:rPr>
              <a:t>في البيئات المعرضة للتآكل، يجب اختيار المواد ذات المقاومة العالية للتآكل لضمان طول عمر الاستخدام، خاصة في صناعات مثل المعالجة الكيميائية أو التطبيقات البحرية.</a:t>
            </a:r>
          </a:p>
          <a:p>
            <a:pPr rtl="1"/>
            <a:endParaRPr lang="en-GB" sz="20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96A1FD2E-EAEC-5051-4FF6-6B708432247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202310446"/>
      </p:ext>
    </p:extLst>
  </p:cSld>
  <p:clrMapOvr>
    <a:masterClrMapping/>
  </p:clrMapOvr>
  <p:transition>
    <p:sndAc>
      <p:stSnd>
        <p:snd r:embed="rId2" name="click.wav"/>
      </p:stSnd>
    </p:sndAc>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E1902-5EE3-4594-BB40-CC28A8E919F8}"/>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ميزات التصميم</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CA1B7F40-6B7D-4E7F-8048-3FAC2BCB6DCD}"/>
              </a:ext>
            </a:extLst>
          </p:cNvPr>
          <p:cNvSpPr>
            <a:spLocks noGrp="1"/>
          </p:cNvSpPr>
          <p:nvPr>
            <p:ph sz="half" idx="2"/>
          </p:nvPr>
        </p:nvSpPr>
        <p:spPr>
          <a:xfrm>
            <a:off x="468312" y="2195513"/>
            <a:ext cx="7991475" cy="3609975"/>
          </a:xfrm>
        </p:spPr>
        <p:txBody>
          <a:bodyPr rtlCol="1"/>
          <a:lstStyle/>
          <a:p>
            <a:pPr marL="0" indent="0" rtl="1">
              <a:buNone/>
            </a:pPr>
            <a:r>
              <a:rPr lang="ar" sz="2600" b="1" dirty="0">
                <a:latin typeface="Sakkal Majalla" panose="02000000000000000000" pitchFamily="2" charset="-78"/>
                <a:cs typeface="Sakkal Majalla" panose="02000000000000000000" pitchFamily="2" charset="-78"/>
              </a:rPr>
              <a:t>الحد من مسببات الإجهاد: </a:t>
            </a:r>
          </a:p>
          <a:p>
            <a:pPr marL="0" indent="0" rtl="1">
              <a:buNone/>
            </a:pPr>
            <a:r>
              <a:rPr lang="ar" sz="2600" dirty="0">
                <a:latin typeface="Sakkal Majalla" panose="02000000000000000000" pitchFamily="2" charset="-78"/>
                <a:cs typeface="Sakkal Majalla" panose="02000000000000000000" pitchFamily="2" charset="-78"/>
              </a:rPr>
              <a:t>يمكن أن تعمل الزوايا الحادة والتغيرات المفاجئة في مناطق المقطع العرضي والتشطيبات السطحية السيئة كمسببات للإجهاد وتركيز الإجهاد في مناطق محددة وزيادة خطر بدء التشقق. ويمكن أن يؤدي التصميم باستخدام التحولات السلسة وتجنب التغييرات الهندسية المفاجئة إلى تقليل تركيزات الإجهاد بشكل كبير وتحسين مقاومة المكونات</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CCFAD372-C65B-6A0D-A226-432CB87FB96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628067644"/>
      </p:ext>
    </p:extLst>
  </p:cSld>
  <p:clrMapOvr>
    <a:masterClrMapping/>
  </p:clrMapOvr>
  <p:transition>
    <p:sndAc>
      <p:stSnd>
        <p:snd r:embed="rId2" name="click.wav"/>
      </p:stSnd>
    </p:sndAc>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6D029-B4B8-4295-B21B-AE038C4C8673}"/>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مواد عالية الجودة</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67B2EA03-8976-4E2D-BFD0-5AF839BD50D8}"/>
              </a:ext>
            </a:extLst>
          </p:cNvPr>
          <p:cNvSpPr>
            <a:spLocks noGrp="1"/>
          </p:cNvSpPr>
          <p:nvPr>
            <p:ph sz="half" idx="2"/>
          </p:nvPr>
        </p:nvSpPr>
        <p:spPr>
          <a:xfrm>
            <a:off x="457200" y="2204864"/>
            <a:ext cx="7991475" cy="3609975"/>
          </a:xfrm>
        </p:spPr>
        <p:txBody>
          <a:bodyPr rtlCol="1"/>
          <a:lstStyle/>
          <a:p>
            <a:pPr marL="0" indent="0" rtl="1">
              <a:buNone/>
            </a:pPr>
            <a:r>
              <a:rPr lang="ar" sz="2600" b="1" dirty="0">
                <a:latin typeface="Sakkal Majalla" panose="02000000000000000000" pitchFamily="2" charset="-78"/>
                <a:cs typeface="Sakkal Majalla" panose="02000000000000000000" pitchFamily="2" charset="-78"/>
              </a:rPr>
              <a:t>خالية من الشوائب أو المسامية: </a:t>
            </a:r>
          </a:p>
          <a:p>
            <a:pPr marL="0" indent="0" rtl="1">
              <a:buNone/>
            </a:pPr>
            <a:r>
              <a:rPr lang="ar" sz="2600" dirty="0">
                <a:latin typeface="Sakkal Majalla" panose="02000000000000000000" pitchFamily="2" charset="-78"/>
                <a:cs typeface="Sakkal Majalla" panose="02000000000000000000" pitchFamily="2" charset="-78"/>
              </a:rPr>
              <a:t>يساعد استخدام مواد عالية الجودة خالية من الشوائب أو الفراغات أو المسامية </a:t>
            </a:r>
            <a:r>
              <a:rPr lang="ar-EG" sz="2600" dirty="0">
                <a:latin typeface="Sakkal Majalla" panose="02000000000000000000" pitchFamily="2" charset="-78"/>
                <a:cs typeface="Sakkal Majalla" panose="02000000000000000000" pitchFamily="2" charset="-78"/>
              </a:rPr>
              <a:t>على</a:t>
            </a:r>
            <a:r>
              <a:rPr lang="ar" sz="2600" dirty="0">
                <a:latin typeface="Sakkal Majalla" panose="02000000000000000000" pitchFamily="2" charset="-78"/>
                <a:cs typeface="Sakkal Majalla" panose="02000000000000000000" pitchFamily="2" charset="-78"/>
              </a:rPr>
              <a:t> تقليل احتمالية حدوث عيوب داخلية يمكن أن تضعف المادة وتؤدي إلى إخفاق مبكر.</a:t>
            </a:r>
            <a:endParaRPr lang="en-GB" sz="2600" dirty="0">
              <a:latin typeface="Sakkal Majalla" panose="02000000000000000000" pitchFamily="2" charset="-78"/>
              <a:cs typeface="Sakkal Majalla" panose="02000000000000000000" pitchFamily="2" charset="-78"/>
            </a:endParaRPr>
          </a:p>
        </p:txBody>
      </p:sp>
      <p:sp>
        <p:nvSpPr>
          <p:cNvPr id="4" name="Footer Placeholder 3">
            <a:extLst>
              <a:ext uri="{FF2B5EF4-FFF2-40B4-BE49-F238E27FC236}">
                <a16:creationId xmlns:a16="http://schemas.microsoft.com/office/drawing/2014/main" id="{336453B5-4A9D-430E-9642-B4E73280CB41}"/>
              </a:ext>
            </a:extLst>
          </p:cNvPr>
          <p:cNvSpPr>
            <a:spLocks noGrp="1"/>
          </p:cNvSpPr>
          <p:nvPr>
            <p:ph type="ftr" sz="quarter" idx="10"/>
          </p:nvPr>
        </p:nvSpPr>
        <p:spPr>
          <a:xfrm>
            <a:off x="0" y="6459538"/>
            <a:ext cx="9144000" cy="287337"/>
          </a:xfrm>
        </p:spPr>
        <p:txBody>
          <a:bodyPr rtlCol="1"/>
          <a:lstStyle/>
          <a:p>
            <a:pPr rtl="1">
              <a:defRPr/>
            </a:pPr>
            <a:r>
              <a:rPr lang="ar">
                <a:latin typeface="Sakkal Majalla" panose="02000000000000000000" pitchFamily="2" charset="-78"/>
                <a:cs typeface="Sakkal Majalla" panose="02000000000000000000" pitchFamily="2" charset="-78"/>
              </a:rPr>
              <a:t> </a:t>
            </a:r>
          </a:p>
        </p:txBody>
      </p:sp>
      <p:sp>
        <p:nvSpPr>
          <p:cNvPr id="5" name="Footer Placeholder 2">
            <a:extLst>
              <a:ext uri="{FF2B5EF4-FFF2-40B4-BE49-F238E27FC236}">
                <a16:creationId xmlns:a16="http://schemas.microsoft.com/office/drawing/2014/main" id="{1F709D1B-E20D-7B84-84FC-0D8C008BBC7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403383465"/>
      </p:ext>
    </p:extLst>
  </p:cSld>
  <p:clrMapOvr>
    <a:masterClrMapping/>
  </p:clrMapOvr>
  <p:transition>
    <p:sndAc>
      <p:stSnd>
        <p:snd r:embed="rId2" name="click.wav"/>
      </p:stSnd>
    </p:sndAc>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787F0-9A87-4FC9-A0A2-B4A45654C7FC}"/>
              </a:ext>
            </a:extLst>
          </p:cNvPr>
          <p:cNvSpPr>
            <a:spLocks noGrp="1"/>
          </p:cNvSpPr>
          <p:nvPr>
            <p:ph type="title"/>
          </p:nvPr>
        </p:nvSpPr>
        <p:spPr>
          <a:xfrm>
            <a:off x="457200" y="1196752"/>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الإضافات والتشطيبات السطحية</a:t>
            </a:r>
            <a:endParaRPr lang="en-GB"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B31151C2-DAF5-4014-A05B-0547AC17A8D5}"/>
              </a:ext>
            </a:extLst>
          </p:cNvPr>
          <p:cNvSpPr>
            <a:spLocks noGrp="1"/>
          </p:cNvSpPr>
          <p:nvPr>
            <p:ph sz="half" idx="2"/>
          </p:nvPr>
        </p:nvSpPr>
        <p:spPr>
          <a:xfrm>
            <a:off x="468312" y="2195513"/>
            <a:ext cx="7991475" cy="3609975"/>
          </a:xfrm>
        </p:spPr>
        <p:txBody>
          <a:bodyPr rtlCol="1"/>
          <a:lstStyle/>
          <a:p>
            <a:pPr marL="0" indent="0" rtl="1">
              <a:buNone/>
            </a:pPr>
            <a:r>
              <a:rPr lang="ar" sz="2600" b="1" dirty="0">
                <a:latin typeface="Sakkal Majalla" panose="02000000000000000000" pitchFamily="2" charset="-78"/>
                <a:cs typeface="Sakkal Majalla" panose="02000000000000000000" pitchFamily="2" charset="-78"/>
              </a:rPr>
              <a:t>مثبطات الأشعة فوق البنفسجية والطلاءات الواقية:</a:t>
            </a:r>
          </a:p>
          <a:p>
            <a:pPr rtl="1"/>
            <a:r>
              <a:rPr lang="ar" sz="2600" dirty="0">
                <a:latin typeface="Sakkal Majalla" panose="02000000000000000000" pitchFamily="2" charset="-78"/>
                <a:cs typeface="Sakkal Majalla" panose="02000000000000000000" pitchFamily="2" charset="-78"/>
              </a:rPr>
              <a:t>يمكن للإضافات مثل مثبطات الأشعة فوق البنفسجية حماية المواد من التفكك بسبب التعرض لأشعة الشمس، وخاصة في البوليمرات. </a:t>
            </a:r>
          </a:p>
          <a:p>
            <a:pPr rtl="1"/>
            <a:r>
              <a:rPr lang="ar" sz="2600" dirty="0">
                <a:latin typeface="Sakkal Majalla" panose="02000000000000000000" pitchFamily="2" charset="-78"/>
                <a:cs typeface="Sakkal Majalla" panose="02000000000000000000" pitchFamily="2" charset="-78"/>
              </a:rPr>
              <a:t>ويمكن للتشطيبات السطحية مثل الدهانات أو الطلاء أيضًا تعزيز مقاومة التآكل وتحسين المتانة وإطالة عمر استخدام المكونات من خلال توفير حاجز وقائي.</a:t>
            </a:r>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FF037C4E-A8EB-8804-944D-B17BF2129A5C}"/>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A103000399241</a:t>
            </a:r>
            <a:endParaRPr lang="ar" sz="1000" dirty="0"/>
          </a:p>
        </p:txBody>
      </p:sp>
    </p:spTree>
    <p:extLst>
      <p:ext uri="{BB962C8B-B14F-4D97-AF65-F5344CB8AC3E}">
        <p14:creationId xmlns:p14="http://schemas.microsoft.com/office/powerpoint/2010/main" val="3713043221"/>
      </p:ext>
    </p:extLst>
  </p:cSld>
  <p:clrMapOvr>
    <a:masterClrMapping/>
  </p:clrMapOvr>
  <p:transition>
    <p:sndAc>
      <p:stSnd>
        <p:snd r:embed="rId2" name="click.wav"/>
      </p:stSnd>
    </p:sndAc>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63FA762-9023-8075-7EFA-66D2BEA654B3}"/>
              </a:ext>
            </a:extLst>
          </p:cNvPr>
          <p:cNvSpPr txBox="1">
            <a:spLocks noChangeArrowheads="1"/>
          </p:cNvSpPr>
          <p:nvPr/>
        </p:nvSpPr>
        <p:spPr bwMode="auto">
          <a:xfrm>
            <a:off x="251520" y="1268760"/>
            <a:ext cx="864096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4600" kern="0" dirty="0">
                <a:latin typeface="Sakkal Majalla" panose="02000000000000000000" pitchFamily="2" charset="-78"/>
                <a:cs typeface="Sakkal Majalla" panose="02000000000000000000" pitchFamily="2" charset="-78"/>
              </a:rPr>
              <a:t>شكر وتقدير</a:t>
            </a:r>
          </a:p>
        </p:txBody>
      </p:sp>
      <p:sp>
        <p:nvSpPr>
          <p:cNvPr id="5" name="Content Placeholder 1">
            <a:extLst>
              <a:ext uri="{FF2B5EF4-FFF2-40B4-BE49-F238E27FC236}">
                <a16:creationId xmlns:a16="http://schemas.microsoft.com/office/drawing/2014/main" id="{9FA6E9AD-5E58-B78C-95E8-0BA1B8E3BEA7}"/>
              </a:ext>
            </a:extLst>
          </p:cNvPr>
          <p:cNvSpPr txBox="1">
            <a:spLocks/>
          </p:cNvSpPr>
          <p:nvPr/>
        </p:nvSpPr>
        <p:spPr>
          <a:xfrm>
            <a:off x="576262" y="2060849"/>
            <a:ext cx="7991475" cy="2808312"/>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2600" kern="0" dirty="0">
                <a:latin typeface="Sakkal Majalla" panose="02000000000000000000" pitchFamily="2" charset="-78"/>
                <a:cs typeface="Sakkal Majalla" panose="02000000000000000000" pitchFamily="2" charset="-78"/>
              </a:rPr>
              <a:t>الصور</a:t>
            </a:r>
          </a:p>
          <a:p>
            <a:pPr marL="0" indent="0" rtl="1">
              <a:buNone/>
            </a:pP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(دليل الاختصارات: l-يسار، r-يمين، c-وسط، t-أعلى، b-أسفل)</a:t>
            </a:r>
            <a:endParaRPr lang="en-GB" sz="2000" dirty="0">
              <a:effectLst/>
              <a:latin typeface="Sakkal Majalla" panose="02000000000000000000" pitchFamily="2" charset="-78"/>
              <a:ea typeface="Times New Roman" panose="02020603050405020304" pitchFamily="18" charset="0"/>
              <a:cs typeface="Sakkal Majalla" panose="02000000000000000000" pitchFamily="2" charset="-78"/>
            </a:endParaRPr>
          </a:p>
          <a:p>
            <a:pPr marL="0" indent="0" rtl="1">
              <a:buNone/>
            </a:pPr>
            <a:r>
              <a:rPr lang="ar" sz="2000" b="1" dirty="0">
                <a:effectLst/>
                <a:latin typeface="Sakkal Majalla" panose="02000000000000000000" pitchFamily="2" charset="-78"/>
                <a:ea typeface="Times New Roman" panose="02020603050405020304" pitchFamily="18" charset="0"/>
                <a:cs typeface="Sakkal Majalla" panose="02000000000000000000" pitchFamily="2" charset="-78"/>
              </a:rPr>
              <a:t>123 آر إف: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نورجال (الشريحة 56)؛</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b="1" dirty="0">
                <a:effectLst/>
                <a:latin typeface="Sakkal Majalla" panose="02000000000000000000" pitchFamily="2" charset="-78"/>
                <a:ea typeface="Times New Roman" panose="02020603050405020304" pitchFamily="18" charset="0"/>
                <a:cs typeface="Sakkal Majalla" panose="02000000000000000000" pitchFamily="2" charset="-78"/>
              </a:rPr>
              <a:t>شوترستوك:</a:t>
            </a: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ألبا_أليوث</a:t>
            </a: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 (الشريحة 6)</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كانونجنيت (الشريحة 13)،</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أوي_تشارين (الشريحة 20)،</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آيكوت إردوجدو (الشريحة 25)،</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جورودينكوف (الشريحة 45)،</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ألين قدر (الشريحة 46)،</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أروجانت (الشريحة 56)،</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ن_ساكارين (الشريحة 60)،</a:t>
            </a:r>
            <a:r>
              <a:rPr lang="ar" sz="2000" b="1"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أوديزنام 260921 (الشريحة 70).</a:t>
            </a:r>
            <a:endParaRPr lang="en-GB" sz="2000" dirty="0">
              <a:effectLst/>
              <a:latin typeface="Sakkal Majalla" panose="02000000000000000000" pitchFamily="2" charset="-78"/>
              <a:ea typeface="Times New Roman" panose="02020603050405020304" pitchFamily="18" charset="0"/>
              <a:cs typeface="Sakkal Majalla" panose="02000000000000000000" pitchFamily="2" charset="-78"/>
            </a:endParaRPr>
          </a:p>
          <a:p>
            <a:pPr marL="0" indent="0" rtl="1">
              <a:buFont typeface="Wingdings" panose="05000000000000000000" pitchFamily="2" charset="2"/>
              <a:buNone/>
            </a:pPr>
            <a:endParaRPr lang="en-GB" kern="0" dirty="0">
              <a:latin typeface="Sakkal Majalla" panose="02000000000000000000" pitchFamily="2" charset="-78"/>
              <a:cs typeface="Sakkal Majalla" panose="02000000000000000000" pitchFamily="2" charset="-78"/>
            </a:endParaRPr>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AdditionalInfo xmlns="f63d1639-2e8e-4dfe-b2d4-ff2deac92409" xsi:nil="true"/>
    <_Flow_SignoffStatus xmlns="f63d1639-2e8e-4dfe-b2d4-ff2deac92409" xsi:nil="true"/>
  </documentManagement>
</p:properties>
</file>

<file path=customXml/itemProps1.xml><?xml version="1.0" encoding="utf-8"?>
<ds:datastoreItem xmlns:ds="http://schemas.openxmlformats.org/officeDocument/2006/customXml" ds:itemID="{A2553906-9F7B-4806-BEB8-0ABFD6C7DB7C}"/>
</file>

<file path=customXml/itemProps2.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3.xml><?xml version="1.0" encoding="utf-8"?>
<ds:datastoreItem xmlns:ds="http://schemas.openxmlformats.org/officeDocument/2006/customXml" ds:itemID="{4B700610-39F3-4A35-AAF4-C1E1359C0930}">
  <ds:schemaRefs>
    <ds:schemaRef ds:uri="7c1bd8dc-4e40-424f-a15f-9ffcd522197f"/>
    <ds:schemaRef ds:uri="6125ffc9-2c56-435e-8267-1393444907b2"/>
    <ds:schemaRef ds:uri="http://purl.org/dc/elements/1.1/"/>
    <ds:schemaRef ds:uri="http://purl.org/dc/terms/"/>
    <ds:schemaRef ds:uri="http://purl.org/dc/dcmitype/"/>
    <ds:schemaRef ds:uri="http://schemas.openxmlformats.org/package/2006/metadata/core-properties"/>
    <ds:schemaRef ds:uri="http://schemas.microsoft.com/office/2006/documentManagement/types"/>
    <ds:schemaRef ds:uri="http://schemas.microsoft.com/office/infopath/2007/PartnerControl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12166</TotalTime>
  <Words>8027</Words>
  <Application>Microsoft Office PowerPoint</Application>
  <PresentationFormat>On-screen Show (4:3)</PresentationFormat>
  <Paragraphs>698</Paragraphs>
  <Slides>90</Slides>
  <Notes>15</Notes>
  <HiddenSlides>0</HiddenSlides>
  <MMClips>0</MMClips>
  <ScaleCrop>false</ScaleCrop>
  <HeadingPairs>
    <vt:vector size="6" baseType="variant">
      <vt:variant>
        <vt:lpstr>Fonts Used</vt:lpstr>
      </vt:variant>
      <vt:variant>
        <vt:i4>6</vt:i4>
      </vt:variant>
      <vt:variant>
        <vt:lpstr>Theme</vt:lpstr>
      </vt:variant>
      <vt:variant>
        <vt:i4>10</vt:i4>
      </vt:variant>
      <vt:variant>
        <vt:lpstr>Slide Titles</vt:lpstr>
      </vt:variant>
      <vt:variant>
        <vt:i4>90</vt:i4>
      </vt:variant>
    </vt:vector>
  </HeadingPairs>
  <TitlesOfParts>
    <vt:vector size="106" baseType="lpstr">
      <vt:lpstr>Arial</vt:lpstr>
      <vt:lpstr>Calibri</vt:lpstr>
      <vt:lpstr>Helvetica</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26 السلوك الميكانيكي للمواد غير المعدنية </vt:lpstr>
      <vt:lpstr> موجز عن الوحدة </vt:lpstr>
      <vt:lpstr> مقدمة الوحدة </vt:lpstr>
      <vt:lpstr>نتاجات التعلم</vt:lpstr>
      <vt:lpstr>نتاج التعلم أ  </vt:lpstr>
      <vt:lpstr>PowerPoint Presentation</vt:lpstr>
      <vt:lpstr> مواد البوليمر </vt:lpstr>
      <vt:lpstr> مواد البوليمرات </vt:lpstr>
      <vt:lpstr>مواد البوليمرات</vt:lpstr>
      <vt:lpstr> البوليمرات المتصلدة بالحرارة</vt:lpstr>
      <vt:lpstr>البوليمرات المتصلدة بالحرارة</vt:lpstr>
      <vt:lpstr>الإلاستومرات</vt:lpstr>
      <vt:lpstr>PowerPoint Presentation</vt:lpstr>
      <vt:lpstr>مواد السيراميك</vt:lpstr>
      <vt:lpstr>مواد السيراميك</vt:lpstr>
      <vt:lpstr>مواد السيراميك</vt:lpstr>
      <vt:lpstr>مواد المُركبات</vt:lpstr>
      <vt:lpstr>مواد المُركبات</vt:lpstr>
      <vt:lpstr>مواد المُركبات</vt:lpstr>
      <vt:lpstr>PowerPoint Presentation</vt:lpstr>
      <vt:lpstr>آليات الترابط الذري</vt:lpstr>
      <vt:lpstr> المُركبات والجزيئات </vt:lpstr>
      <vt:lpstr> آليات الترابط بين الجزيئات </vt:lpstr>
      <vt:lpstr>بنية مواد البوليمرات</vt:lpstr>
      <vt:lpstr>أنواع البوليمرات</vt:lpstr>
      <vt:lpstr>سلاسل البوليمر</vt:lpstr>
      <vt:lpstr>البُنى غير المتبلورة وشبه البلورية</vt:lpstr>
      <vt:lpstr> درجة حرارة تحول الزجاج. </vt:lpstr>
      <vt:lpstr>بنية مواد السيراميك</vt:lpstr>
      <vt:lpstr>أ2: بُنى المواد غير المعدنية</vt:lpstr>
      <vt:lpstr>بنية مواد المُركبات</vt:lpstr>
      <vt:lpstr>بنية مُركب من الألياف/المصفوفة</vt:lpstr>
      <vt:lpstr>بنية مُركب من الجسيمات/المصفوفة</vt:lpstr>
      <vt:lpstr>  أ3: الخواص الميكانيكية للمواد غير المعدنية </vt:lpstr>
      <vt:lpstr>PowerPoint Presentation</vt:lpstr>
      <vt:lpstr>اختبارات الشد و  منحنيات الإجهاد - الانفعال</vt:lpstr>
      <vt:lpstr>تأثيرات درجة الحرارة و  الرطوبة في البوليمرات</vt:lpstr>
      <vt:lpstr>خواص المقاومة</vt:lpstr>
      <vt:lpstr>خواص المقاومة</vt:lpstr>
      <vt:lpstr>PowerPoint Presentation</vt:lpstr>
      <vt:lpstr>القساوة النوعية و  مقاومة الانحناء</vt:lpstr>
      <vt:lpstr>حد الكلال</vt:lpstr>
      <vt:lpstr> المتانة ضد الكسر </vt:lpstr>
      <vt:lpstr> صلابة السطح </vt:lpstr>
      <vt:lpstr>PowerPoint Presentation</vt:lpstr>
      <vt:lpstr>  استخدامات نموذجية لمواد البوليمرات   </vt:lpstr>
      <vt:lpstr>استخدامات نموذجية  لمواد البوليمرات</vt:lpstr>
      <vt:lpstr> استخدامات نموذجية  لمواد السيراميك </vt:lpstr>
      <vt:lpstr>استخدامات نموذجية  لمواد السيراميك</vt:lpstr>
      <vt:lpstr>استخدامات نموذجية  لمواد المُركبات</vt:lpstr>
      <vt:lpstr>استخدامات نموذجية  لمواد المُركبات</vt:lpstr>
      <vt:lpstr>نتاج التعلم ب  </vt:lpstr>
      <vt:lpstr>  ب1: سلوك المواد غير المعدنية في أثناء الاستخدام </vt:lpstr>
      <vt:lpstr>سلوك مواد البوليمرات في أثناء الاستخدام  </vt:lpstr>
      <vt:lpstr>سلوك مواد السيراميك في أثناء الاستخدام  </vt:lpstr>
      <vt:lpstr>سلوك مواد السيراميك في أثناء الاستخدام  </vt:lpstr>
      <vt:lpstr>سلوك مواد المُركبات في أثناء الاستخدام  </vt:lpstr>
      <vt:lpstr>سلوك مواد المُركبات في أثناء الاستخدام  </vt:lpstr>
      <vt:lpstr>ب2: إجراءات الاختبار الإتلافي  لتحديد الخواص الميكانيكية</vt:lpstr>
      <vt:lpstr>اختبار مقاومة الشد</vt:lpstr>
      <vt:lpstr>اختبار مقاومة الشد</vt:lpstr>
      <vt:lpstr>اختبار مقاومة الشد</vt:lpstr>
      <vt:lpstr>اختبار مقاومة الشد</vt:lpstr>
      <vt:lpstr>PowerPoint Presentation</vt:lpstr>
      <vt:lpstr>اختبار الزحف</vt:lpstr>
      <vt:lpstr>اختبار الزحف</vt:lpstr>
      <vt:lpstr>اختبار الكلال</vt:lpstr>
      <vt:lpstr>عيوب المواد</vt:lpstr>
      <vt:lpstr> عيوب البوليمرات </vt:lpstr>
      <vt:lpstr>PowerPoint Presentation</vt:lpstr>
      <vt:lpstr>عيوب المُركبات</vt:lpstr>
      <vt:lpstr>عيوب المواد</vt:lpstr>
      <vt:lpstr>ب4: الاختبارات غير الإتلافية المستخدمة  لتحديد عيوب المواد</vt:lpstr>
      <vt:lpstr>الفحص البصري</vt:lpstr>
      <vt:lpstr>نتاج التعلم ج  </vt:lpstr>
      <vt:lpstr>  ج1: الكسر المطيل  والقصيف </vt:lpstr>
      <vt:lpstr>ج2: الزحف</vt:lpstr>
      <vt:lpstr>ج3: الكلال</vt:lpstr>
      <vt:lpstr>الكلال</vt:lpstr>
      <vt:lpstr> ج4: عمليات التفكك </vt:lpstr>
      <vt:lpstr> البوليمرات (بما في ذلك مصفوفة البوليمر في مواد المُركبات) </vt:lpstr>
      <vt:lpstr>السيراميك</vt:lpstr>
      <vt:lpstr> مُركبات FRP  (مُركبات البوليمر المقواة بالألياف) </vt:lpstr>
      <vt:lpstr> ج5: إسهام التصميم في  منع إخفاق المكونات </vt:lpstr>
      <vt:lpstr>بيئة تشغيل المكونات</vt:lpstr>
      <vt:lpstr>الاختيار الصحيح للمواد</vt:lpstr>
      <vt:lpstr>ميزات التصميم</vt:lpstr>
      <vt:lpstr>مواد عالية الجودة</vt:lpstr>
      <vt:lpstr>الإضافات والتشطيبات السطحية</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250</cp:revision>
  <dcterms:created xsi:type="dcterms:W3CDTF">2020-07-15T07:14:47Z</dcterms:created>
  <dcterms:modified xsi:type="dcterms:W3CDTF">2025-01-23T09:24:03Z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