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62"/>
  </p:notesMasterIdLst>
  <p:sldIdLst>
    <p:sldId id="256" r:id="rId14"/>
    <p:sldId id="258" r:id="rId15"/>
    <p:sldId id="305" r:id="rId16"/>
    <p:sldId id="311" r:id="rId17"/>
    <p:sldId id="312" r:id="rId18"/>
    <p:sldId id="313" r:id="rId19"/>
    <p:sldId id="314" r:id="rId20"/>
    <p:sldId id="315" r:id="rId21"/>
    <p:sldId id="316" r:id="rId22"/>
    <p:sldId id="317" r:id="rId23"/>
    <p:sldId id="318" r:id="rId24"/>
    <p:sldId id="319" r:id="rId25"/>
    <p:sldId id="364" r:id="rId26"/>
    <p:sldId id="320" r:id="rId27"/>
    <p:sldId id="306" r:id="rId28"/>
    <p:sldId id="322" r:id="rId29"/>
    <p:sldId id="326" r:id="rId30"/>
    <p:sldId id="366" r:id="rId31"/>
    <p:sldId id="328" r:id="rId32"/>
    <p:sldId id="365" r:id="rId33"/>
    <p:sldId id="330" r:id="rId34"/>
    <p:sldId id="367" r:id="rId35"/>
    <p:sldId id="373" r:id="rId36"/>
    <p:sldId id="332" r:id="rId37"/>
    <p:sldId id="368" r:id="rId38"/>
    <p:sldId id="334" r:id="rId39"/>
    <p:sldId id="335" r:id="rId40"/>
    <p:sldId id="336" r:id="rId41"/>
    <p:sldId id="337" r:id="rId42"/>
    <p:sldId id="369" r:id="rId43"/>
    <p:sldId id="339" r:id="rId44"/>
    <p:sldId id="370" r:id="rId45"/>
    <p:sldId id="307" r:id="rId46"/>
    <p:sldId id="374" r:id="rId47"/>
    <p:sldId id="342" r:id="rId48"/>
    <p:sldId id="343" r:id="rId49"/>
    <p:sldId id="344" r:id="rId50"/>
    <p:sldId id="345" r:id="rId51"/>
    <p:sldId id="371" r:id="rId52"/>
    <p:sldId id="375" r:id="rId53"/>
    <p:sldId id="349" r:id="rId54"/>
    <p:sldId id="351" r:id="rId55"/>
    <p:sldId id="355" r:id="rId56"/>
    <p:sldId id="359" r:id="rId57"/>
    <p:sldId id="360" r:id="rId58"/>
    <p:sldId id="309" r:id="rId59"/>
    <p:sldId id="363" r:id="rId60"/>
    <p:sldId id="372" r:id="rId61"/>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702" userDrawn="1">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4DDAB3-D333-4E1C-ACA5-45C77F838D15}" v="48" dt="2024-09-10T14:54:27.264"/>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94" autoAdjust="0"/>
    <p:restoredTop sz="96220" autoAdjust="0"/>
  </p:normalViewPr>
  <p:slideViewPr>
    <p:cSldViewPr>
      <p:cViewPr varScale="1">
        <p:scale>
          <a:sx n="152" d="100"/>
          <a:sy n="152" d="100"/>
        </p:scale>
        <p:origin x="2310" y="132"/>
      </p:cViewPr>
      <p:guideLst>
        <p:guide orient="horz" pos="1933"/>
        <p:guide pos="2880"/>
        <p:guide pos="1791"/>
        <p:guide orient="horz" pos="3702"/>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48.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tableStyles" Target="tableStyle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7E4DDAB3-D333-4E1C-ACA5-45C77F838D15}"/>
    <pc:docChg chg="modSld">
      <pc:chgData name="Paul Winser" userId="c3146a91-e6bd-4264-bd86-e164e04bc32d" providerId="ADAL" clId="{7E4DDAB3-D333-4E1C-ACA5-45C77F838D15}" dt="2024-09-10T14:54:27.264" v="61"/>
      <pc:docMkLst>
        <pc:docMk/>
      </pc:docMkLst>
      <pc:sldChg chg="addSp modSp mod">
        <pc:chgData name="Paul Winser" userId="c3146a91-e6bd-4264-bd86-e164e04bc32d" providerId="ADAL" clId="{7E4DDAB3-D333-4E1C-ACA5-45C77F838D15}" dt="2024-09-10T14:53:10.166" v="12" actId="20577"/>
        <pc:sldMkLst>
          <pc:docMk/>
          <pc:sldMk cId="0" sldId="256"/>
        </pc:sldMkLst>
        <pc:spChg chg="add mod">
          <ac:chgData name="Paul Winser" userId="c3146a91-e6bd-4264-bd86-e164e04bc32d" providerId="ADAL" clId="{7E4DDAB3-D333-4E1C-ACA5-45C77F838D15}" dt="2024-09-10T14:53:10.166" v="12" actId="20577"/>
          <ac:spMkLst>
            <pc:docMk/>
            <pc:sldMk cId="0" sldId="256"/>
            <ac:spMk id="2" creationId="{260900C4-219B-3DFA-0083-E3EA17ED99C1}"/>
          </ac:spMkLst>
        </pc:spChg>
      </pc:sldChg>
      <pc:sldChg chg="addSp modSp">
        <pc:chgData name="Paul Winser" userId="c3146a91-e6bd-4264-bd86-e164e04bc32d" providerId="ADAL" clId="{7E4DDAB3-D333-4E1C-ACA5-45C77F838D15}" dt="2024-09-10T14:53:14.107" v="13"/>
        <pc:sldMkLst>
          <pc:docMk/>
          <pc:sldMk cId="0" sldId="258"/>
        </pc:sldMkLst>
        <pc:spChg chg="add mod">
          <ac:chgData name="Paul Winser" userId="c3146a91-e6bd-4264-bd86-e164e04bc32d" providerId="ADAL" clId="{7E4DDAB3-D333-4E1C-ACA5-45C77F838D15}" dt="2024-09-10T14:53:14.107" v="13"/>
          <ac:spMkLst>
            <pc:docMk/>
            <pc:sldMk cId="0" sldId="258"/>
            <ac:spMk id="2" creationId="{72EFEC76-02B5-7391-7ED7-8AD8CC80227B}"/>
          </ac:spMkLst>
        </pc:spChg>
      </pc:sldChg>
      <pc:sldChg chg="addSp modSp">
        <pc:chgData name="Paul Winser" userId="c3146a91-e6bd-4264-bd86-e164e04bc32d" providerId="ADAL" clId="{7E4DDAB3-D333-4E1C-ACA5-45C77F838D15}" dt="2024-09-10T14:53:15.156" v="14"/>
        <pc:sldMkLst>
          <pc:docMk/>
          <pc:sldMk cId="884549766" sldId="305"/>
        </pc:sldMkLst>
        <pc:spChg chg="add mod">
          <ac:chgData name="Paul Winser" userId="c3146a91-e6bd-4264-bd86-e164e04bc32d" providerId="ADAL" clId="{7E4DDAB3-D333-4E1C-ACA5-45C77F838D15}" dt="2024-09-10T14:53:15.156" v="14"/>
          <ac:spMkLst>
            <pc:docMk/>
            <pc:sldMk cId="884549766" sldId="305"/>
            <ac:spMk id="2" creationId="{27D37E87-B3BE-897F-8858-2FA9AB31AC23}"/>
          </ac:spMkLst>
        </pc:spChg>
      </pc:sldChg>
      <pc:sldChg chg="addSp modSp mod">
        <pc:chgData name="Paul Winser" userId="c3146a91-e6bd-4264-bd86-e164e04bc32d" providerId="ADAL" clId="{7E4DDAB3-D333-4E1C-ACA5-45C77F838D15}" dt="2024-09-10T14:53:38.922" v="28" actId="1076"/>
        <pc:sldMkLst>
          <pc:docMk/>
          <pc:sldMk cId="588007661" sldId="306"/>
        </pc:sldMkLst>
        <pc:spChg chg="add mod">
          <ac:chgData name="Paul Winser" userId="c3146a91-e6bd-4264-bd86-e164e04bc32d" providerId="ADAL" clId="{7E4DDAB3-D333-4E1C-ACA5-45C77F838D15}" dt="2024-09-10T14:53:38.922" v="28" actId="1076"/>
          <ac:spMkLst>
            <pc:docMk/>
            <pc:sldMk cId="588007661" sldId="306"/>
            <ac:spMk id="3" creationId="{174FDB89-316A-56DD-28CA-F2331E7CCB5D}"/>
          </ac:spMkLst>
        </pc:spChg>
      </pc:sldChg>
      <pc:sldChg chg="addSp modSp">
        <pc:chgData name="Paul Winser" userId="c3146a91-e6bd-4264-bd86-e164e04bc32d" providerId="ADAL" clId="{7E4DDAB3-D333-4E1C-ACA5-45C77F838D15}" dt="2024-09-10T14:54:07.601" v="46"/>
        <pc:sldMkLst>
          <pc:docMk/>
          <pc:sldMk cId="3621417310" sldId="307"/>
        </pc:sldMkLst>
        <pc:spChg chg="add mod">
          <ac:chgData name="Paul Winser" userId="c3146a91-e6bd-4264-bd86-e164e04bc32d" providerId="ADAL" clId="{7E4DDAB3-D333-4E1C-ACA5-45C77F838D15}" dt="2024-09-10T14:54:07.601" v="46"/>
          <ac:spMkLst>
            <pc:docMk/>
            <pc:sldMk cId="3621417310" sldId="307"/>
            <ac:spMk id="2" creationId="{A3051DC5-8194-061D-653C-C3F1AB06B053}"/>
          </ac:spMkLst>
        </pc:spChg>
      </pc:sldChg>
      <pc:sldChg chg="addSp modSp">
        <pc:chgData name="Paul Winser" userId="c3146a91-e6bd-4264-bd86-e164e04bc32d" providerId="ADAL" clId="{7E4DDAB3-D333-4E1C-ACA5-45C77F838D15}" dt="2024-09-10T14:54:23.813" v="59"/>
        <pc:sldMkLst>
          <pc:docMk/>
          <pc:sldMk cId="47175209" sldId="309"/>
        </pc:sldMkLst>
        <pc:spChg chg="add mod">
          <ac:chgData name="Paul Winser" userId="c3146a91-e6bd-4264-bd86-e164e04bc32d" providerId="ADAL" clId="{7E4DDAB3-D333-4E1C-ACA5-45C77F838D15}" dt="2024-09-10T14:54:23.813" v="59"/>
          <ac:spMkLst>
            <pc:docMk/>
            <pc:sldMk cId="47175209" sldId="309"/>
            <ac:spMk id="2" creationId="{D26086FC-BF97-B2E1-F133-7EB428E2EE3D}"/>
          </ac:spMkLst>
        </pc:spChg>
      </pc:sldChg>
      <pc:sldChg chg="addSp modSp">
        <pc:chgData name="Paul Winser" userId="c3146a91-e6bd-4264-bd86-e164e04bc32d" providerId="ADAL" clId="{7E4DDAB3-D333-4E1C-ACA5-45C77F838D15}" dt="2024-09-10T14:53:17.378" v="15"/>
        <pc:sldMkLst>
          <pc:docMk/>
          <pc:sldMk cId="3828598066" sldId="311"/>
        </pc:sldMkLst>
        <pc:spChg chg="add mod">
          <ac:chgData name="Paul Winser" userId="c3146a91-e6bd-4264-bd86-e164e04bc32d" providerId="ADAL" clId="{7E4DDAB3-D333-4E1C-ACA5-45C77F838D15}" dt="2024-09-10T14:53:17.378" v="15"/>
          <ac:spMkLst>
            <pc:docMk/>
            <pc:sldMk cId="3828598066" sldId="311"/>
            <ac:spMk id="2" creationId="{73037FBA-382A-A3B5-2880-3FC3C24E4A6A}"/>
          </ac:spMkLst>
        </pc:spChg>
      </pc:sldChg>
      <pc:sldChg chg="addSp modSp mod">
        <pc:chgData name="Paul Winser" userId="c3146a91-e6bd-4264-bd86-e164e04bc32d" providerId="ADAL" clId="{7E4DDAB3-D333-4E1C-ACA5-45C77F838D15}" dt="2024-09-10T14:53:22.435" v="17" actId="1076"/>
        <pc:sldMkLst>
          <pc:docMk/>
          <pc:sldMk cId="3149830868" sldId="312"/>
        </pc:sldMkLst>
        <pc:spChg chg="add mod">
          <ac:chgData name="Paul Winser" userId="c3146a91-e6bd-4264-bd86-e164e04bc32d" providerId="ADAL" clId="{7E4DDAB3-D333-4E1C-ACA5-45C77F838D15}" dt="2024-09-10T14:53:22.435" v="17" actId="1076"/>
          <ac:spMkLst>
            <pc:docMk/>
            <pc:sldMk cId="3149830868" sldId="312"/>
            <ac:spMk id="2" creationId="{BE69F61B-393B-E1DF-5BEE-2A72E5EC11C3}"/>
          </ac:spMkLst>
        </pc:spChg>
      </pc:sldChg>
      <pc:sldChg chg="addSp modSp">
        <pc:chgData name="Paul Winser" userId="c3146a91-e6bd-4264-bd86-e164e04bc32d" providerId="ADAL" clId="{7E4DDAB3-D333-4E1C-ACA5-45C77F838D15}" dt="2024-09-10T14:53:24.289" v="18"/>
        <pc:sldMkLst>
          <pc:docMk/>
          <pc:sldMk cId="3926851259" sldId="313"/>
        </pc:sldMkLst>
        <pc:spChg chg="add mod">
          <ac:chgData name="Paul Winser" userId="c3146a91-e6bd-4264-bd86-e164e04bc32d" providerId="ADAL" clId="{7E4DDAB3-D333-4E1C-ACA5-45C77F838D15}" dt="2024-09-10T14:53:24.289" v="18"/>
          <ac:spMkLst>
            <pc:docMk/>
            <pc:sldMk cId="3926851259" sldId="313"/>
            <ac:spMk id="2" creationId="{618AAF58-8E3E-069A-03BB-04E36672D721}"/>
          </ac:spMkLst>
        </pc:spChg>
      </pc:sldChg>
      <pc:sldChg chg="addSp modSp">
        <pc:chgData name="Paul Winser" userId="c3146a91-e6bd-4264-bd86-e164e04bc32d" providerId="ADAL" clId="{7E4DDAB3-D333-4E1C-ACA5-45C77F838D15}" dt="2024-09-10T14:53:25.718" v="19"/>
        <pc:sldMkLst>
          <pc:docMk/>
          <pc:sldMk cId="2613001918" sldId="314"/>
        </pc:sldMkLst>
        <pc:spChg chg="add mod">
          <ac:chgData name="Paul Winser" userId="c3146a91-e6bd-4264-bd86-e164e04bc32d" providerId="ADAL" clId="{7E4DDAB3-D333-4E1C-ACA5-45C77F838D15}" dt="2024-09-10T14:53:25.718" v="19"/>
          <ac:spMkLst>
            <pc:docMk/>
            <pc:sldMk cId="2613001918" sldId="314"/>
            <ac:spMk id="2" creationId="{67DC3333-BED6-5A33-E994-CE9D9511E7F4}"/>
          </ac:spMkLst>
        </pc:spChg>
      </pc:sldChg>
      <pc:sldChg chg="addSp modSp">
        <pc:chgData name="Paul Winser" userId="c3146a91-e6bd-4264-bd86-e164e04bc32d" providerId="ADAL" clId="{7E4DDAB3-D333-4E1C-ACA5-45C77F838D15}" dt="2024-09-10T14:53:27.007" v="20"/>
        <pc:sldMkLst>
          <pc:docMk/>
          <pc:sldMk cId="4035242091" sldId="315"/>
        </pc:sldMkLst>
        <pc:spChg chg="add mod">
          <ac:chgData name="Paul Winser" userId="c3146a91-e6bd-4264-bd86-e164e04bc32d" providerId="ADAL" clId="{7E4DDAB3-D333-4E1C-ACA5-45C77F838D15}" dt="2024-09-10T14:53:27.007" v="20"/>
          <ac:spMkLst>
            <pc:docMk/>
            <pc:sldMk cId="4035242091" sldId="315"/>
            <ac:spMk id="2" creationId="{26C95E75-8F18-FB4B-091F-09210664B288}"/>
          </ac:spMkLst>
        </pc:spChg>
      </pc:sldChg>
      <pc:sldChg chg="addSp modSp">
        <pc:chgData name="Paul Winser" userId="c3146a91-e6bd-4264-bd86-e164e04bc32d" providerId="ADAL" clId="{7E4DDAB3-D333-4E1C-ACA5-45C77F838D15}" dt="2024-09-10T14:53:28.279" v="21"/>
        <pc:sldMkLst>
          <pc:docMk/>
          <pc:sldMk cId="1550980002" sldId="316"/>
        </pc:sldMkLst>
        <pc:spChg chg="add mod">
          <ac:chgData name="Paul Winser" userId="c3146a91-e6bd-4264-bd86-e164e04bc32d" providerId="ADAL" clId="{7E4DDAB3-D333-4E1C-ACA5-45C77F838D15}" dt="2024-09-10T14:53:28.279" v="21"/>
          <ac:spMkLst>
            <pc:docMk/>
            <pc:sldMk cId="1550980002" sldId="316"/>
            <ac:spMk id="2" creationId="{0376E659-0382-F9C5-3BE0-7E43E1AAB9D5}"/>
          </ac:spMkLst>
        </pc:spChg>
      </pc:sldChg>
      <pc:sldChg chg="addSp modSp">
        <pc:chgData name="Paul Winser" userId="c3146a91-e6bd-4264-bd86-e164e04bc32d" providerId="ADAL" clId="{7E4DDAB3-D333-4E1C-ACA5-45C77F838D15}" dt="2024-09-10T14:53:29.725" v="22"/>
        <pc:sldMkLst>
          <pc:docMk/>
          <pc:sldMk cId="1191277977" sldId="317"/>
        </pc:sldMkLst>
        <pc:spChg chg="add mod">
          <ac:chgData name="Paul Winser" userId="c3146a91-e6bd-4264-bd86-e164e04bc32d" providerId="ADAL" clId="{7E4DDAB3-D333-4E1C-ACA5-45C77F838D15}" dt="2024-09-10T14:53:29.725" v="22"/>
          <ac:spMkLst>
            <pc:docMk/>
            <pc:sldMk cId="1191277977" sldId="317"/>
            <ac:spMk id="2" creationId="{C0DBCD86-E949-765C-D65A-F5D2196703A9}"/>
          </ac:spMkLst>
        </pc:spChg>
      </pc:sldChg>
      <pc:sldChg chg="addSp modSp">
        <pc:chgData name="Paul Winser" userId="c3146a91-e6bd-4264-bd86-e164e04bc32d" providerId="ADAL" clId="{7E4DDAB3-D333-4E1C-ACA5-45C77F838D15}" dt="2024-09-10T14:53:30.857" v="23"/>
        <pc:sldMkLst>
          <pc:docMk/>
          <pc:sldMk cId="2720366027" sldId="318"/>
        </pc:sldMkLst>
        <pc:spChg chg="add mod">
          <ac:chgData name="Paul Winser" userId="c3146a91-e6bd-4264-bd86-e164e04bc32d" providerId="ADAL" clId="{7E4DDAB3-D333-4E1C-ACA5-45C77F838D15}" dt="2024-09-10T14:53:30.857" v="23"/>
          <ac:spMkLst>
            <pc:docMk/>
            <pc:sldMk cId="2720366027" sldId="318"/>
            <ac:spMk id="2" creationId="{6BF35DB2-AA4F-8B88-7F18-81E02E47383E}"/>
          </ac:spMkLst>
        </pc:spChg>
      </pc:sldChg>
      <pc:sldChg chg="addSp modSp">
        <pc:chgData name="Paul Winser" userId="c3146a91-e6bd-4264-bd86-e164e04bc32d" providerId="ADAL" clId="{7E4DDAB3-D333-4E1C-ACA5-45C77F838D15}" dt="2024-09-10T14:53:31.989" v="24"/>
        <pc:sldMkLst>
          <pc:docMk/>
          <pc:sldMk cId="1415315744" sldId="319"/>
        </pc:sldMkLst>
        <pc:spChg chg="add mod">
          <ac:chgData name="Paul Winser" userId="c3146a91-e6bd-4264-bd86-e164e04bc32d" providerId="ADAL" clId="{7E4DDAB3-D333-4E1C-ACA5-45C77F838D15}" dt="2024-09-10T14:53:31.989" v="24"/>
          <ac:spMkLst>
            <pc:docMk/>
            <pc:sldMk cId="1415315744" sldId="319"/>
            <ac:spMk id="2" creationId="{D15469FA-170F-081D-6FAE-9C6DA1A92354}"/>
          </ac:spMkLst>
        </pc:spChg>
      </pc:sldChg>
      <pc:sldChg chg="addSp modSp">
        <pc:chgData name="Paul Winser" userId="c3146a91-e6bd-4264-bd86-e164e04bc32d" providerId="ADAL" clId="{7E4DDAB3-D333-4E1C-ACA5-45C77F838D15}" dt="2024-09-10T14:53:34.068" v="26"/>
        <pc:sldMkLst>
          <pc:docMk/>
          <pc:sldMk cId="2574893680" sldId="320"/>
        </pc:sldMkLst>
        <pc:spChg chg="add mod">
          <ac:chgData name="Paul Winser" userId="c3146a91-e6bd-4264-bd86-e164e04bc32d" providerId="ADAL" clId="{7E4DDAB3-D333-4E1C-ACA5-45C77F838D15}" dt="2024-09-10T14:53:34.068" v="26"/>
          <ac:spMkLst>
            <pc:docMk/>
            <pc:sldMk cId="2574893680" sldId="320"/>
            <ac:spMk id="2" creationId="{A5A4484C-A526-CC73-7264-5BFDA9D31853}"/>
          </ac:spMkLst>
        </pc:spChg>
      </pc:sldChg>
      <pc:sldChg chg="addSp modSp">
        <pc:chgData name="Paul Winser" userId="c3146a91-e6bd-4264-bd86-e164e04bc32d" providerId="ADAL" clId="{7E4DDAB3-D333-4E1C-ACA5-45C77F838D15}" dt="2024-09-10T14:53:40.436" v="29"/>
        <pc:sldMkLst>
          <pc:docMk/>
          <pc:sldMk cId="1632647978" sldId="322"/>
        </pc:sldMkLst>
        <pc:spChg chg="add mod">
          <ac:chgData name="Paul Winser" userId="c3146a91-e6bd-4264-bd86-e164e04bc32d" providerId="ADAL" clId="{7E4DDAB3-D333-4E1C-ACA5-45C77F838D15}" dt="2024-09-10T14:53:40.436" v="29"/>
          <ac:spMkLst>
            <pc:docMk/>
            <pc:sldMk cId="1632647978" sldId="322"/>
            <ac:spMk id="2" creationId="{25837EB4-45AC-2E35-2C61-FE35C7EEB941}"/>
          </ac:spMkLst>
        </pc:spChg>
      </pc:sldChg>
      <pc:sldChg chg="addSp modSp">
        <pc:chgData name="Paul Winser" userId="c3146a91-e6bd-4264-bd86-e164e04bc32d" providerId="ADAL" clId="{7E4DDAB3-D333-4E1C-ACA5-45C77F838D15}" dt="2024-09-10T14:53:41.552" v="30"/>
        <pc:sldMkLst>
          <pc:docMk/>
          <pc:sldMk cId="2028954635" sldId="326"/>
        </pc:sldMkLst>
        <pc:spChg chg="add mod">
          <ac:chgData name="Paul Winser" userId="c3146a91-e6bd-4264-bd86-e164e04bc32d" providerId="ADAL" clId="{7E4DDAB3-D333-4E1C-ACA5-45C77F838D15}" dt="2024-09-10T14:53:41.552" v="30"/>
          <ac:spMkLst>
            <pc:docMk/>
            <pc:sldMk cId="2028954635" sldId="326"/>
            <ac:spMk id="2" creationId="{8888EBC9-3AF9-5692-110D-2B1146E92BFE}"/>
          </ac:spMkLst>
        </pc:spChg>
      </pc:sldChg>
      <pc:sldChg chg="addSp modSp">
        <pc:chgData name="Paul Winser" userId="c3146a91-e6bd-4264-bd86-e164e04bc32d" providerId="ADAL" clId="{7E4DDAB3-D333-4E1C-ACA5-45C77F838D15}" dt="2024-09-10T14:53:44.192" v="32"/>
        <pc:sldMkLst>
          <pc:docMk/>
          <pc:sldMk cId="1059931586" sldId="328"/>
        </pc:sldMkLst>
        <pc:spChg chg="add mod">
          <ac:chgData name="Paul Winser" userId="c3146a91-e6bd-4264-bd86-e164e04bc32d" providerId="ADAL" clId="{7E4DDAB3-D333-4E1C-ACA5-45C77F838D15}" dt="2024-09-10T14:53:44.192" v="32"/>
          <ac:spMkLst>
            <pc:docMk/>
            <pc:sldMk cId="1059931586" sldId="328"/>
            <ac:spMk id="2" creationId="{AEADA207-C805-C4C4-4393-40A9207BD7E9}"/>
          </ac:spMkLst>
        </pc:spChg>
      </pc:sldChg>
      <pc:sldChg chg="addSp modSp">
        <pc:chgData name="Paul Winser" userId="c3146a91-e6bd-4264-bd86-e164e04bc32d" providerId="ADAL" clId="{7E4DDAB3-D333-4E1C-ACA5-45C77F838D15}" dt="2024-09-10T14:53:46.526" v="34"/>
        <pc:sldMkLst>
          <pc:docMk/>
          <pc:sldMk cId="144168800" sldId="330"/>
        </pc:sldMkLst>
        <pc:spChg chg="add mod">
          <ac:chgData name="Paul Winser" userId="c3146a91-e6bd-4264-bd86-e164e04bc32d" providerId="ADAL" clId="{7E4DDAB3-D333-4E1C-ACA5-45C77F838D15}" dt="2024-09-10T14:53:46.526" v="34"/>
          <ac:spMkLst>
            <pc:docMk/>
            <pc:sldMk cId="144168800" sldId="330"/>
            <ac:spMk id="2" creationId="{2957A1E0-8160-4363-E0F8-02260F3C8F51}"/>
          </ac:spMkLst>
        </pc:spChg>
      </pc:sldChg>
      <pc:sldChg chg="addSp modSp">
        <pc:chgData name="Paul Winser" userId="c3146a91-e6bd-4264-bd86-e164e04bc32d" providerId="ADAL" clId="{7E4DDAB3-D333-4E1C-ACA5-45C77F838D15}" dt="2024-09-10T14:53:50.315" v="37"/>
        <pc:sldMkLst>
          <pc:docMk/>
          <pc:sldMk cId="2936110015" sldId="332"/>
        </pc:sldMkLst>
        <pc:spChg chg="add mod">
          <ac:chgData name="Paul Winser" userId="c3146a91-e6bd-4264-bd86-e164e04bc32d" providerId="ADAL" clId="{7E4DDAB3-D333-4E1C-ACA5-45C77F838D15}" dt="2024-09-10T14:53:50.315" v="37"/>
          <ac:spMkLst>
            <pc:docMk/>
            <pc:sldMk cId="2936110015" sldId="332"/>
            <ac:spMk id="4" creationId="{E23B9ACD-799D-9969-CF55-EA3806650E21}"/>
          </ac:spMkLst>
        </pc:spChg>
      </pc:sldChg>
      <pc:sldChg chg="addSp modSp">
        <pc:chgData name="Paul Winser" userId="c3146a91-e6bd-4264-bd86-e164e04bc32d" providerId="ADAL" clId="{7E4DDAB3-D333-4E1C-ACA5-45C77F838D15}" dt="2024-09-10T14:53:53.733" v="39"/>
        <pc:sldMkLst>
          <pc:docMk/>
          <pc:sldMk cId="2822994241" sldId="334"/>
        </pc:sldMkLst>
        <pc:spChg chg="add mod">
          <ac:chgData name="Paul Winser" userId="c3146a91-e6bd-4264-bd86-e164e04bc32d" providerId="ADAL" clId="{7E4DDAB3-D333-4E1C-ACA5-45C77F838D15}" dt="2024-09-10T14:53:53.733" v="39"/>
          <ac:spMkLst>
            <pc:docMk/>
            <pc:sldMk cId="2822994241" sldId="334"/>
            <ac:spMk id="2" creationId="{C26E73FB-AD73-E7AC-D69B-A2684715C45B}"/>
          </ac:spMkLst>
        </pc:spChg>
      </pc:sldChg>
      <pc:sldChg chg="addSp modSp">
        <pc:chgData name="Paul Winser" userId="c3146a91-e6bd-4264-bd86-e164e04bc32d" providerId="ADAL" clId="{7E4DDAB3-D333-4E1C-ACA5-45C77F838D15}" dt="2024-09-10T14:54:00.336" v="40"/>
        <pc:sldMkLst>
          <pc:docMk/>
          <pc:sldMk cId="3534281152" sldId="335"/>
        </pc:sldMkLst>
        <pc:spChg chg="add mod">
          <ac:chgData name="Paul Winser" userId="c3146a91-e6bd-4264-bd86-e164e04bc32d" providerId="ADAL" clId="{7E4DDAB3-D333-4E1C-ACA5-45C77F838D15}" dt="2024-09-10T14:54:00.336" v="40"/>
          <ac:spMkLst>
            <pc:docMk/>
            <pc:sldMk cId="3534281152" sldId="335"/>
            <ac:spMk id="2" creationId="{770E3F90-A720-8986-FE85-40361B51760C}"/>
          </ac:spMkLst>
        </pc:spChg>
      </pc:sldChg>
      <pc:sldChg chg="addSp modSp">
        <pc:chgData name="Paul Winser" userId="c3146a91-e6bd-4264-bd86-e164e04bc32d" providerId="ADAL" clId="{7E4DDAB3-D333-4E1C-ACA5-45C77F838D15}" dt="2024-09-10T14:54:01.704" v="41"/>
        <pc:sldMkLst>
          <pc:docMk/>
          <pc:sldMk cId="1086213909" sldId="336"/>
        </pc:sldMkLst>
        <pc:spChg chg="add mod">
          <ac:chgData name="Paul Winser" userId="c3146a91-e6bd-4264-bd86-e164e04bc32d" providerId="ADAL" clId="{7E4DDAB3-D333-4E1C-ACA5-45C77F838D15}" dt="2024-09-10T14:54:01.704" v="41"/>
          <ac:spMkLst>
            <pc:docMk/>
            <pc:sldMk cId="1086213909" sldId="336"/>
            <ac:spMk id="4" creationId="{D6F068AA-709B-C308-EB2A-16A26D170DC2}"/>
          </ac:spMkLst>
        </pc:spChg>
      </pc:sldChg>
      <pc:sldChg chg="addSp modSp">
        <pc:chgData name="Paul Winser" userId="c3146a91-e6bd-4264-bd86-e164e04bc32d" providerId="ADAL" clId="{7E4DDAB3-D333-4E1C-ACA5-45C77F838D15}" dt="2024-09-10T14:54:02.992" v="42"/>
        <pc:sldMkLst>
          <pc:docMk/>
          <pc:sldMk cId="671806938" sldId="337"/>
        </pc:sldMkLst>
        <pc:spChg chg="add mod">
          <ac:chgData name="Paul Winser" userId="c3146a91-e6bd-4264-bd86-e164e04bc32d" providerId="ADAL" clId="{7E4DDAB3-D333-4E1C-ACA5-45C77F838D15}" dt="2024-09-10T14:54:02.992" v="42"/>
          <ac:spMkLst>
            <pc:docMk/>
            <pc:sldMk cId="671806938" sldId="337"/>
            <ac:spMk id="2" creationId="{C8480CE4-3929-2F29-23BC-4C21C0D7340C}"/>
          </ac:spMkLst>
        </pc:spChg>
      </pc:sldChg>
      <pc:sldChg chg="addSp modSp">
        <pc:chgData name="Paul Winser" userId="c3146a91-e6bd-4264-bd86-e164e04bc32d" providerId="ADAL" clId="{7E4DDAB3-D333-4E1C-ACA5-45C77F838D15}" dt="2024-09-10T14:54:05.365" v="44"/>
        <pc:sldMkLst>
          <pc:docMk/>
          <pc:sldMk cId="147457133" sldId="339"/>
        </pc:sldMkLst>
        <pc:spChg chg="add mod">
          <ac:chgData name="Paul Winser" userId="c3146a91-e6bd-4264-bd86-e164e04bc32d" providerId="ADAL" clId="{7E4DDAB3-D333-4E1C-ACA5-45C77F838D15}" dt="2024-09-10T14:54:05.365" v="44"/>
          <ac:spMkLst>
            <pc:docMk/>
            <pc:sldMk cId="147457133" sldId="339"/>
            <ac:spMk id="2" creationId="{BCEF7F35-429B-8591-7AFD-DE656A892D9E}"/>
          </ac:spMkLst>
        </pc:spChg>
      </pc:sldChg>
      <pc:sldChg chg="addSp modSp">
        <pc:chgData name="Paul Winser" userId="c3146a91-e6bd-4264-bd86-e164e04bc32d" providerId="ADAL" clId="{7E4DDAB3-D333-4E1C-ACA5-45C77F838D15}" dt="2024-09-10T14:54:09.901" v="48"/>
        <pc:sldMkLst>
          <pc:docMk/>
          <pc:sldMk cId="1097024677" sldId="342"/>
        </pc:sldMkLst>
        <pc:spChg chg="add mod">
          <ac:chgData name="Paul Winser" userId="c3146a91-e6bd-4264-bd86-e164e04bc32d" providerId="ADAL" clId="{7E4DDAB3-D333-4E1C-ACA5-45C77F838D15}" dt="2024-09-10T14:54:09.901" v="48"/>
          <ac:spMkLst>
            <pc:docMk/>
            <pc:sldMk cId="1097024677" sldId="342"/>
            <ac:spMk id="3" creationId="{14AF59F3-8EE0-BFCA-074D-9E49E0D6B828}"/>
          </ac:spMkLst>
        </pc:spChg>
      </pc:sldChg>
      <pc:sldChg chg="addSp modSp">
        <pc:chgData name="Paul Winser" userId="c3146a91-e6bd-4264-bd86-e164e04bc32d" providerId="ADAL" clId="{7E4DDAB3-D333-4E1C-ACA5-45C77F838D15}" dt="2024-09-10T14:54:10.925" v="49"/>
        <pc:sldMkLst>
          <pc:docMk/>
          <pc:sldMk cId="921087750" sldId="343"/>
        </pc:sldMkLst>
        <pc:spChg chg="add mod">
          <ac:chgData name="Paul Winser" userId="c3146a91-e6bd-4264-bd86-e164e04bc32d" providerId="ADAL" clId="{7E4DDAB3-D333-4E1C-ACA5-45C77F838D15}" dt="2024-09-10T14:54:10.925" v="49"/>
          <ac:spMkLst>
            <pc:docMk/>
            <pc:sldMk cId="921087750" sldId="343"/>
            <ac:spMk id="2" creationId="{FFEA592E-1396-D247-907B-2F683CEB2235}"/>
          </ac:spMkLst>
        </pc:spChg>
      </pc:sldChg>
      <pc:sldChg chg="addSp modSp">
        <pc:chgData name="Paul Winser" userId="c3146a91-e6bd-4264-bd86-e164e04bc32d" providerId="ADAL" clId="{7E4DDAB3-D333-4E1C-ACA5-45C77F838D15}" dt="2024-09-10T14:54:12.291" v="50"/>
        <pc:sldMkLst>
          <pc:docMk/>
          <pc:sldMk cId="3082352271" sldId="344"/>
        </pc:sldMkLst>
        <pc:spChg chg="add mod">
          <ac:chgData name="Paul Winser" userId="c3146a91-e6bd-4264-bd86-e164e04bc32d" providerId="ADAL" clId="{7E4DDAB3-D333-4E1C-ACA5-45C77F838D15}" dt="2024-09-10T14:54:12.291" v="50"/>
          <ac:spMkLst>
            <pc:docMk/>
            <pc:sldMk cId="3082352271" sldId="344"/>
            <ac:spMk id="3" creationId="{A467D47C-4DF6-CD6C-53A7-ECA3E0D5B40A}"/>
          </ac:spMkLst>
        </pc:spChg>
      </pc:sldChg>
      <pc:sldChg chg="addSp modSp">
        <pc:chgData name="Paul Winser" userId="c3146a91-e6bd-4264-bd86-e164e04bc32d" providerId="ADAL" clId="{7E4DDAB3-D333-4E1C-ACA5-45C77F838D15}" dt="2024-09-10T14:54:13.557" v="51"/>
        <pc:sldMkLst>
          <pc:docMk/>
          <pc:sldMk cId="989765765" sldId="345"/>
        </pc:sldMkLst>
        <pc:spChg chg="add mod">
          <ac:chgData name="Paul Winser" userId="c3146a91-e6bd-4264-bd86-e164e04bc32d" providerId="ADAL" clId="{7E4DDAB3-D333-4E1C-ACA5-45C77F838D15}" dt="2024-09-10T14:54:13.557" v="51"/>
          <ac:spMkLst>
            <pc:docMk/>
            <pc:sldMk cId="989765765" sldId="345"/>
            <ac:spMk id="3" creationId="{C353E7E8-A660-20D7-5E97-F91883DD1EF0}"/>
          </ac:spMkLst>
        </pc:spChg>
      </pc:sldChg>
      <pc:sldChg chg="addSp modSp">
        <pc:chgData name="Paul Winser" userId="c3146a91-e6bd-4264-bd86-e164e04bc32d" providerId="ADAL" clId="{7E4DDAB3-D333-4E1C-ACA5-45C77F838D15}" dt="2024-09-10T14:54:17.018" v="54"/>
        <pc:sldMkLst>
          <pc:docMk/>
          <pc:sldMk cId="3863399644" sldId="349"/>
        </pc:sldMkLst>
        <pc:spChg chg="add mod">
          <ac:chgData name="Paul Winser" userId="c3146a91-e6bd-4264-bd86-e164e04bc32d" providerId="ADAL" clId="{7E4DDAB3-D333-4E1C-ACA5-45C77F838D15}" dt="2024-09-10T14:54:17.018" v="54"/>
          <ac:spMkLst>
            <pc:docMk/>
            <pc:sldMk cId="3863399644" sldId="349"/>
            <ac:spMk id="2" creationId="{0F7EA660-202D-6047-492B-FF66C8E7B4BA}"/>
          </ac:spMkLst>
        </pc:spChg>
      </pc:sldChg>
      <pc:sldChg chg="addSp modSp">
        <pc:chgData name="Paul Winser" userId="c3146a91-e6bd-4264-bd86-e164e04bc32d" providerId="ADAL" clId="{7E4DDAB3-D333-4E1C-ACA5-45C77F838D15}" dt="2024-09-10T14:54:18.401" v="55"/>
        <pc:sldMkLst>
          <pc:docMk/>
          <pc:sldMk cId="1310447363" sldId="351"/>
        </pc:sldMkLst>
        <pc:spChg chg="add mod">
          <ac:chgData name="Paul Winser" userId="c3146a91-e6bd-4264-bd86-e164e04bc32d" providerId="ADAL" clId="{7E4DDAB3-D333-4E1C-ACA5-45C77F838D15}" dt="2024-09-10T14:54:18.401" v="55"/>
          <ac:spMkLst>
            <pc:docMk/>
            <pc:sldMk cId="1310447363" sldId="351"/>
            <ac:spMk id="3" creationId="{488EE539-C8BA-2C15-2820-7F52019F62ED}"/>
          </ac:spMkLst>
        </pc:spChg>
      </pc:sldChg>
      <pc:sldChg chg="addSp modSp">
        <pc:chgData name="Paul Winser" userId="c3146a91-e6bd-4264-bd86-e164e04bc32d" providerId="ADAL" clId="{7E4DDAB3-D333-4E1C-ACA5-45C77F838D15}" dt="2024-09-10T14:54:19.486" v="56"/>
        <pc:sldMkLst>
          <pc:docMk/>
          <pc:sldMk cId="3033583286" sldId="355"/>
        </pc:sldMkLst>
        <pc:spChg chg="add mod">
          <ac:chgData name="Paul Winser" userId="c3146a91-e6bd-4264-bd86-e164e04bc32d" providerId="ADAL" clId="{7E4DDAB3-D333-4E1C-ACA5-45C77F838D15}" dt="2024-09-10T14:54:19.486" v="56"/>
          <ac:spMkLst>
            <pc:docMk/>
            <pc:sldMk cId="3033583286" sldId="355"/>
            <ac:spMk id="2" creationId="{11522F85-68E7-C766-F114-72C6FC7B5178}"/>
          </ac:spMkLst>
        </pc:spChg>
      </pc:sldChg>
      <pc:sldChg chg="addSp modSp">
        <pc:chgData name="Paul Winser" userId="c3146a91-e6bd-4264-bd86-e164e04bc32d" providerId="ADAL" clId="{7E4DDAB3-D333-4E1C-ACA5-45C77F838D15}" dt="2024-09-10T14:54:20.655" v="57"/>
        <pc:sldMkLst>
          <pc:docMk/>
          <pc:sldMk cId="2622062104" sldId="359"/>
        </pc:sldMkLst>
        <pc:spChg chg="add mod">
          <ac:chgData name="Paul Winser" userId="c3146a91-e6bd-4264-bd86-e164e04bc32d" providerId="ADAL" clId="{7E4DDAB3-D333-4E1C-ACA5-45C77F838D15}" dt="2024-09-10T14:54:20.655" v="57"/>
          <ac:spMkLst>
            <pc:docMk/>
            <pc:sldMk cId="2622062104" sldId="359"/>
            <ac:spMk id="2" creationId="{CC40BFB4-2F3A-4838-0C03-04537E433476}"/>
          </ac:spMkLst>
        </pc:spChg>
      </pc:sldChg>
      <pc:sldChg chg="addSp modSp">
        <pc:chgData name="Paul Winser" userId="c3146a91-e6bd-4264-bd86-e164e04bc32d" providerId="ADAL" clId="{7E4DDAB3-D333-4E1C-ACA5-45C77F838D15}" dt="2024-09-10T14:54:22.179" v="58"/>
        <pc:sldMkLst>
          <pc:docMk/>
          <pc:sldMk cId="919240744" sldId="360"/>
        </pc:sldMkLst>
        <pc:spChg chg="add mod">
          <ac:chgData name="Paul Winser" userId="c3146a91-e6bd-4264-bd86-e164e04bc32d" providerId="ADAL" clId="{7E4DDAB3-D333-4E1C-ACA5-45C77F838D15}" dt="2024-09-10T14:54:22.179" v="58"/>
          <ac:spMkLst>
            <pc:docMk/>
            <pc:sldMk cId="919240744" sldId="360"/>
            <ac:spMk id="2" creationId="{34EF575E-1A9C-BAB1-CFCF-28A1AD7F5A9A}"/>
          </ac:spMkLst>
        </pc:spChg>
      </pc:sldChg>
      <pc:sldChg chg="addSp modSp">
        <pc:chgData name="Paul Winser" userId="c3146a91-e6bd-4264-bd86-e164e04bc32d" providerId="ADAL" clId="{7E4DDAB3-D333-4E1C-ACA5-45C77F838D15}" dt="2024-09-10T14:54:25.746" v="60"/>
        <pc:sldMkLst>
          <pc:docMk/>
          <pc:sldMk cId="2663232682" sldId="363"/>
        </pc:sldMkLst>
        <pc:spChg chg="add mod">
          <ac:chgData name="Paul Winser" userId="c3146a91-e6bd-4264-bd86-e164e04bc32d" providerId="ADAL" clId="{7E4DDAB3-D333-4E1C-ACA5-45C77F838D15}" dt="2024-09-10T14:54:25.746" v="60"/>
          <ac:spMkLst>
            <pc:docMk/>
            <pc:sldMk cId="2663232682" sldId="363"/>
            <ac:spMk id="2" creationId="{B640A3F5-B646-5DCB-FA5C-336B09AF827C}"/>
          </ac:spMkLst>
        </pc:spChg>
      </pc:sldChg>
      <pc:sldChg chg="addSp modSp">
        <pc:chgData name="Paul Winser" userId="c3146a91-e6bd-4264-bd86-e164e04bc32d" providerId="ADAL" clId="{7E4DDAB3-D333-4E1C-ACA5-45C77F838D15}" dt="2024-09-10T14:53:33.123" v="25"/>
        <pc:sldMkLst>
          <pc:docMk/>
          <pc:sldMk cId="1909676035" sldId="364"/>
        </pc:sldMkLst>
        <pc:spChg chg="add mod">
          <ac:chgData name="Paul Winser" userId="c3146a91-e6bd-4264-bd86-e164e04bc32d" providerId="ADAL" clId="{7E4DDAB3-D333-4E1C-ACA5-45C77F838D15}" dt="2024-09-10T14:53:33.123" v="25"/>
          <ac:spMkLst>
            <pc:docMk/>
            <pc:sldMk cId="1909676035" sldId="364"/>
            <ac:spMk id="2" creationId="{3133D7E6-A512-50EF-5153-272378A8E5DD}"/>
          </ac:spMkLst>
        </pc:spChg>
      </pc:sldChg>
      <pc:sldChg chg="addSp modSp">
        <pc:chgData name="Paul Winser" userId="c3146a91-e6bd-4264-bd86-e164e04bc32d" providerId="ADAL" clId="{7E4DDAB3-D333-4E1C-ACA5-45C77F838D15}" dt="2024-09-10T14:53:45.424" v="33"/>
        <pc:sldMkLst>
          <pc:docMk/>
          <pc:sldMk cId="2758333728" sldId="365"/>
        </pc:sldMkLst>
        <pc:spChg chg="add mod">
          <ac:chgData name="Paul Winser" userId="c3146a91-e6bd-4264-bd86-e164e04bc32d" providerId="ADAL" clId="{7E4DDAB3-D333-4E1C-ACA5-45C77F838D15}" dt="2024-09-10T14:53:45.424" v="33"/>
          <ac:spMkLst>
            <pc:docMk/>
            <pc:sldMk cId="2758333728" sldId="365"/>
            <ac:spMk id="2" creationId="{B1F95530-6EB0-5F4E-79EA-35F49E7FF629}"/>
          </ac:spMkLst>
        </pc:spChg>
      </pc:sldChg>
      <pc:sldChg chg="addSp modSp">
        <pc:chgData name="Paul Winser" userId="c3146a91-e6bd-4264-bd86-e164e04bc32d" providerId="ADAL" clId="{7E4DDAB3-D333-4E1C-ACA5-45C77F838D15}" dt="2024-09-10T14:53:42.746" v="31"/>
        <pc:sldMkLst>
          <pc:docMk/>
          <pc:sldMk cId="3220880922" sldId="366"/>
        </pc:sldMkLst>
        <pc:spChg chg="add mod">
          <ac:chgData name="Paul Winser" userId="c3146a91-e6bd-4264-bd86-e164e04bc32d" providerId="ADAL" clId="{7E4DDAB3-D333-4E1C-ACA5-45C77F838D15}" dt="2024-09-10T14:53:42.746" v="31"/>
          <ac:spMkLst>
            <pc:docMk/>
            <pc:sldMk cId="3220880922" sldId="366"/>
            <ac:spMk id="2" creationId="{0E1A0FD0-951F-F0BA-AFA0-B8BAA1D65201}"/>
          </ac:spMkLst>
        </pc:spChg>
      </pc:sldChg>
      <pc:sldChg chg="addSp modSp">
        <pc:chgData name="Paul Winser" userId="c3146a91-e6bd-4264-bd86-e164e04bc32d" providerId="ADAL" clId="{7E4DDAB3-D333-4E1C-ACA5-45C77F838D15}" dt="2024-09-10T14:53:47.647" v="35"/>
        <pc:sldMkLst>
          <pc:docMk/>
          <pc:sldMk cId="115777987" sldId="367"/>
        </pc:sldMkLst>
        <pc:spChg chg="add mod">
          <ac:chgData name="Paul Winser" userId="c3146a91-e6bd-4264-bd86-e164e04bc32d" providerId="ADAL" clId="{7E4DDAB3-D333-4E1C-ACA5-45C77F838D15}" dt="2024-09-10T14:53:47.647" v="35"/>
          <ac:spMkLst>
            <pc:docMk/>
            <pc:sldMk cId="115777987" sldId="367"/>
            <ac:spMk id="2" creationId="{E4207750-6927-A98A-6EA3-7F0B6D1CFD6D}"/>
          </ac:spMkLst>
        </pc:spChg>
      </pc:sldChg>
      <pc:sldChg chg="addSp modSp">
        <pc:chgData name="Paul Winser" userId="c3146a91-e6bd-4264-bd86-e164e04bc32d" providerId="ADAL" clId="{7E4DDAB3-D333-4E1C-ACA5-45C77F838D15}" dt="2024-09-10T14:53:52.243" v="38"/>
        <pc:sldMkLst>
          <pc:docMk/>
          <pc:sldMk cId="3639074800" sldId="368"/>
        </pc:sldMkLst>
        <pc:spChg chg="add mod">
          <ac:chgData name="Paul Winser" userId="c3146a91-e6bd-4264-bd86-e164e04bc32d" providerId="ADAL" clId="{7E4DDAB3-D333-4E1C-ACA5-45C77F838D15}" dt="2024-09-10T14:53:52.243" v="38"/>
          <ac:spMkLst>
            <pc:docMk/>
            <pc:sldMk cId="3639074800" sldId="368"/>
            <ac:spMk id="2" creationId="{422933C8-82B8-7C4E-EF58-462F957170B3}"/>
          </ac:spMkLst>
        </pc:spChg>
      </pc:sldChg>
      <pc:sldChg chg="addSp modSp">
        <pc:chgData name="Paul Winser" userId="c3146a91-e6bd-4264-bd86-e164e04bc32d" providerId="ADAL" clId="{7E4DDAB3-D333-4E1C-ACA5-45C77F838D15}" dt="2024-09-10T14:54:04.154" v="43"/>
        <pc:sldMkLst>
          <pc:docMk/>
          <pc:sldMk cId="3059171003" sldId="369"/>
        </pc:sldMkLst>
        <pc:spChg chg="add mod">
          <ac:chgData name="Paul Winser" userId="c3146a91-e6bd-4264-bd86-e164e04bc32d" providerId="ADAL" clId="{7E4DDAB3-D333-4E1C-ACA5-45C77F838D15}" dt="2024-09-10T14:54:04.154" v="43"/>
          <ac:spMkLst>
            <pc:docMk/>
            <pc:sldMk cId="3059171003" sldId="369"/>
            <ac:spMk id="2" creationId="{290BF5C2-EEC9-1B98-C36F-BD84E682EFBA}"/>
          </ac:spMkLst>
        </pc:spChg>
      </pc:sldChg>
      <pc:sldChg chg="addSp modSp">
        <pc:chgData name="Paul Winser" userId="c3146a91-e6bd-4264-bd86-e164e04bc32d" providerId="ADAL" clId="{7E4DDAB3-D333-4E1C-ACA5-45C77F838D15}" dt="2024-09-10T14:54:06.388" v="45"/>
        <pc:sldMkLst>
          <pc:docMk/>
          <pc:sldMk cId="2800164239" sldId="370"/>
        </pc:sldMkLst>
        <pc:spChg chg="add mod">
          <ac:chgData name="Paul Winser" userId="c3146a91-e6bd-4264-bd86-e164e04bc32d" providerId="ADAL" clId="{7E4DDAB3-D333-4E1C-ACA5-45C77F838D15}" dt="2024-09-10T14:54:06.388" v="45"/>
          <ac:spMkLst>
            <pc:docMk/>
            <pc:sldMk cId="2800164239" sldId="370"/>
            <ac:spMk id="2" creationId="{BBDABE80-D69E-2173-0009-47F75952A931}"/>
          </ac:spMkLst>
        </pc:spChg>
      </pc:sldChg>
      <pc:sldChg chg="addSp modSp">
        <pc:chgData name="Paul Winser" userId="c3146a91-e6bd-4264-bd86-e164e04bc32d" providerId="ADAL" clId="{7E4DDAB3-D333-4E1C-ACA5-45C77F838D15}" dt="2024-09-10T14:54:14.569" v="52"/>
        <pc:sldMkLst>
          <pc:docMk/>
          <pc:sldMk cId="152155234" sldId="371"/>
        </pc:sldMkLst>
        <pc:spChg chg="add mod">
          <ac:chgData name="Paul Winser" userId="c3146a91-e6bd-4264-bd86-e164e04bc32d" providerId="ADAL" clId="{7E4DDAB3-D333-4E1C-ACA5-45C77F838D15}" dt="2024-09-10T14:54:14.569" v="52"/>
          <ac:spMkLst>
            <pc:docMk/>
            <pc:sldMk cId="152155234" sldId="371"/>
            <ac:spMk id="2" creationId="{2D9CF6F6-4F86-F92A-D42A-BB5803419A24}"/>
          </ac:spMkLst>
        </pc:spChg>
      </pc:sldChg>
      <pc:sldChg chg="addSp modSp">
        <pc:chgData name="Paul Winser" userId="c3146a91-e6bd-4264-bd86-e164e04bc32d" providerId="ADAL" clId="{7E4DDAB3-D333-4E1C-ACA5-45C77F838D15}" dt="2024-09-10T14:54:27.264" v="61"/>
        <pc:sldMkLst>
          <pc:docMk/>
          <pc:sldMk cId="0" sldId="372"/>
        </pc:sldMkLst>
        <pc:spChg chg="add mod">
          <ac:chgData name="Paul Winser" userId="c3146a91-e6bd-4264-bd86-e164e04bc32d" providerId="ADAL" clId="{7E4DDAB3-D333-4E1C-ACA5-45C77F838D15}" dt="2024-09-10T14:54:27.264" v="61"/>
          <ac:spMkLst>
            <pc:docMk/>
            <pc:sldMk cId="0" sldId="372"/>
            <ac:spMk id="2" creationId="{53A7CC79-9558-52C3-E4C4-6B9136BD5608}"/>
          </ac:spMkLst>
        </pc:spChg>
      </pc:sldChg>
      <pc:sldChg chg="addSp modSp">
        <pc:chgData name="Paul Winser" userId="c3146a91-e6bd-4264-bd86-e164e04bc32d" providerId="ADAL" clId="{7E4DDAB3-D333-4E1C-ACA5-45C77F838D15}" dt="2024-09-10T14:53:49.165" v="36"/>
        <pc:sldMkLst>
          <pc:docMk/>
          <pc:sldMk cId="962734043" sldId="373"/>
        </pc:sldMkLst>
        <pc:spChg chg="add mod">
          <ac:chgData name="Paul Winser" userId="c3146a91-e6bd-4264-bd86-e164e04bc32d" providerId="ADAL" clId="{7E4DDAB3-D333-4E1C-ACA5-45C77F838D15}" dt="2024-09-10T14:53:49.165" v="36"/>
          <ac:spMkLst>
            <pc:docMk/>
            <pc:sldMk cId="962734043" sldId="373"/>
            <ac:spMk id="2" creationId="{117E625D-9650-7188-4FF8-9830B2BC27A8}"/>
          </ac:spMkLst>
        </pc:spChg>
      </pc:sldChg>
      <pc:sldChg chg="addSp modSp">
        <pc:chgData name="Paul Winser" userId="c3146a91-e6bd-4264-bd86-e164e04bc32d" providerId="ADAL" clId="{7E4DDAB3-D333-4E1C-ACA5-45C77F838D15}" dt="2024-09-10T14:54:08.777" v="47"/>
        <pc:sldMkLst>
          <pc:docMk/>
          <pc:sldMk cId="2714039759" sldId="374"/>
        </pc:sldMkLst>
        <pc:spChg chg="add mod">
          <ac:chgData name="Paul Winser" userId="c3146a91-e6bd-4264-bd86-e164e04bc32d" providerId="ADAL" clId="{7E4DDAB3-D333-4E1C-ACA5-45C77F838D15}" dt="2024-09-10T14:54:08.777" v="47"/>
          <ac:spMkLst>
            <pc:docMk/>
            <pc:sldMk cId="2714039759" sldId="374"/>
            <ac:spMk id="2" creationId="{F31C08DC-5C5A-53A2-B2EE-C1DDD3D75B4F}"/>
          </ac:spMkLst>
        </pc:spChg>
      </pc:sldChg>
      <pc:sldChg chg="addSp modSp">
        <pc:chgData name="Paul Winser" userId="c3146a91-e6bd-4264-bd86-e164e04bc32d" providerId="ADAL" clId="{7E4DDAB3-D333-4E1C-ACA5-45C77F838D15}" dt="2024-09-10T14:54:15.647" v="53"/>
        <pc:sldMkLst>
          <pc:docMk/>
          <pc:sldMk cId="2792414309" sldId="375"/>
        </pc:sldMkLst>
        <pc:spChg chg="add mod">
          <ac:chgData name="Paul Winser" userId="c3146a91-e6bd-4264-bd86-e164e04bc32d" providerId="ADAL" clId="{7E4DDAB3-D333-4E1C-ACA5-45C77F838D15}" dt="2024-09-10T14:54:15.647" v="53"/>
          <ac:spMkLst>
            <pc:docMk/>
            <pc:sldMk cId="2792414309" sldId="375"/>
            <ac:spMk id="2" creationId="{34CC31EE-A1BA-A0B2-0705-92E637376D41}"/>
          </ac:spMkLst>
        </pc:spChg>
      </pc:sldChg>
    </pc:docChg>
  </pc:docChgLst>
  <pc:docChgLst>
    <pc:chgData name="Paul Winser" userId="c3146a91-e6bd-4264-bd86-e164e04bc32d" providerId="ADAL" clId="{F3109E43-14F0-4C9C-8E11-F4E9467B0D12}"/>
    <pc:docChg chg="undo custSel addSld modSld sldOrd">
      <pc:chgData name="Paul Winser" userId="c3146a91-e6bd-4264-bd86-e164e04bc32d" providerId="ADAL" clId="{F3109E43-14F0-4C9C-8E11-F4E9467B0D12}" dt="2024-08-16T15:03:03.431" v="341" actId="1076"/>
      <pc:docMkLst>
        <pc:docMk/>
      </pc:docMkLst>
      <pc:sldChg chg="delSp mod">
        <pc:chgData name="Paul Winser" userId="c3146a91-e6bd-4264-bd86-e164e04bc32d" providerId="ADAL" clId="{F3109E43-14F0-4C9C-8E11-F4E9467B0D12}" dt="2024-08-16T13:00:07.308" v="54" actId="478"/>
        <pc:sldMkLst>
          <pc:docMk/>
          <pc:sldMk cId="0" sldId="256"/>
        </pc:sldMkLst>
        <pc:spChg chg="del">
          <ac:chgData name="Paul Winser" userId="c3146a91-e6bd-4264-bd86-e164e04bc32d" providerId="ADAL" clId="{F3109E43-14F0-4C9C-8E11-F4E9467B0D12}" dt="2024-08-16T13:00:07.308" v="54" actId="478"/>
          <ac:spMkLst>
            <pc:docMk/>
            <pc:sldMk cId="0" sldId="256"/>
            <ac:spMk id="2" creationId="{072E5EF8-DF57-507D-388A-A517C8A3EF83}"/>
          </ac:spMkLst>
        </pc:spChg>
      </pc:sldChg>
      <pc:sldChg chg="delSp modSp mod">
        <pc:chgData name="Paul Winser" userId="c3146a91-e6bd-4264-bd86-e164e04bc32d" providerId="ADAL" clId="{F3109E43-14F0-4C9C-8E11-F4E9467B0D12}" dt="2024-08-16T13:00:16.452" v="57" actId="5793"/>
        <pc:sldMkLst>
          <pc:docMk/>
          <pc:sldMk cId="0" sldId="258"/>
        </pc:sldMkLst>
        <pc:spChg chg="del">
          <ac:chgData name="Paul Winser" userId="c3146a91-e6bd-4264-bd86-e164e04bc32d" providerId="ADAL" clId="{F3109E43-14F0-4C9C-8E11-F4E9467B0D12}" dt="2024-08-16T13:00:01.705" v="52" actId="478"/>
          <ac:spMkLst>
            <pc:docMk/>
            <pc:sldMk cId="0" sldId="258"/>
            <ac:spMk id="2" creationId="{06D28237-66B4-CB5A-D8CC-6366602B4A5D}"/>
          </ac:spMkLst>
        </pc:spChg>
        <pc:spChg chg="del">
          <ac:chgData name="Paul Winser" userId="c3146a91-e6bd-4264-bd86-e164e04bc32d" providerId="ADAL" clId="{F3109E43-14F0-4C9C-8E11-F4E9467B0D12}" dt="2024-08-16T13:00:02.934" v="53" actId="478"/>
          <ac:spMkLst>
            <pc:docMk/>
            <pc:sldMk cId="0" sldId="258"/>
            <ac:spMk id="4" creationId="{9667D286-24B1-37A6-23C7-F4C9801733FF}"/>
          </ac:spMkLst>
        </pc:spChg>
        <pc:spChg chg="mod">
          <ac:chgData name="Paul Winser" userId="c3146a91-e6bd-4264-bd86-e164e04bc32d" providerId="ADAL" clId="{F3109E43-14F0-4C9C-8E11-F4E9467B0D12}" dt="2024-08-16T13:00:16.452" v="57" actId="5793"/>
          <ac:spMkLst>
            <pc:docMk/>
            <pc:sldMk cId="0" sldId="258"/>
            <ac:spMk id="32771" creationId="{44DFA49F-83B7-E61C-00EB-D6046D571A05}"/>
          </ac:spMkLst>
        </pc:spChg>
      </pc:sldChg>
      <pc:sldChg chg="delSp modSp mod">
        <pc:chgData name="Paul Winser" userId="c3146a91-e6bd-4264-bd86-e164e04bc32d" providerId="ADAL" clId="{F3109E43-14F0-4C9C-8E11-F4E9467B0D12}" dt="2024-08-16T13:00:21.829" v="58" actId="1076"/>
        <pc:sldMkLst>
          <pc:docMk/>
          <pc:sldMk cId="884549766" sldId="305"/>
        </pc:sldMkLst>
        <pc:spChg chg="del">
          <ac:chgData name="Paul Winser" userId="c3146a91-e6bd-4264-bd86-e164e04bc32d" providerId="ADAL" clId="{F3109E43-14F0-4C9C-8E11-F4E9467B0D12}" dt="2024-08-16T12:59:55.289" v="50" actId="478"/>
          <ac:spMkLst>
            <pc:docMk/>
            <pc:sldMk cId="884549766" sldId="305"/>
            <ac:spMk id="2" creationId="{771B2EDD-4024-4DC5-20E3-C3867D97A52B}"/>
          </ac:spMkLst>
        </pc:spChg>
        <pc:spChg chg="del">
          <ac:chgData name="Paul Winser" userId="c3146a91-e6bd-4264-bd86-e164e04bc32d" providerId="ADAL" clId="{F3109E43-14F0-4C9C-8E11-F4E9467B0D12}" dt="2024-08-16T12:59:56.456" v="51" actId="478"/>
          <ac:spMkLst>
            <pc:docMk/>
            <pc:sldMk cId="884549766" sldId="305"/>
            <ac:spMk id="4" creationId="{5D7DDA7C-DCA9-66D7-2D13-61AC17B142F6}"/>
          </ac:spMkLst>
        </pc:spChg>
        <pc:spChg chg="mod">
          <ac:chgData name="Paul Winser" userId="c3146a91-e6bd-4264-bd86-e164e04bc32d" providerId="ADAL" clId="{F3109E43-14F0-4C9C-8E11-F4E9467B0D12}" dt="2024-08-16T13:00:21.829" v="58" actId="1076"/>
          <ac:spMkLst>
            <pc:docMk/>
            <pc:sldMk cId="884549766" sldId="305"/>
            <ac:spMk id="34819" creationId="{453C7683-8588-7ABC-32E0-8A4E68218620}"/>
          </ac:spMkLst>
        </pc:spChg>
      </pc:sldChg>
      <pc:sldChg chg="modSp mod">
        <pc:chgData name="Paul Winser" userId="c3146a91-e6bd-4264-bd86-e164e04bc32d" providerId="ADAL" clId="{F3109E43-14F0-4C9C-8E11-F4E9467B0D12}" dt="2024-08-16T13:03:29.685" v="115" actId="113"/>
        <pc:sldMkLst>
          <pc:docMk/>
          <pc:sldMk cId="588007661" sldId="306"/>
        </pc:sldMkLst>
        <pc:spChg chg="mod">
          <ac:chgData name="Paul Winser" userId="c3146a91-e6bd-4264-bd86-e164e04bc32d" providerId="ADAL" clId="{F3109E43-14F0-4C9C-8E11-F4E9467B0D12}" dt="2024-08-16T13:03:29.685" v="115" actId="113"/>
          <ac:spMkLst>
            <pc:docMk/>
            <pc:sldMk cId="588007661" sldId="306"/>
            <ac:spMk id="34819" creationId="{453C7683-8588-7ABC-32E0-8A4E68218620}"/>
          </ac:spMkLst>
        </pc:spChg>
      </pc:sldChg>
      <pc:sldChg chg="delSp modSp mod">
        <pc:chgData name="Paul Winser" userId="c3146a91-e6bd-4264-bd86-e164e04bc32d" providerId="ADAL" clId="{F3109E43-14F0-4C9C-8E11-F4E9467B0D12}" dt="2024-08-16T14:56:22.173" v="229" actId="1076"/>
        <pc:sldMkLst>
          <pc:docMk/>
          <pc:sldMk cId="3621417310" sldId="307"/>
        </pc:sldMkLst>
        <pc:spChg chg="del mod">
          <ac:chgData name="Paul Winser" userId="c3146a91-e6bd-4264-bd86-e164e04bc32d" providerId="ADAL" clId="{F3109E43-14F0-4C9C-8E11-F4E9467B0D12}" dt="2024-08-16T14:56:08.029" v="224" actId="478"/>
          <ac:spMkLst>
            <pc:docMk/>
            <pc:sldMk cId="3621417310" sldId="307"/>
            <ac:spMk id="4" creationId="{59AF1658-D56C-4568-8CD5-D34F98F468C5}"/>
          </ac:spMkLst>
        </pc:spChg>
        <pc:spChg chg="del">
          <ac:chgData name="Paul Winser" userId="c3146a91-e6bd-4264-bd86-e164e04bc32d" providerId="ADAL" clId="{F3109E43-14F0-4C9C-8E11-F4E9467B0D12}" dt="2024-08-16T14:56:06.614" v="223" actId="478"/>
          <ac:spMkLst>
            <pc:docMk/>
            <pc:sldMk cId="3621417310" sldId="307"/>
            <ac:spMk id="5" creationId="{26DF6471-803E-4466-96B1-5E852D3360F1}"/>
          </ac:spMkLst>
        </pc:spChg>
        <pc:spChg chg="mod">
          <ac:chgData name="Paul Winser" userId="c3146a91-e6bd-4264-bd86-e164e04bc32d" providerId="ADAL" clId="{F3109E43-14F0-4C9C-8E11-F4E9467B0D12}" dt="2024-08-16T14:56:16.642" v="227" actId="1076"/>
          <ac:spMkLst>
            <pc:docMk/>
            <pc:sldMk cId="3621417310" sldId="307"/>
            <ac:spMk id="34819" creationId="{453C7683-8588-7ABC-32E0-8A4E68218620}"/>
          </ac:spMkLst>
        </pc:spChg>
        <pc:spChg chg="mod">
          <ac:chgData name="Paul Winser" userId="c3146a91-e6bd-4264-bd86-e164e04bc32d" providerId="ADAL" clId="{F3109E43-14F0-4C9C-8E11-F4E9467B0D12}" dt="2024-08-16T14:56:20.495" v="228" actId="1076"/>
          <ac:spMkLst>
            <pc:docMk/>
            <pc:sldMk cId="3621417310" sldId="307"/>
            <ac:spMk id="34820" creationId="{8DCD7CE1-603D-4D59-3DBB-C13C0B6505F0}"/>
          </ac:spMkLst>
        </pc:spChg>
        <pc:picChg chg="mod">
          <ac:chgData name="Paul Winser" userId="c3146a91-e6bd-4264-bd86-e164e04bc32d" providerId="ADAL" clId="{F3109E43-14F0-4C9C-8E11-F4E9467B0D12}" dt="2024-08-16T14:56:22.173" v="229" actId="1076"/>
          <ac:picMkLst>
            <pc:docMk/>
            <pc:sldMk cId="3621417310" sldId="307"/>
            <ac:picMk id="3" creationId="{6F3C0542-E99E-C6CD-E050-890276C5CA98}"/>
          </ac:picMkLst>
        </pc:picChg>
      </pc:sldChg>
      <pc:sldChg chg="modSp mod">
        <pc:chgData name="Paul Winser" userId="c3146a91-e6bd-4264-bd86-e164e04bc32d" providerId="ADAL" clId="{F3109E43-14F0-4C9C-8E11-F4E9467B0D12}" dt="2024-08-16T15:02:11.133" v="328" actId="1076"/>
        <pc:sldMkLst>
          <pc:docMk/>
          <pc:sldMk cId="47175209" sldId="309"/>
        </pc:sldMkLst>
        <pc:spChg chg="mod">
          <ac:chgData name="Paul Winser" userId="c3146a91-e6bd-4264-bd86-e164e04bc32d" providerId="ADAL" clId="{F3109E43-14F0-4C9C-8E11-F4E9467B0D12}" dt="2024-08-16T15:02:09.750" v="327" actId="14100"/>
          <ac:spMkLst>
            <pc:docMk/>
            <pc:sldMk cId="47175209" sldId="309"/>
            <ac:spMk id="5" creationId="{F7AF692A-41C0-4757-8CF9-1D1C2ECD4150}"/>
          </ac:spMkLst>
        </pc:spChg>
        <pc:spChg chg="mod">
          <ac:chgData name="Paul Winser" userId="c3146a91-e6bd-4264-bd86-e164e04bc32d" providerId="ADAL" clId="{F3109E43-14F0-4C9C-8E11-F4E9467B0D12}" dt="2024-08-16T15:02:04.188" v="326" actId="14100"/>
          <ac:spMkLst>
            <pc:docMk/>
            <pc:sldMk cId="47175209" sldId="309"/>
            <ac:spMk id="34819" creationId="{453C7683-8588-7ABC-32E0-8A4E68218620}"/>
          </ac:spMkLst>
        </pc:spChg>
        <pc:picChg chg="mod">
          <ac:chgData name="Paul Winser" userId="c3146a91-e6bd-4264-bd86-e164e04bc32d" providerId="ADAL" clId="{F3109E43-14F0-4C9C-8E11-F4E9467B0D12}" dt="2024-08-16T15:02:11.133" v="328" actId="1076"/>
          <ac:picMkLst>
            <pc:docMk/>
            <pc:sldMk cId="47175209" sldId="309"/>
            <ac:picMk id="3" creationId="{617446CD-96A1-F452-2663-B839D0554EDF}"/>
          </ac:picMkLst>
        </pc:picChg>
      </pc:sldChg>
      <pc:sldChg chg="delSp modSp mod">
        <pc:chgData name="Paul Winser" userId="c3146a91-e6bd-4264-bd86-e164e04bc32d" providerId="ADAL" clId="{F3109E43-14F0-4C9C-8E11-F4E9467B0D12}" dt="2024-08-16T13:00:56.222" v="63" actId="20577"/>
        <pc:sldMkLst>
          <pc:docMk/>
          <pc:sldMk cId="3926851259" sldId="313"/>
        </pc:sldMkLst>
        <pc:spChg chg="del">
          <ac:chgData name="Paul Winser" userId="c3146a91-e6bd-4264-bd86-e164e04bc32d" providerId="ADAL" clId="{F3109E43-14F0-4C9C-8E11-F4E9467B0D12}" dt="2024-08-16T12:59:49.923" v="48" actId="478"/>
          <ac:spMkLst>
            <pc:docMk/>
            <pc:sldMk cId="3926851259" sldId="313"/>
            <ac:spMk id="2" creationId="{A2C87309-135B-0FF8-A1D3-1D7400664D23}"/>
          </ac:spMkLst>
        </pc:spChg>
        <pc:spChg chg="mod">
          <ac:chgData name="Paul Winser" userId="c3146a91-e6bd-4264-bd86-e164e04bc32d" providerId="ADAL" clId="{F3109E43-14F0-4C9C-8E11-F4E9467B0D12}" dt="2024-08-16T13:00:56.222" v="63" actId="20577"/>
          <ac:spMkLst>
            <pc:docMk/>
            <pc:sldMk cId="3926851259" sldId="313"/>
            <ac:spMk id="4" creationId="{63303A37-E318-403C-ADEC-ED45F679EA80}"/>
          </ac:spMkLst>
        </pc:spChg>
        <pc:spChg chg="mod">
          <ac:chgData name="Paul Winser" userId="c3146a91-e6bd-4264-bd86-e164e04bc32d" providerId="ADAL" clId="{F3109E43-14F0-4C9C-8E11-F4E9467B0D12}" dt="2024-08-16T13:00:49.343" v="61" actId="1076"/>
          <ac:spMkLst>
            <pc:docMk/>
            <pc:sldMk cId="3926851259" sldId="313"/>
            <ac:spMk id="5" creationId="{5174EB9E-59CC-441C-BB8B-BDA23AE51C30}"/>
          </ac:spMkLst>
        </pc:spChg>
        <pc:spChg chg="del">
          <ac:chgData name="Paul Winser" userId="c3146a91-e6bd-4264-bd86-e164e04bc32d" providerId="ADAL" clId="{F3109E43-14F0-4C9C-8E11-F4E9467B0D12}" dt="2024-08-16T12:59:50.954" v="49" actId="478"/>
          <ac:spMkLst>
            <pc:docMk/>
            <pc:sldMk cId="3926851259" sldId="313"/>
            <ac:spMk id="6" creationId="{02D3E38C-F957-DB49-5ACB-A5CB5961BCAE}"/>
          </ac:spMkLst>
        </pc:spChg>
        <pc:picChg chg="mod">
          <ac:chgData name="Paul Winser" userId="c3146a91-e6bd-4264-bd86-e164e04bc32d" providerId="ADAL" clId="{F3109E43-14F0-4C9C-8E11-F4E9467B0D12}" dt="2024-08-16T13:00:46.270" v="60" actId="1076"/>
          <ac:picMkLst>
            <pc:docMk/>
            <pc:sldMk cId="3926851259" sldId="313"/>
            <ac:picMk id="7" creationId="{FF59524A-EA8D-FC0F-B104-DD32019321A2}"/>
          </ac:picMkLst>
        </pc:picChg>
      </pc:sldChg>
      <pc:sldChg chg="modSp mod">
        <pc:chgData name="Paul Winser" userId="c3146a91-e6bd-4264-bd86-e164e04bc32d" providerId="ADAL" clId="{F3109E43-14F0-4C9C-8E11-F4E9467B0D12}" dt="2024-08-16T13:01:08.348" v="66" actId="14100"/>
        <pc:sldMkLst>
          <pc:docMk/>
          <pc:sldMk cId="2613001918" sldId="314"/>
        </pc:sldMkLst>
        <pc:spChg chg="mod">
          <ac:chgData name="Paul Winser" userId="c3146a91-e6bd-4264-bd86-e164e04bc32d" providerId="ADAL" clId="{F3109E43-14F0-4C9C-8E11-F4E9467B0D12}" dt="2024-08-16T13:01:08.348" v="66" actId="14100"/>
          <ac:spMkLst>
            <pc:docMk/>
            <pc:sldMk cId="2613001918" sldId="314"/>
            <ac:spMk id="34819" creationId="{453C7683-8588-7ABC-32E0-8A4E68218620}"/>
          </ac:spMkLst>
        </pc:spChg>
        <pc:picChg chg="mod">
          <ac:chgData name="Paul Winser" userId="c3146a91-e6bd-4264-bd86-e164e04bc32d" providerId="ADAL" clId="{F3109E43-14F0-4C9C-8E11-F4E9467B0D12}" dt="2024-08-16T13:01:01.655" v="64" actId="1076"/>
          <ac:picMkLst>
            <pc:docMk/>
            <pc:sldMk cId="2613001918" sldId="314"/>
            <ac:picMk id="4" creationId="{08B8CEB9-DECC-1C05-37BA-3E337AB70E1B}"/>
          </ac:picMkLst>
        </pc:picChg>
      </pc:sldChg>
      <pc:sldChg chg="delSp mod">
        <pc:chgData name="Paul Winser" userId="c3146a91-e6bd-4264-bd86-e164e04bc32d" providerId="ADAL" clId="{F3109E43-14F0-4C9C-8E11-F4E9467B0D12}" dt="2024-08-16T12:59:45.440" v="47" actId="478"/>
        <pc:sldMkLst>
          <pc:docMk/>
          <pc:sldMk cId="4035242091" sldId="315"/>
        </pc:sldMkLst>
        <pc:spChg chg="del">
          <ac:chgData name="Paul Winser" userId="c3146a91-e6bd-4264-bd86-e164e04bc32d" providerId="ADAL" clId="{F3109E43-14F0-4C9C-8E11-F4E9467B0D12}" dt="2024-08-16T12:59:43.569" v="46" actId="478"/>
          <ac:spMkLst>
            <pc:docMk/>
            <pc:sldMk cId="4035242091" sldId="315"/>
            <ac:spMk id="2" creationId="{1EE5ED55-BCF0-4F87-02E5-69B5E7D41360}"/>
          </ac:spMkLst>
        </pc:spChg>
        <pc:spChg chg="del">
          <ac:chgData name="Paul Winser" userId="c3146a91-e6bd-4264-bd86-e164e04bc32d" providerId="ADAL" clId="{F3109E43-14F0-4C9C-8E11-F4E9467B0D12}" dt="2024-08-16T12:59:45.440" v="47" actId="478"/>
          <ac:spMkLst>
            <pc:docMk/>
            <pc:sldMk cId="4035242091" sldId="315"/>
            <ac:spMk id="4" creationId="{21CBD531-A4DC-8BF5-E068-995F3AA05DCC}"/>
          </ac:spMkLst>
        </pc:spChg>
      </pc:sldChg>
      <pc:sldChg chg="modSp mod">
        <pc:chgData name="Paul Winser" userId="c3146a91-e6bd-4264-bd86-e164e04bc32d" providerId="ADAL" clId="{F3109E43-14F0-4C9C-8E11-F4E9467B0D12}" dt="2024-08-16T13:01:21.339" v="67" actId="6549"/>
        <pc:sldMkLst>
          <pc:docMk/>
          <pc:sldMk cId="1550980002" sldId="316"/>
        </pc:sldMkLst>
        <pc:spChg chg="mod">
          <ac:chgData name="Paul Winser" userId="c3146a91-e6bd-4264-bd86-e164e04bc32d" providerId="ADAL" clId="{F3109E43-14F0-4C9C-8E11-F4E9467B0D12}" dt="2024-08-16T13:01:21.339" v="67" actId="6549"/>
          <ac:spMkLst>
            <pc:docMk/>
            <pc:sldMk cId="1550980002" sldId="316"/>
            <ac:spMk id="34819" creationId="{453C7683-8588-7ABC-32E0-8A4E68218620}"/>
          </ac:spMkLst>
        </pc:spChg>
      </pc:sldChg>
      <pc:sldChg chg="modSp mod">
        <pc:chgData name="Paul Winser" userId="c3146a91-e6bd-4264-bd86-e164e04bc32d" providerId="ADAL" clId="{F3109E43-14F0-4C9C-8E11-F4E9467B0D12}" dt="2024-08-16T13:01:29.665" v="69" actId="14100"/>
        <pc:sldMkLst>
          <pc:docMk/>
          <pc:sldMk cId="1191277977" sldId="317"/>
        </pc:sldMkLst>
        <pc:spChg chg="mod">
          <ac:chgData name="Paul Winser" userId="c3146a91-e6bd-4264-bd86-e164e04bc32d" providerId="ADAL" clId="{F3109E43-14F0-4C9C-8E11-F4E9467B0D12}" dt="2024-08-16T13:01:29.665" v="69" actId="14100"/>
          <ac:spMkLst>
            <pc:docMk/>
            <pc:sldMk cId="1191277977" sldId="317"/>
            <ac:spMk id="34819" creationId="{453C7683-8588-7ABC-32E0-8A4E68218620}"/>
          </ac:spMkLst>
        </pc:spChg>
      </pc:sldChg>
      <pc:sldChg chg="modSp mod">
        <pc:chgData name="Paul Winser" userId="c3146a91-e6bd-4264-bd86-e164e04bc32d" providerId="ADAL" clId="{F3109E43-14F0-4C9C-8E11-F4E9467B0D12}" dt="2024-08-16T13:01:51.176" v="78" actId="5793"/>
        <pc:sldMkLst>
          <pc:docMk/>
          <pc:sldMk cId="2720366027" sldId="318"/>
        </pc:sldMkLst>
        <pc:spChg chg="mod">
          <ac:chgData name="Paul Winser" userId="c3146a91-e6bd-4264-bd86-e164e04bc32d" providerId="ADAL" clId="{F3109E43-14F0-4C9C-8E11-F4E9467B0D12}" dt="2024-08-16T13:01:51.176" v="78" actId="5793"/>
          <ac:spMkLst>
            <pc:docMk/>
            <pc:sldMk cId="2720366027" sldId="318"/>
            <ac:spMk id="34819" creationId="{453C7683-8588-7ABC-32E0-8A4E68218620}"/>
          </ac:spMkLst>
        </pc:spChg>
        <pc:picChg chg="mod">
          <ac:chgData name="Paul Winser" userId="c3146a91-e6bd-4264-bd86-e164e04bc32d" providerId="ADAL" clId="{F3109E43-14F0-4C9C-8E11-F4E9467B0D12}" dt="2024-08-16T13:01:35.101" v="70" actId="1076"/>
          <ac:picMkLst>
            <pc:docMk/>
            <pc:sldMk cId="2720366027" sldId="318"/>
            <ac:picMk id="3" creationId="{0506A556-329A-76F9-341B-EEC7AD5A43A6}"/>
          </ac:picMkLst>
        </pc:picChg>
      </pc:sldChg>
      <pc:sldChg chg="delSp modSp mod">
        <pc:chgData name="Paul Winser" userId="c3146a91-e6bd-4264-bd86-e164e04bc32d" providerId="ADAL" clId="{F3109E43-14F0-4C9C-8E11-F4E9467B0D12}" dt="2024-08-16T13:02:09.301" v="85" actId="14100"/>
        <pc:sldMkLst>
          <pc:docMk/>
          <pc:sldMk cId="1415315744" sldId="319"/>
        </pc:sldMkLst>
        <pc:spChg chg="del mod">
          <ac:chgData name="Paul Winser" userId="c3146a91-e6bd-4264-bd86-e164e04bc32d" providerId="ADAL" clId="{F3109E43-14F0-4C9C-8E11-F4E9467B0D12}" dt="2024-08-16T12:59:38.416" v="45" actId="478"/>
          <ac:spMkLst>
            <pc:docMk/>
            <pc:sldMk cId="1415315744" sldId="319"/>
            <ac:spMk id="3" creationId="{17399CE1-BCE3-871C-E3D0-CEFBB1515643}"/>
          </ac:spMkLst>
        </pc:spChg>
        <pc:spChg chg="mod">
          <ac:chgData name="Paul Winser" userId="c3146a91-e6bd-4264-bd86-e164e04bc32d" providerId="ADAL" clId="{F3109E43-14F0-4C9C-8E11-F4E9467B0D12}" dt="2024-08-16T13:02:09.301" v="85" actId="14100"/>
          <ac:spMkLst>
            <pc:docMk/>
            <pc:sldMk cId="1415315744" sldId="319"/>
            <ac:spMk id="34819" creationId="{453C7683-8588-7ABC-32E0-8A4E68218620}"/>
          </ac:spMkLst>
        </pc:spChg>
      </pc:sldChg>
      <pc:sldChg chg="modSp mod">
        <pc:chgData name="Paul Winser" userId="c3146a91-e6bd-4264-bd86-e164e04bc32d" providerId="ADAL" clId="{F3109E43-14F0-4C9C-8E11-F4E9467B0D12}" dt="2024-08-16T13:03:18.724" v="113" actId="1076"/>
        <pc:sldMkLst>
          <pc:docMk/>
          <pc:sldMk cId="2574893680" sldId="320"/>
        </pc:sldMkLst>
        <pc:spChg chg="mod">
          <ac:chgData name="Paul Winser" userId="c3146a91-e6bd-4264-bd86-e164e04bc32d" providerId="ADAL" clId="{F3109E43-14F0-4C9C-8E11-F4E9467B0D12}" dt="2024-08-16T13:03:12.719" v="111" actId="1076"/>
          <ac:spMkLst>
            <pc:docMk/>
            <pc:sldMk cId="2574893680" sldId="320"/>
            <ac:spMk id="4" creationId="{71EDDB48-D614-4A0B-8C04-AB8AF12EBB1E}"/>
          </ac:spMkLst>
        </pc:spChg>
        <pc:spChg chg="mod">
          <ac:chgData name="Paul Winser" userId="c3146a91-e6bd-4264-bd86-e164e04bc32d" providerId="ADAL" clId="{F3109E43-14F0-4C9C-8E11-F4E9467B0D12}" dt="2024-08-16T13:03:18.724" v="113" actId="1076"/>
          <ac:spMkLst>
            <pc:docMk/>
            <pc:sldMk cId="2574893680" sldId="320"/>
            <ac:spMk id="5" creationId="{83FA0482-30F5-4B53-A413-A1436C79F33A}"/>
          </ac:spMkLst>
        </pc:spChg>
        <pc:spChg chg="mod">
          <ac:chgData name="Paul Winser" userId="c3146a91-e6bd-4264-bd86-e164e04bc32d" providerId="ADAL" clId="{F3109E43-14F0-4C9C-8E11-F4E9467B0D12}" dt="2024-08-16T13:03:08.869" v="110" actId="20577"/>
          <ac:spMkLst>
            <pc:docMk/>
            <pc:sldMk cId="2574893680" sldId="320"/>
            <ac:spMk id="34819" creationId="{453C7683-8588-7ABC-32E0-8A4E68218620}"/>
          </ac:spMkLst>
        </pc:spChg>
      </pc:sldChg>
      <pc:sldChg chg="delSp modSp mod">
        <pc:chgData name="Paul Winser" userId="c3146a91-e6bd-4264-bd86-e164e04bc32d" providerId="ADAL" clId="{F3109E43-14F0-4C9C-8E11-F4E9467B0D12}" dt="2024-08-16T13:03:47.309" v="118" actId="2062"/>
        <pc:sldMkLst>
          <pc:docMk/>
          <pc:sldMk cId="1632647978" sldId="322"/>
        </pc:sldMkLst>
        <pc:spChg chg="del">
          <ac:chgData name="Paul Winser" userId="c3146a91-e6bd-4264-bd86-e164e04bc32d" providerId="ADAL" clId="{F3109E43-14F0-4C9C-8E11-F4E9467B0D12}" dt="2024-08-16T12:59:07.364" v="36" actId="478"/>
          <ac:spMkLst>
            <pc:docMk/>
            <pc:sldMk cId="1632647978" sldId="322"/>
            <ac:spMk id="34825" creationId="{25B3A1EA-34B2-3E46-3802-9FE8ED882D02}"/>
          </ac:spMkLst>
        </pc:spChg>
        <pc:graphicFrameChg chg="modGraphic">
          <ac:chgData name="Paul Winser" userId="c3146a91-e6bd-4264-bd86-e164e04bc32d" providerId="ADAL" clId="{F3109E43-14F0-4C9C-8E11-F4E9467B0D12}" dt="2024-08-16T13:03:47.309" v="118" actId="2062"/>
          <ac:graphicFrameMkLst>
            <pc:docMk/>
            <pc:sldMk cId="1632647978" sldId="322"/>
            <ac:graphicFrameMk id="3" creationId="{D1E9000A-2ECA-015D-06BB-88CA0E151753}"/>
          </ac:graphicFrameMkLst>
        </pc:graphicFrameChg>
      </pc:sldChg>
      <pc:sldChg chg="delSp modSp mod">
        <pc:chgData name="Paul Winser" userId="c3146a91-e6bd-4264-bd86-e164e04bc32d" providerId="ADAL" clId="{F3109E43-14F0-4C9C-8E11-F4E9467B0D12}" dt="2024-08-16T13:03:55.606" v="120" actId="14100"/>
        <pc:sldMkLst>
          <pc:docMk/>
          <pc:sldMk cId="2028954635" sldId="326"/>
        </pc:sldMkLst>
        <pc:spChg chg="del">
          <ac:chgData name="Paul Winser" userId="c3146a91-e6bd-4264-bd86-e164e04bc32d" providerId="ADAL" clId="{F3109E43-14F0-4C9C-8E11-F4E9467B0D12}" dt="2024-08-16T12:59:04.824" v="35" actId="478"/>
          <ac:spMkLst>
            <pc:docMk/>
            <pc:sldMk cId="2028954635" sldId="326"/>
            <ac:spMk id="2" creationId="{F988E59E-DC7E-57EA-221E-0F93B69F0B9E}"/>
          </ac:spMkLst>
        </pc:spChg>
        <pc:spChg chg="mod">
          <ac:chgData name="Paul Winser" userId="c3146a91-e6bd-4264-bd86-e164e04bc32d" providerId="ADAL" clId="{F3109E43-14F0-4C9C-8E11-F4E9467B0D12}" dt="2024-08-16T13:03:55.606" v="120" actId="14100"/>
          <ac:spMkLst>
            <pc:docMk/>
            <pc:sldMk cId="2028954635" sldId="326"/>
            <ac:spMk id="3" creationId="{917EBF75-6A82-412D-82ED-1B7FC68519BF}"/>
          </ac:spMkLst>
        </pc:spChg>
      </pc:sldChg>
      <pc:sldChg chg="delSp modSp mod">
        <pc:chgData name="Paul Winser" userId="c3146a91-e6bd-4264-bd86-e164e04bc32d" providerId="ADAL" clId="{F3109E43-14F0-4C9C-8E11-F4E9467B0D12}" dt="2024-08-16T14:48:49.054" v="130" actId="5793"/>
        <pc:sldMkLst>
          <pc:docMk/>
          <pc:sldMk cId="1059931586" sldId="328"/>
        </pc:sldMkLst>
        <pc:spChg chg="del">
          <ac:chgData name="Paul Winser" userId="c3146a91-e6bd-4264-bd86-e164e04bc32d" providerId="ADAL" clId="{F3109E43-14F0-4C9C-8E11-F4E9467B0D12}" dt="2024-08-16T12:58:59.874" v="33" actId="478"/>
          <ac:spMkLst>
            <pc:docMk/>
            <pc:sldMk cId="1059931586" sldId="328"/>
            <ac:spMk id="2" creationId="{6084F8C6-FE2F-B46E-B6F6-1F371B3D5FD0}"/>
          </ac:spMkLst>
        </pc:spChg>
        <pc:spChg chg="mod">
          <ac:chgData name="Paul Winser" userId="c3146a91-e6bd-4264-bd86-e164e04bc32d" providerId="ADAL" clId="{F3109E43-14F0-4C9C-8E11-F4E9467B0D12}" dt="2024-08-16T14:48:49.054" v="130" actId="5793"/>
          <ac:spMkLst>
            <pc:docMk/>
            <pc:sldMk cId="1059931586" sldId="328"/>
            <ac:spMk id="3" creationId="{917EBF75-6A82-412D-82ED-1B7FC68519BF}"/>
          </ac:spMkLst>
        </pc:spChg>
      </pc:sldChg>
      <pc:sldChg chg="delSp modSp mod">
        <pc:chgData name="Paul Winser" userId="c3146a91-e6bd-4264-bd86-e164e04bc32d" providerId="ADAL" clId="{F3109E43-14F0-4C9C-8E11-F4E9467B0D12}" dt="2024-08-16T14:49:09.858" v="135" actId="6549"/>
        <pc:sldMkLst>
          <pc:docMk/>
          <pc:sldMk cId="144168800" sldId="330"/>
        </pc:sldMkLst>
        <pc:spChg chg="del">
          <ac:chgData name="Paul Winser" userId="c3146a91-e6bd-4264-bd86-e164e04bc32d" providerId="ADAL" clId="{F3109E43-14F0-4C9C-8E11-F4E9467B0D12}" dt="2024-08-16T12:58:54.044" v="31" actId="478"/>
          <ac:spMkLst>
            <pc:docMk/>
            <pc:sldMk cId="144168800" sldId="330"/>
            <ac:spMk id="2" creationId="{1ADE8D5C-A9D6-4E87-9BD8-C94F8BCCDA6D}"/>
          </ac:spMkLst>
        </pc:spChg>
        <pc:spChg chg="mod">
          <ac:chgData name="Paul Winser" userId="c3146a91-e6bd-4264-bd86-e164e04bc32d" providerId="ADAL" clId="{F3109E43-14F0-4C9C-8E11-F4E9467B0D12}" dt="2024-08-16T14:49:09.858" v="135" actId="6549"/>
          <ac:spMkLst>
            <pc:docMk/>
            <pc:sldMk cId="144168800" sldId="330"/>
            <ac:spMk id="3" creationId="{917EBF75-6A82-412D-82ED-1B7FC68519BF}"/>
          </ac:spMkLst>
        </pc:spChg>
      </pc:sldChg>
      <pc:sldChg chg="delSp modSp mod">
        <pc:chgData name="Paul Winser" userId="c3146a91-e6bd-4264-bd86-e164e04bc32d" providerId="ADAL" clId="{F3109E43-14F0-4C9C-8E11-F4E9467B0D12}" dt="2024-08-16T14:50:08.595" v="149" actId="1076"/>
        <pc:sldMkLst>
          <pc:docMk/>
          <pc:sldMk cId="2936110015" sldId="332"/>
        </pc:sldMkLst>
        <pc:spChg chg="mod">
          <ac:chgData name="Paul Winser" userId="c3146a91-e6bd-4264-bd86-e164e04bc32d" providerId="ADAL" clId="{F3109E43-14F0-4C9C-8E11-F4E9467B0D12}" dt="2024-08-16T14:50:08.595" v="149" actId="1076"/>
          <ac:spMkLst>
            <pc:docMk/>
            <pc:sldMk cId="2936110015" sldId="332"/>
            <ac:spMk id="2" creationId="{2DAF7A75-DC85-57BF-C0CA-91F55186BF00}"/>
          </ac:spMkLst>
        </pc:spChg>
        <pc:spChg chg="mod">
          <ac:chgData name="Paul Winser" userId="c3146a91-e6bd-4264-bd86-e164e04bc32d" providerId="ADAL" clId="{F3109E43-14F0-4C9C-8E11-F4E9467B0D12}" dt="2024-08-16T14:50:03.462" v="148" actId="14100"/>
          <ac:spMkLst>
            <pc:docMk/>
            <pc:sldMk cId="2936110015" sldId="332"/>
            <ac:spMk id="3" creationId="{917EBF75-6A82-412D-82ED-1B7FC68519BF}"/>
          </ac:spMkLst>
        </pc:spChg>
        <pc:spChg chg="del">
          <ac:chgData name="Paul Winser" userId="c3146a91-e6bd-4264-bd86-e164e04bc32d" providerId="ADAL" clId="{F3109E43-14F0-4C9C-8E11-F4E9467B0D12}" dt="2024-08-16T12:58:50.481" v="30" actId="478"/>
          <ac:spMkLst>
            <pc:docMk/>
            <pc:sldMk cId="2936110015" sldId="332"/>
            <ac:spMk id="4" creationId="{28C7AC55-7E39-98EF-4A89-EF4199851D1B}"/>
          </ac:spMkLst>
        </pc:spChg>
      </pc:sldChg>
      <pc:sldChg chg="modSp mod">
        <pc:chgData name="Paul Winser" userId="c3146a91-e6bd-4264-bd86-e164e04bc32d" providerId="ADAL" clId="{F3109E43-14F0-4C9C-8E11-F4E9467B0D12}" dt="2024-08-16T14:51:47.031" v="160" actId="1076"/>
        <pc:sldMkLst>
          <pc:docMk/>
          <pc:sldMk cId="2822994241" sldId="334"/>
        </pc:sldMkLst>
        <pc:spChg chg="mod">
          <ac:chgData name="Paul Winser" userId="c3146a91-e6bd-4264-bd86-e164e04bc32d" providerId="ADAL" clId="{F3109E43-14F0-4C9C-8E11-F4E9467B0D12}" dt="2024-08-16T14:51:47.031" v="160" actId="1076"/>
          <ac:spMkLst>
            <pc:docMk/>
            <pc:sldMk cId="2822994241" sldId="334"/>
            <ac:spMk id="3" creationId="{917EBF75-6A82-412D-82ED-1B7FC68519BF}"/>
          </ac:spMkLst>
        </pc:spChg>
      </pc:sldChg>
      <pc:sldChg chg="delSp modSp mod">
        <pc:chgData name="Paul Winser" userId="c3146a91-e6bd-4264-bd86-e164e04bc32d" providerId="ADAL" clId="{F3109E43-14F0-4C9C-8E11-F4E9467B0D12}" dt="2024-08-16T14:52:11.608" v="165" actId="14734"/>
        <pc:sldMkLst>
          <pc:docMk/>
          <pc:sldMk cId="3534281152" sldId="335"/>
        </pc:sldMkLst>
        <pc:spChg chg="del">
          <ac:chgData name="Paul Winser" userId="c3146a91-e6bd-4264-bd86-e164e04bc32d" providerId="ADAL" clId="{F3109E43-14F0-4C9C-8E11-F4E9467B0D12}" dt="2024-08-16T12:58:43.809" v="28" actId="478"/>
          <ac:spMkLst>
            <pc:docMk/>
            <pc:sldMk cId="3534281152" sldId="335"/>
            <ac:spMk id="2" creationId="{C32B6BAA-1E43-348F-AAEB-74D4B3299A76}"/>
          </ac:spMkLst>
        </pc:spChg>
        <pc:spChg chg="mod">
          <ac:chgData name="Paul Winser" userId="c3146a91-e6bd-4264-bd86-e164e04bc32d" providerId="ADAL" clId="{F3109E43-14F0-4C9C-8E11-F4E9467B0D12}" dt="2024-08-16T14:51:58.356" v="161" actId="1076"/>
          <ac:spMkLst>
            <pc:docMk/>
            <pc:sldMk cId="3534281152" sldId="335"/>
            <ac:spMk id="3" creationId="{917EBF75-6A82-412D-82ED-1B7FC68519BF}"/>
          </ac:spMkLst>
        </pc:spChg>
        <pc:spChg chg="mod">
          <ac:chgData name="Paul Winser" userId="c3146a91-e6bd-4264-bd86-e164e04bc32d" providerId="ADAL" clId="{F3109E43-14F0-4C9C-8E11-F4E9467B0D12}" dt="2024-08-16T14:52:02.403" v="162" actId="14100"/>
          <ac:spMkLst>
            <pc:docMk/>
            <pc:sldMk cId="3534281152" sldId="335"/>
            <ac:spMk id="34820" creationId="{8DCD7CE1-603D-4D59-3DBB-C13C0B6505F0}"/>
          </ac:spMkLst>
        </pc:spChg>
        <pc:graphicFrameChg chg="modGraphic">
          <ac:chgData name="Paul Winser" userId="c3146a91-e6bd-4264-bd86-e164e04bc32d" providerId="ADAL" clId="{F3109E43-14F0-4C9C-8E11-F4E9467B0D12}" dt="2024-08-16T14:52:11.608" v="165" actId="14734"/>
          <ac:graphicFrameMkLst>
            <pc:docMk/>
            <pc:sldMk cId="3534281152" sldId="335"/>
            <ac:graphicFrameMk id="5" creationId="{07B6A46B-A11B-D957-2048-B1C19BF41D37}"/>
          </ac:graphicFrameMkLst>
        </pc:graphicFrameChg>
      </pc:sldChg>
      <pc:sldChg chg="modSp mod">
        <pc:chgData name="Paul Winser" userId="c3146a91-e6bd-4264-bd86-e164e04bc32d" providerId="ADAL" clId="{F3109E43-14F0-4C9C-8E11-F4E9467B0D12}" dt="2024-08-16T14:52:25.276" v="168" actId="113"/>
        <pc:sldMkLst>
          <pc:docMk/>
          <pc:sldMk cId="1086213909" sldId="336"/>
        </pc:sldMkLst>
        <pc:graphicFrameChg chg="mod modGraphic">
          <ac:chgData name="Paul Winser" userId="c3146a91-e6bd-4264-bd86-e164e04bc32d" providerId="ADAL" clId="{F3109E43-14F0-4C9C-8E11-F4E9467B0D12}" dt="2024-08-16T14:52:25.276" v="168" actId="113"/>
          <ac:graphicFrameMkLst>
            <pc:docMk/>
            <pc:sldMk cId="1086213909" sldId="336"/>
            <ac:graphicFrameMk id="2" creationId="{38ED982B-ACA5-00DB-C5DA-CE9AD4BC95E8}"/>
          </ac:graphicFrameMkLst>
        </pc:graphicFrameChg>
      </pc:sldChg>
      <pc:sldChg chg="delSp modSp mod">
        <pc:chgData name="Paul Winser" userId="c3146a91-e6bd-4264-bd86-e164e04bc32d" providerId="ADAL" clId="{F3109E43-14F0-4C9C-8E11-F4E9467B0D12}" dt="2024-08-16T14:52:35.255" v="171" actId="1076"/>
        <pc:sldMkLst>
          <pc:docMk/>
          <pc:sldMk cId="671806938" sldId="337"/>
        </pc:sldMkLst>
        <pc:spChg chg="del">
          <ac:chgData name="Paul Winser" userId="c3146a91-e6bd-4264-bd86-e164e04bc32d" providerId="ADAL" clId="{F3109E43-14F0-4C9C-8E11-F4E9467B0D12}" dt="2024-08-16T12:58:40.218" v="27" actId="478"/>
          <ac:spMkLst>
            <pc:docMk/>
            <pc:sldMk cId="671806938" sldId="337"/>
            <ac:spMk id="2" creationId="{48BCCD3D-FD44-2331-33D4-1576FA0868A8}"/>
          </ac:spMkLst>
        </pc:spChg>
        <pc:spChg chg="mod">
          <ac:chgData name="Paul Winser" userId="c3146a91-e6bd-4264-bd86-e164e04bc32d" providerId="ADAL" clId="{F3109E43-14F0-4C9C-8E11-F4E9467B0D12}" dt="2024-08-16T14:52:35.255" v="171" actId="1076"/>
          <ac:spMkLst>
            <pc:docMk/>
            <pc:sldMk cId="671806938" sldId="337"/>
            <ac:spMk id="3" creationId="{917EBF75-6A82-412D-82ED-1B7FC68519BF}"/>
          </ac:spMkLst>
        </pc:spChg>
      </pc:sldChg>
      <pc:sldChg chg="delSp modSp mod">
        <pc:chgData name="Paul Winser" userId="c3146a91-e6bd-4264-bd86-e164e04bc32d" providerId="ADAL" clId="{F3109E43-14F0-4C9C-8E11-F4E9467B0D12}" dt="2024-08-16T14:55:26.506" v="213" actId="12"/>
        <pc:sldMkLst>
          <pc:docMk/>
          <pc:sldMk cId="147457133" sldId="339"/>
        </pc:sldMkLst>
        <pc:spChg chg="del">
          <ac:chgData name="Paul Winser" userId="c3146a91-e6bd-4264-bd86-e164e04bc32d" providerId="ADAL" clId="{F3109E43-14F0-4C9C-8E11-F4E9467B0D12}" dt="2024-08-16T12:58:13.115" v="13" actId="478"/>
          <ac:spMkLst>
            <pc:docMk/>
            <pc:sldMk cId="147457133" sldId="339"/>
            <ac:spMk id="2" creationId="{BAE19D26-5292-DC86-4A55-FD9A3BD107CC}"/>
          </ac:spMkLst>
        </pc:spChg>
        <pc:spChg chg="mod">
          <ac:chgData name="Paul Winser" userId="c3146a91-e6bd-4264-bd86-e164e04bc32d" providerId="ADAL" clId="{F3109E43-14F0-4C9C-8E11-F4E9467B0D12}" dt="2024-08-16T14:54:05.337" v="200" actId="14100"/>
          <ac:spMkLst>
            <pc:docMk/>
            <pc:sldMk cId="147457133" sldId="339"/>
            <ac:spMk id="4" creationId="{F8940944-6797-47BB-A87F-6168B28CF7C4}"/>
          </ac:spMkLst>
        </pc:spChg>
        <pc:spChg chg="mod">
          <ac:chgData name="Paul Winser" userId="c3146a91-e6bd-4264-bd86-e164e04bc32d" providerId="ADAL" clId="{F3109E43-14F0-4C9C-8E11-F4E9467B0D12}" dt="2024-08-16T14:55:26.506" v="213" actId="12"/>
          <ac:spMkLst>
            <pc:docMk/>
            <pc:sldMk cId="147457133" sldId="339"/>
            <ac:spMk id="5" creationId="{76DD8F1A-88C1-42AC-BDAA-CDD0A36C0169}"/>
          </ac:spMkLst>
        </pc:spChg>
      </pc:sldChg>
      <pc:sldChg chg="delSp mod">
        <pc:chgData name="Paul Winser" userId="c3146a91-e6bd-4264-bd86-e164e04bc32d" providerId="ADAL" clId="{F3109E43-14F0-4C9C-8E11-F4E9467B0D12}" dt="2024-08-16T12:57:44.537" v="7" actId="478"/>
        <pc:sldMkLst>
          <pc:docMk/>
          <pc:sldMk cId="1097024677" sldId="342"/>
        </pc:sldMkLst>
        <pc:spChg chg="del">
          <ac:chgData name="Paul Winser" userId="c3146a91-e6bd-4264-bd86-e164e04bc32d" providerId="ADAL" clId="{F3109E43-14F0-4C9C-8E11-F4E9467B0D12}" dt="2024-08-16T12:57:44.537" v="7" actId="478"/>
          <ac:spMkLst>
            <pc:docMk/>
            <pc:sldMk cId="1097024677" sldId="342"/>
            <ac:spMk id="3" creationId="{2DBC7127-0CCC-0EF0-B252-822728264439}"/>
          </ac:spMkLst>
        </pc:spChg>
      </pc:sldChg>
      <pc:sldChg chg="modSp mod">
        <pc:chgData name="Paul Winser" userId="c3146a91-e6bd-4264-bd86-e164e04bc32d" providerId="ADAL" clId="{F3109E43-14F0-4C9C-8E11-F4E9467B0D12}" dt="2024-08-16T14:57:32.164" v="251" actId="120"/>
        <pc:sldMkLst>
          <pc:docMk/>
          <pc:sldMk cId="3082352271" sldId="344"/>
        </pc:sldMkLst>
        <pc:graphicFrameChg chg="modGraphic">
          <ac:chgData name="Paul Winser" userId="c3146a91-e6bd-4264-bd86-e164e04bc32d" providerId="ADAL" clId="{F3109E43-14F0-4C9C-8E11-F4E9467B0D12}" dt="2024-08-16T14:57:32.164" v="251" actId="120"/>
          <ac:graphicFrameMkLst>
            <pc:docMk/>
            <pc:sldMk cId="3082352271" sldId="344"/>
            <ac:graphicFrameMk id="2" creationId="{0BC325B9-7E45-B4FA-93AB-8146C38ACF4C}"/>
          </ac:graphicFrameMkLst>
        </pc:graphicFrameChg>
      </pc:sldChg>
      <pc:sldChg chg="delSp modSp mod">
        <pc:chgData name="Paul Winser" userId="c3146a91-e6bd-4264-bd86-e164e04bc32d" providerId="ADAL" clId="{F3109E43-14F0-4C9C-8E11-F4E9467B0D12}" dt="2024-08-16T14:57:45.478" v="254" actId="113"/>
        <pc:sldMkLst>
          <pc:docMk/>
          <pc:sldMk cId="989765765" sldId="345"/>
        </pc:sldMkLst>
        <pc:spChg chg="mod">
          <ac:chgData name="Paul Winser" userId="c3146a91-e6bd-4264-bd86-e164e04bc32d" providerId="ADAL" clId="{F3109E43-14F0-4C9C-8E11-F4E9467B0D12}" dt="2024-08-16T14:57:43.672" v="253" actId="1076"/>
          <ac:spMkLst>
            <pc:docMk/>
            <pc:sldMk cId="989765765" sldId="345"/>
            <ac:spMk id="2" creationId="{17447AF9-7384-01C3-45F4-F36519CE5F92}"/>
          </ac:spMkLst>
        </pc:spChg>
        <pc:spChg chg="del">
          <ac:chgData name="Paul Winser" userId="c3146a91-e6bd-4264-bd86-e164e04bc32d" providerId="ADAL" clId="{F3109E43-14F0-4C9C-8E11-F4E9467B0D12}" dt="2024-08-16T12:57:32.106" v="5" actId="478"/>
          <ac:spMkLst>
            <pc:docMk/>
            <pc:sldMk cId="989765765" sldId="345"/>
            <ac:spMk id="3" creationId="{F657A2A5-D218-E241-10F1-71F5580CF662}"/>
          </ac:spMkLst>
        </pc:spChg>
        <pc:spChg chg="mod">
          <ac:chgData name="Paul Winser" userId="c3146a91-e6bd-4264-bd86-e164e04bc32d" providerId="ADAL" clId="{F3109E43-14F0-4C9C-8E11-F4E9467B0D12}" dt="2024-08-16T14:57:45.478" v="254" actId="113"/>
          <ac:spMkLst>
            <pc:docMk/>
            <pc:sldMk cId="989765765" sldId="345"/>
            <ac:spMk id="34819" creationId="{453C7683-8588-7ABC-32E0-8A4E68218620}"/>
          </ac:spMkLst>
        </pc:spChg>
      </pc:sldChg>
      <pc:sldChg chg="delSp modSp mod">
        <pc:chgData name="Paul Winser" userId="c3146a91-e6bd-4264-bd86-e164e04bc32d" providerId="ADAL" clId="{F3109E43-14F0-4C9C-8E11-F4E9467B0D12}" dt="2024-08-16T15:00:33.177" v="309" actId="179"/>
        <pc:sldMkLst>
          <pc:docMk/>
          <pc:sldMk cId="3863399644" sldId="349"/>
        </pc:sldMkLst>
        <pc:spChg chg="mod">
          <ac:chgData name="Paul Winser" userId="c3146a91-e6bd-4264-bd86-e164e04bc32d" providerId="ADAL" clId="{F3109E43-14F0-4C9C-8E11-F4E9467B0D12}" dt="2024-08-16T15:00:33.177" v="309" actId="179"/>
          <ac:spMkLst>
            <pc:docMk/>
            <pc:sldMk cId="3863399644" sldId="349"/>
            <ac:spMk id="4" creationId="{6206FC09-4F1A-4978-9DC4-083AF0CD9345}"/>
          </ac:spMkLst>
        </pc:spChg>
        <pc:spChg chg="del mod">
          <ac:chgData name="Paul Winser" userId="c3146a91-e6bd-4264-bd86-e164e04bc32d" providerId="ADAL" clId="{F3109E43-14F0-4C9C-8E11-F4E9467B0D12}" dt="2024-08-16T14:59:34.493" v="290" actId="478"/>
          <ac:spMkLst>
            <pc:docMk/>
            <pc:sldMk cId="3863399644" sldId="349"/>
            <ac:spMk id="34819" creationId="{453C7683-8588-7ABC-32E0-8A4E68218620}"/>
          </ac:spMkLst>
        </pc:spChg>
      </pc:sldChg>
      <pc:sldChg chg="delSp modSp mod">
        <pc:chgData name="Paul Winser" userId="c3146a91-e6bd-4264-bd86-e164e04bc32d" providerId="ADAL" clId="{F3109E43-14F0-4C9C-8E11-F4E9467B0D12}" dt="2024-08-16T15:01:04.722" v="316" actId="1076"/>
        <pc:sldMkLst>
          <pc:docMk/>
          <pc:sldMk cId="1310447363" sldId="351"/>
        </pc:sldMkLst>
        <pc:spChg chg="del">
          <ac:chgData name="Paul Winser" userId="c3146a91-e6bd-4264-bd86-e164e04bc32d" providerId="ADAL" clId="{F3109E43-14F0-4C9C-8E11-F4E9467B0D12}" dt="2024-08-16T12:57:26.193" v="3" actId="478"/>
          <ac:spMkLst>
            <pc:docMk/>
            <pc:sldMk cId="1310447363" sldId="351"/>
            <ac:spMk id="3" creationId="{F8FFFDCE-8BDD-8A6B-1CC1-4D5D8ABC9E9A}"/>
          </ac:spMkLst>
        </pc:spChg>
        <pc:spChg chg="mod">
          <ac:chgData name="Paul Winser" userId="c3146a91-e6bd-4264-bd86-e164e04bc32d" providerId="ADAL" clId="{F3109E43-14F0-4C9C-8E11-F4E9467B0D12}" dt="2024-08-16T15:01:04.722" v="316" actId="1076"/>
          <ac:spMkLst>
            <pc:docMk/>
            <pc:sldMk cId="1310447363" sldId="351"/>
            <ac:spMk id="34819" creationId="{453C7683-8588-7ABC-32E0-8A4E68218620}"/>
          </ac:spMkLst>
        </pc:spChg>
        <pc:graphicFrameChg chg="mod modGraphic">
          <ac:chgData name="Paul Winser" userId="c3146a91-e6bd-4264-bd86-e164e04bc32d" providerId="ADAL" clId="{F3109E43-14F0-4C9C-8E11-F4E9467B0D12}" dt="2024-08-16T15:00:56.830" v="314" actId="120"/>
          <ac:graphicFrameMkLst>
            <pc:docMk/>
            <pc:sldMk cId="1310447363" sldId="351"/>
            <ac:graphicFrameMk id="2" creationId="{E8D72853-F674-88FD-79A4-5512F85B382F}"/>
          </ac:graphicFrameMkLst>
        </pc:graphicFrameChg>
      </pc:sldChg>
      <pc:sldChg chg="modSp">
        <pc:chgData name="Paul Winser" userId="c3146a91-e6bd-4264-bd86-e164e04bc32d" providerId="ADAL" clId="{F3109E43-14F0-4C9C-8E11-F4E9467B0D12}" dt="2024-08-16T15:01:22.649" v="319" actId="1076"/>
        <pc:sldMkLst>
          <pc:docMk/>
          <pc:sldMk cId="3033583286" sldId="355"/>
        </pc:sldMkLst>
        <pc:spChg chg="mod">
          <ac:chgData name="Paul Winser" userId="c3146a91-e6bd-4264-bd86-e164e04bc32d" providerId="ADAL" clId="{F3109E43-14F0-4C9C-8E11-F4E9467B0D12}" dt="2024-08-16T15:01:22.649" v="319" actId="1076"/>
          <ac:spMkLst>
            <pc:docMk/>
            <pc:sldMk cId="3033583286" sldId="355"/>
            <ac:spMk id="6" creationId="{59609352-10F3-4722-8C65-423E985AB934}"/>
          </ac:spMkLst>
        </pc:spChg>
        <pc:spChg chg="mod">
          <ac:chgData name="Paul Winser" userId="c3146a91-e6bd-4264-bd86-e164e04bc32d" providerId="ADAL" clId="{F3109E43-14F0-4C9C-8E11-F4E9467B0D12}" dt="2024-08-16T15:01:16.517" v="317" actId="1076"/>
          <ac:spMkLst>
            <pc:docMk/>
            <pc:sldMk cId="3033583286" sldId="355"/>
            <ac:spMk id="34819" creationId="{453C7683-8588-7ABC-32E0-8A4E68218620}"/>
          </ac:spMkLst>
        </pc:spChg>
        <pc:spChg chg="mod">
          <ac:chgData name="Paul Winser" userId="c3146a91-e6bd-4264-bd86-e164e04bc32d" providerId="ADAL" clId="{F3109E43-14F0-4C9C-8E11-F4E9467B0D12}" dt="2024-08-16T15:01:19.222" v="318" actId="1076"/>
          <ac:spMkLst>
            <pc:docMk/>
            <pc:sldMk cId="3033583286" sldId="355"/>
            <ac:spMk id="34820" creationId="{8DCD7CE1-603D-4D59-3DBB-C13C0B6505F0}"/>
          </ac:spMkLst>
        </pc:spChg>
      </pc:sldChg>
      <pc:sldChg chg="modSp">
        <pc:chgData name="Paul Winser" userId="c3146a91-e6bd-4264-bd86-e164e04bc32d" providerId="ADAL" clId="{F3109E43-14F0-4C9C-8E11-F4E9467B0D12}" dt="2024-08-16T15:01:40.613" v="322" actId="14100"/>
        <pc:sldMkLst>
          <pc:docMk/>
          <pc:sldMk cId="2622062104" sldId="359"/>
        </pc:sldMkLst>
        <pc:spChg chg="mod">
          <ac:chgData name="Paul Winser" userId="c3146a91-e6bd-4264-bd86-e164e04bc32d" providerId="ADAL" clId="{F3109E43-14F0-4C9C-8E11-F4E9467B0D12}" dt="2024-08-16T15:01:40.613" v="322" actId="14100"/>
          <ac:spMkLst>
            <pc:docMk/>
            <pc:sldMk cId="2622062104" sldId="359"/>
            <ac:spMk id="8" creationId="{1396BDE0-23D8-6E6A-7A5F-80E8A9BD456B}"/>
          </ac:spMkLst>
        </pc:spChg>
        <pc:spChg chg="mod">
          <ac:chgData name="Paul Winser" userId="c3146a91-e6bd-4264-bd86-e164e04bc32d" providerId="ADAL" clId="{F3109E43-14F0-4C9C-8E11-F4E9467B0D12}" dt="2024-08-16T15:01:38.073" v="321" actId="14100"/>
          <ac:spMkLst>
            <pc:docMk/>
            <pc:sldMk cId="2622062104" sldId="359"/>
            <ac:spMk id="34819" creationId="{453C7683-8588-7ABC-32E0-8A4E68218620}"/>
          </ac:spMkLst>
        </pc:spChg>
      </pc:sldChg>
      <pc:sldChg chg="delSp mod">
        <pc:chgData name="Paul Winser" userId="c3146a91-e6bd-4264-bd86-e164e04bc32d" providerId="ADAL" clId="{F3109E43-14F0-4C9C-8E11-F4E9467B0D12}" dt="2024-08-16T12:57:21.812" v="2" actId="478"/>
        <pc:sldMkLst>
          <pc:docMk/>
          <pc:sldMk cId="919240744" sldId="360"/>
        </pc:sldMkLst>
        <pc:spChg chg="del">
          <ac:chgData name="Paul Winser" userId="c3146a91-e6bd-4264-bd86-e164e04bc32d" providerId="ADAL" clId="{F3109E43-14F0-4C9C-8E11-F4E9467B0D12}" dt="2024-08-16T12:57:21.812" v="2" actId="478"/>
          <ac:spMkLst>
            <pc:docMk/>
            <pc:sldMk cId="919240744" sldId="360"/>
            <ac:spMk id="2" creationId="{8A97900D-43B2-036D-4F4A-A78DA4F97BAB}"/>
          </ac:spMkLst>
        </pc:spChg>
      </pc:sldChg>
      <pc:sldChg chg="delSp modSp mod">
        <pc:chgData name="Paul Winser" userId="c3146a91-e6bd-4264-bd86-e164e04bc32d" providerId="ADAL" clId="{F3109E43-14F0-4C9C-8E11-F4E9467B0D12}" dt="2024-08-16T15:03:03.431" v="341" actId="1076"/>
        <pc:sldMkLst>
          <pc:docMk/>
          <pc:sldMk cId="2663232682" sldId="363"/>
        </pc:sldMkLst>
        <pc:spChg chg="mod">
          <ac:chgData name="Paul Winser" userId="c3146a91-e6bd-4264-bd86-e164e04bc32d" providerId="ADAL" clId="{F3109E43-14F0-4C9C-8E11-F4E9467B0D12}" dt="2024-08-16T15:02:56.528" v="339" actId="1076"/>
          <ac:spMkLst>
            <pc:docMk/>
            <pc:sldMk cId="2663232682" sldId="363"/>
            <ac:spMk id="4" creationId="{5D0A4084-C2E7-4CBF-B609-70799D450AC8}"/>
          </ac:spMkLst>
        </pc:spChg>
        <pc:spChg chg="mod">
          <ac:chgData name="Paul Winser" userId="c3146a91-e6bd-4264-bd86-e164e04bc32d" providerId="ADAL" clId="{F3109E43-14F0-4C9C-8E11-F4E9467B0D12}" dt="2024-08-16T15:03:03.431" v="341" actId="1076"/>
          <ac:spMkLst>
            <pc:docMk/>
            <pc:sldMk cId="2663232682" sldId="363"/>
            <ac:spMk id="5" creationId="{4475EA19-F10B-45DE-B6EC-8380CA28AAD7}"/>
          </ac:spMkLst>
        </pc:spChg>
        <pc:spChg chg="del">
          <ac:chgData name="Paul Winser" userId="c3146a91-e6bd-4264-bd86-e164e04bc32d" providerId="ADAL" clId="{F3109E43-14F0-4C9C-8E11-F4E9467B0D12}" dt="2024-08-16T12:57:17.694" v="1" actId="478"/>
          <ac:spMkLst>
            <pc:docMk/>
            <pc:sldMk cId="2663232682" sldId="363"/>
            <ac:spMk id="7" creationId="{1C1C9D0A-F11D-4A39-C616-9FDF182905ED}"/>
          </ac:spMkLst>
        </pc:spChg>
        <pc:spChg chg="mod">
          <ac:chgData name="Paul Winser" userId="c3146a91-e6bd-4264-bd86-e164e04bc32d" providerId="ADAL" clId="{F3109E43-14F0-4C9C-8E11-F4E9467B0D12}" dt="2024-08-16T15:02:48.086" v="338" actId="14100"/>
          <ac:spMkLst>
            <pc:docMk/>
            <pc:sldMk cId="2663232682" sldId="363"/>
            <ac:spMk id="34819" creationId="{453C7683-8588-7ABC-32E0-8A4E68218620}"/>
          </ac:spMkLst>
        </pc:spChg>
        <pc:picChg chg="mod">
          <ac:chgData name="Paul Winser" userId="c3146a91-e6bd-4264-bd86-e164e04bc32d" providerId="ADAL" clId="{F3109E43-14F0-4C9C-8E11-F4E9467B0D12}" dt="2024-08-16T15:02:31.769" v="334" actId="1076"/>
          <ac:picMkLst>
            <pc:docMk/>
            <pc:sldMk cId="2663232682" sldId="363"/>
            <ac:picMk id="3" creationId="{CD7AA674-19C0-0108-C3D9-C8355E5C5EC5}"/>
          </ac:picMkLst>
        </pc:picChg>
      </pc:sldChg>
      <pc:sldChg chg="addSp delSp modSp mod">
        <pc:chgData name="Paul Winser" userId="c3146a91-e6bd-4264-bd86-e164e04bc32d" providerId="ADAL" clId="{F3109E43-14F0-4C9C-8E11-F4E9467B0D12}" dt="2024-08-16T13:02:23.981" v="92" actId="14100"/>
        <pc:sldMkLst>
          <pc:docMk/>
          <pc:sldMk cId="1909676035" sldId="364"/>
        </pc:sldMkLst>
        <pc:spChg chg="add mod">
          <ac:chgData name="Paul Winser" userId="c3146a91-e6bd-4264-bd86-e164e04bc32d" providerId="ADAL" clId="{F3109E43-14F0-4C9C-8E11-F4E9467B0D12}" dt="2024-08-16T12:59:12.206" v="37" actId="478"/>
          <ac:spMkLst>
            <pc:docMk/>
            <pc:sldMk cId="1909676035" sldId="364"/>
            <ac:spMk id="2" creationId="{5CB38335-2E98-1503-72EE-57FF8D625C0C}"/>
          </ac:spMkLst>
        </pc:spChg>
        <pc:spChg chg="del">
          <ac:chgData name="Paul Winser" userId="c3146a91-e6bd-4264-bd86-e164e04bc32d" providerId="ADAL" clId="{F3109E43-14F0-4C9C-8E11-F4E9467B0D12}" dt="2024-08-16T12:59:16.924" v="39" actId="478"/>
          <ac:spMkLst>
            <pc:docMk/>
            <pc:sldMk cId="1909676035" sldId="364"/>
            <ac:spMk id="3" creationId="{55BC3542-6913-A04F-8E59-0CA8D24567EA}"/>
          </ac:spMkLst>
        </pc:spChg>
        <pc:spChg chg="del">
          <ac:chgData name="Paul Winser" userId="c3146a91-e6bd-4264-bd86-e164e04bc32d" providerId="ADAL" clId="{F3109E43-14F0-4C9C-8E11-F4E9467B0D12}" dt="2024-08-16T12:59:29.238" v="42" actId="478"/>
          <ac:spMkLst>
            <pc:docMk/>
            <pc:sldMk cId="1909676035" sldId="364"/>
            <ac:spMk id="4" creationId="{446D71B1-5D41-31B8-9874-350D6A1E973E}"/>
          </ac:spMkLst>
        </pc:spChg>
        <pc:spChg chg="add del mod">
          <ac:chgData name="Paul Winser" userId="c3146a91-e6bd-4264-bd86-e164e04bc32d" providerId="ADAL" clId="{F3109E43-14F0-4C9C-8E11-F4E9467B0D12}" dt="2024-08-16T13:02:23.981" v="92" actId="14100"/>
          <ac:spMkLst>
            <pc:docMk/>
            <pc:sldMk cId="1909676035" sldId="364"/>
            <ac:spMk id="7" creationId="{D4FC43E3-52EA-BBBD-7C43-3B8FC3AD65A0}"/>
          </ac:spMkLst>
        </pc:spChg>
      </pc:sldChg>
      <pc:sldChg chg="delSp modSp mod">
        <pc:chgData name="Paul Winser" userId="c3146a91-e6bd-4264-bd86-e164e04bc32d" providerId="ADAL" clId="{F3109E43-14F0-4C9C-8E11-F4E9467B0D12}" dt="2024-08-16T14:48:55.511" v="131" actId="14100"/>
        <pc:sldMkLst>
          <pc:docMk/>
          <pc:sldMk cId="2758333728" sldId="365"/>
        </pc:sldMkLst>
        <pc:spChg chg="del">
          <ac:chgData name="Paul Winser" userId="c3146a91-e6bd-4264-bd86-e164e04bc32d" providerId="ADAL" clId="{F3109E43-14F0-4C9C-8E11-F4E9467B0D12}" dt="2024-08-16T12:58:56.701" v="32" actId="478"/>
          <ac:spMkLst>
            <pc:docMk/>
            <pc:sldMk cId="2758333728" sldId="365"/>
            <ac:spMk id="2" creationId="{408D242B-CB91-41F4-9E3F-02EBAAD7169C}"/>
          </ac:spMkLst>
        </pc:spChg>
        <pc:spChg chg="mod">
          <ac:chgData name="Paul Winser" userId="c3146a91-e6bd-4264-bd86-e164e04bc32d" providerId="ADAL" clId="{F3109E43-14F0-4C9C-8E11-F4E9467B0D12}" dt="2024-08-16T14:48:55.511" v="131" actId="14100"/>
          <ac:spMkLst>
            <pc:docMk/>
            <pc:sldMk cId="2758333728" sldId="365"/>
            <ac:spMk id="7" creationId="{A044FB8F-C73A-109C-FD50-98CF5045291F}"/>
          </ac:spMkLst>
        </pc:spChg>
      </pc:sldChg>
      <pc:sldChg chg="delSp modSp mod">
        <pc:chgData name="Paul Winser" userId="c3146a91-e6bd-4264-bd86-e164e04bc32d" providerId="ADAL" clId="{F3109E43-14F0-4C9C-8E11-F4E9467B0D12}" dt="2024-08-16T14:48:30.426" v="124" actId="1076"/>
        <pc:sldMkLst>
          <pc:docMk/>
          <pc:sldMk cId="3220880922" sldId="366"/>
        </pc:sldMkLst>
        <pc:spChg chg="del">
          <ac:chgData name="Paul Winser" userId="c3146a91-e6bd-4264-bd86-e164e04bc32d" providerId="ADAL" clId="{F3109E43-14F0-4C9C-8E11-F4E9467B0D12}" dt="2024-08-16T12:59:02.520" v="34" actId="478"/>
          <ac:spMkLst>
            <pc:docMk/>
            <pc:sldMk cId="3220880922" sldId="366"/>
            <ac:spMk id="2" creationId="{E6E6711A-06E2-2729-9139-394A39CF0E7B}"/>
          </ac:spMkLst>
        </pc:spChg>
        <pc:spChg chg="mod">
          <ac:chgData name="Paul Winser" userId="c3146a91-e6bd-4264-bd86-e164e04bc32d" providerId="ADAL" clId="{F3109E43-14F0-4C9C-8E11-F4E9467B0D12}" dt="2024-08-16T14:48:26.988" v="123" actId="14100"/>
          <ac:spMkLst>
            <pc:docMk/>
            <pc:sldMk cId="3220880922" sldId="366"/>
            <ac:spMk id="5" creationId="{F0BB2671-10C3-96EB-8200-2ACCC2E30C5F}"/>
          </ac:spMkLst>
        </pc:spChg>
        <pc:spChg chg="mod">
          <ac:chgData name="Paul Winser" userId="c3146a91-e6bd-4264-bd86-e164e04bc32d" providerId="ADAL" clId="{F3109E43-14F0-4C9C-8E11-F4E9467B0D12}" dt="2024-08-16T14:48:30.426" v="124" actId="1076"/>
          <ac:spMkLst>
            <pc:docMk/>
            <pc:sldMk cId="3220880922" sldId="366"/>
            <ac:spMk id="7" creationId="{9D0A91E6-5E5F-935A-A1B1-03C26437AAE4}"/>
          </ac:spMkLst>
        </pc:spChg>
      </pc:sldChg>
      <pc:sldChg chg="modSp mod">
        <pc:chgData name="Paul Winser" userId="c3146a91-e6bd-4264-bd86-e164e04bc32d" providerId="ADAL" clId="{F3109E43-14F0-4C9C-8E11-F4E9467B0D12}" dt="2024-08-16T14:49:36.042" v="142" actId="14100"/>
        <pc:sldMkLst>
          <pc:docMk/>
          <pc:sldMk cId="115777987" sldId="367"/>
        </pc:sldMkLst>
        <pc:spChg chg="mod">
          <ac:chgData name="Paul Winser" userId="c3146a91-e6bd-4264-bd86-e164e04bc32d" providerId="ADAL" clId="{F3109E43-14F0-4C9C-8E11-F4E9467B0D12}" dt="2024-08-16T14:49:36.042" v="142" actId="14100"/>
          <ac:spMkLst>
            <pc:docMk/>
            <pc:sldMk cId="115777987" sldId="367"/>
            <ac:spMk id="5" creationId="{4B445895-5585-3A08-56FD-2E019A9D4D3E}"/>
          </ac:spMkLst>
        </pc:spChg>
      </pc:sldChg>
      <pc:sldChg chg="delSp modSp mod">
        <pc:chgData name="Paul Winser" userId="c3146a91-e6bd-4264-bd86-e164e04bc32d" providerId="ADAL" clId="{F3109E43-14F0-4C9C-8E11-F4E9467B0D12}" dt="2024-08-16T14:50:18.747" v="152" actId="6549"/>
        <pc:sldMkLst>
          <pc:docMk/>
          <pc:sldMk cId="3639074800" sldId="368"/>
        </pc:sldMkLst>
        <pc:spChg chg="del">
          <ac:chgData name="Paul Winser" userId="c3146a91-e6bd-4264-bd86-e164e04bc32d" providerId="ADAL" clId="{F3109E43-14F0-4C9C-8E11-F4E9467B0D12}" dt="2024-08-16T12:58:47.410" v="29" actId="478"/>
          <ac:spMkLst>
            <pc:docMk/>
            <pc:sldMk cId="3639074800" sldId="368"/>
            <ac:spMk id="2" creationId="{1E3C1B72-3DC5-168E-B307-47DEECD98774}"/>
          </ac:spMkLst>
        </pc:spChg>
        <pc:spChg chg="mod">
          <ac:chgData name="Paul Winser" userId="c3146a91-e6bd-4264-bd86-e164e04bc32d" providerId="ADAL" clId="{F3109E43-14F0-4C9C-8E11-F4E9467B0D12}" dt="2024-08-16T14:50:18.747" v="152" actId="6549"/>
          <ac:spMkLst>
            <pc:docMk/>
            <pc:sldMk cId="3639074800" sldId="368"/>
            <ac:spMk id="5" creationId="{06C7BE06-25FB-2E91-B0C4-D04EB4B3F72B}"/>
          </ac:spMkLst>
        </pc:spChg>
      </pc:sldChg>
      <pc:sldChg chg="delSp modSp mod">
        <pc:chgData name="Paul Winser" userId="c3146a91-e6bd-4264-bd86-e164e04bc32d" providerId="ADAL" clId="{F3109E43-14F0-4C9C-8E11-F4E9467B0D12}" dt="2024-08-16T14:54:27.534" v="201" actId="2711"/>
        <pc:sldMkLst>
          <pc:docMk/>
          <pc:sldMk cId="3059171003" sldId="369"/>
        </pc:sldMkLst>
        <pc:spChg chg="del">
          <ac:chgData name="Paul Winser" userId="c3146a91-e6bd-4264-bd86-e164e04bc32d" providerId="ADAL" clId="{F3109E43-14F0-4C9C-8E11-F4E9467B0D12}" dt="2024-08-16T12:58:35.924" v="26" actId="478"/>
          <ac:spMkLst>
            <pc:docMk/>
            <pc:sldMk cId="3059171003" sldId="369"/>
            <ac:spMk id="2" creationId="{A9A5EFEE-16D5-17F0-A56A-8725E24A7B13}"/>
          </ac:spMkLst>
        </pc:spChg>
        <pc:spChg chg="mod">
          <ac:chgData name="Paul Winser" userId="c3146a91-e6bd-4264-bd86-e164e04bc32d" providerId="ADAL" clId="{F3109E43-14F0-4C9C-8E11-F4E9467B0D12}" dt="2024-08-16T14:54:27.534" v="201" actId="2711"/>
          <ac:spMkLst>
            <pc:docMk/>
            <pc:sldMk cId="3059171003" sldId="369"/>
            <ac:spMk id="5" creationId="{73B7C497-36D5-7B28-7D0B-4C2A222800CC}"/>
          </ac:spMkLst>
        </pc:spChg>
      </pc:sldChg>
      <pc:sldChg chg="delSp modSp mod">
        <pc:chgData name="Paul Winser" userId="c3146a91-e6bd-4264-bd86-e164e04bc32d" providerId="ADAL" clId="{F3109E43-14F0-4C9C-8E11-F4E9467B0D12}" dt="2024-08-16T14:55:46.505" v="221" actId="2711"/>
        <pc:sldMkLst>
          <pc:docMk/>
          <pc:sldMk cId="2800164239" sldId="370"/>
        </pc:sldMkLst>
        <pc:spChg chg="del">
          <ac:chgData name="Paul Winser" userId="c3146a91-e6bd-4264-bd86-e164e04bc32d" providerId="ADAL" clId="{F3109E43-14F0-4C9C-8E11-F4E9467B0D12}" dt="2024-08-16T12:58:09.702" v="12" actId="478"/>
          <ac:spMkLst>
            <pc:docMk/>
            <pc:sldMk cId="2800164239" sldId="370"/>
            <ac:spMk id="2" creationId="{C39200B2-FF6E-F7EC-E0F8-5C9A8D894DE3}"/>
          </ac:spMkLst>
        </pc:spChg>
        <pc:spChg chg="mod">
          <ac:chgData name="Paul Winser" userId="c3146a91-e6bd-4264-bd86-e164e04bc32d" providerId="ADAL" clId="{F3109E43-14F0-4C9C-8E11-F4E9467B0D12}" dt="2024-08-16T14:55:46.505" v="221" actId="2711"/>
          <ac:spMkLst>
            <pc:docMk/>
            <pc:sldMk cId="2800164239" sldId="370"/>
            <ac:spMk id="5" creationId="{2883D07B-3F82-594B-149C-5746ABA97C66}"/>
          </ac:spMkLst>
        </pc:spChg>
      </pc:sldChg>
      <pc:sldChg chg="delSp mod">
        <pc:chgData name="Paul Winser" userId="c3146a91-e6bd-4264-bd86-e164e04bc32d" providerId="ADAL" clId="{F3109E43-14F0-4C9C-8E11-F4E9467B0D12}" dt="2024-08-16T12:57:29.606" v="4" actId="478"/>
        <pc:sldMkLst>
          <pc:docMk/>
          <pc:sldMk cId="152155234" sldId="371"/>
        </pc:sldMkLst>
        <pc:spChg chg="del">
          <ac:chgData name="Paul Winser" userId="c3146a91-e6bd-4264-bd86-e164e04bc32d" providerId="ADAL" clId="{F3109E43-14F0-4C9C-8E11-F4E9467B0D12}" dt="2024-08-16T12:57:29.606" v="4" actId="478"/>
          <ac:spMkLst>
            <pc:docMk/>
            <pc:sldMk cId="152155234" sldId="371"/>
            <ac:spMk id="2" creationId="{A356662C-40A5-4FE4-0CA3-8520E72F35AF}"/>
          </ac:spMkLst>
        </pc:spChg>
      </pc:sldChg>
      <pc:sldChg chg="add modTransition">
        <pc:chgData name="Paul Winser" userId="c3146a91-e6bd-4264-bd86-e164e04bc32d" providerId="ADAL" clId="{F3109E43-14F0-4C9C-8E11-F4E9467B0D12}" dt="2024-08-16T12:57:14.238" v="0"/>
        <pc:sldMkLst>
          <pc:docMk/>
          <pc:sldMk cId="0" sldId="372"/>
        </pc:sldMkLst>
      </pc:sldChg>
      <pc:sldChg chg="modSp add mod">
        <pc:chgData name="Paul Winser" userId="c3146a91-e6bd-4264-bd86-e164e04bc32d" providerId="ADAL" clId="{F3109E43-14F0-4C9C-8E11-F4E9467B0D12}" dt="2024-08-16T14:49:56.018" v="146" actId="14100"/>
        <pc:sldMkLst>
          <pc:docMk/>
          <pc:sldMk cId="962734043" sldId="373"/>
        </pc:sldMkLst>
        <pc:spChg chg="mod">
          <ac:chgData name="Paul Winser" userId="c3146a91-e6bd-4264-bd86-e164e04bc32d" providerId="ADAL" clId="{F3109E43-14F0-4C9C-8E11-F4E9467B0D12}" dt="2024-08-16T14:49:56.018" v="146" actId="14100"/>
          <ac:spMkLst>
            <pc:docMk/>
            <pc:sldMk cId="962734043" sldId="373"/>
            <ac:spMk id="5" creationId="{4B445895-5585-3A08-56FD-2E019A9D4D3E}"/>
          </ac:spMkLst>
        </pc:spChg>
      </pc:sldChg>
      <pc:sldChg chg="addSp delSp modSp add mod">
        <pc:chgData name="Paul Winser" userId="c3146a91-e6bd-4264-bd86-e164e04bc32d" providerId="ADAL" clId="{F3109E43-14F0-4C9C-8E11-F4E9467B0D12}" dt="2024-08-16T14:57:14.030" v="249" actId="1076"/>
        <pc:sldMkLst>
          <pc:docMk/>
          <pc:sldMk cId="2714039759" sldId="374"/>
        </pc:sldMkLst>
        <pc:spChg chg="add del mod">
          <ac:chgData name="Paul Winser" userId="c3146a91-e6bd-4264-bd86-e164e04bc32d" providerId="ADAL" clId="{F3109E43-14F0-4C9C-8E11-F4E9467B0D12}" dt="2024-08-16T14:56:32.295" v="233" actId="478"/>
          <ac:spMkLst>
            <pc:docMk/>
            <pc:sldMk cId="2714039759" sldId="374"/>
            <ac:spMk id="2" creationId="{49AC7418-595D-B1F3-89B7-1F71E0ED4AE1}"/>
          </ac:spMkLst>
        </pc:spChg>
        <pc:spChg chg="mod">
          <ac:chgData name="Paul Winser" userId="c3146a91-e6bd-4264-bd86-e164e04bc32d" providerId="ADAL" clId="{F3109E43-14F0-4C9C-8E11-F4E9467B0D12}" dt="2024-08-16T14:57:10.885" v="248" actId="20577"/>
          <ac:spMkLst>
            <pc:docMk/>
            <pc:sldMk cId="2714039759" sldId="374"/>
            <ac:spMk id="4" creationId="{59AF1658-D56C-4568-8CD5-D34F98F468C5}"/>
          </ac:spMkLst>
        </pc:spChg>
        <pc:spChg chg="mod">
          <ac:chgData name="Paul Winser" userId="c3146a91-e6bd-4264-bd86-e164e04bc32d" providerId="ADAL" clId="{F3109E43-14F0-4C9C-8E11-F4E9467B0D12}" dt="2024-08-16T14:56:35.813" v="234" actId="1076"/>
          <ac:spMkLst>
            <pc:docMk/>
            <pc:sldMk cId="2714039759" sldId="374"/>
            <ac:spMk id="5" creationId="{26DF6471-803E-4466-96B1-5E852D3360F1}"/>
          </ac:spMkLst>
        </pc:spChg>
        <pc:spChg chg="del mod">
          <ac:chgData name="Paul Winser" userId="c3146a91-e6bd-4264-bd86-e164e04bc32d" providerId="ADAL" clId="{F3109E43-14F0-4C9C-8E11-F4E9467B0D12}" dt="2024-08-16T14:56:30.928" v="232" actId="478"/>
          <ac:spMkLst>
            <pc:docMk/>
            <pc:sldMk cId="2714039759" sldId="374"/>
            <ac:spMk id="34819" creationId="{453C7683-8588-7ABC-32E0-8A4E68218620}"/>
          </ac:spMkLst>
        </pc:spChg>
        <pc:spChg chg="del">
          <ac:chgData name="Paul Winser" userId="c3146a91-e6bd-4264-bd86-e164e04bc32d" providerId="ADAL" clId="{F3109E43-14F0-4C9C-8E11-F4E9467B0D12}" dt="2024-08-16T14:56:27.613" v="231" actId="478"/>
          <ac:spMkLst>
            <pc:docMk/>
            <pc:sldMk cId="2714039759" sldId="374"/>
            <ac:spMk id="34820" creationId="{8DCD7CE1-603D-4D59-3DBB-C13C0B6505F0}"/>
          </ac:spMkLst>
        </pc:spChg>
        <pc:picChg chg="mod">
          <ac:chgData name="Paul Winser" userId="c3146a91-e6bd-4264-bd86-e164e04bc32d" providerId="ADAL" clId="{F3109E43-14F0-4C9C-8E11-F4E9467B0D12}" dt="2024-08-16T14:57:14.030" v="249" actId="1076"/>
          <ac:picMkLst>
            <pc:docMk/>
            <pc:sldMk cId="2714039759" sldId="374"/>
            <ac:picMk id="3" creationId="{6F3C0542-E99E-C6CD-E050-890276C5CA98}"/>
          </ac:picMkLst>
        </pc:picChg>
      </pc:sldChg>
      <pc:sldChg chg="delSp modSp add mod ord">
        <pc:chgData name="Paul Winser" userId="c3146a91-e6bd-4264-bd86-e164e04bc32d" providerId="ADAL" clId="{F3109E43-14F0-4C9C-8E11-F4E9467B0D12}" dt="2024-08-16T14:59:12.865" v="286" actId="14100"/>
        <pc:sldMkLst>
          <pc:docMk/>
          <pc:sldMk cId="2792414309" sldId="375"/>
        </pc:sldMkLst>
        <pc:spChg chg="del mod">
          <ac:chgData name="Paul Winser" userId="c3146a91-e6bd-4264-bd86-e164e04bc32d" providerId="ADAL" clId="{F3109E43-14F0-4C9C-8E11-F4E9467B0D12}" dt="2024-08-16T14:58:33.271" v="275" actId="478"/>
          <ac:spMkLst>
            <pc:docMk/>
            <pc:sldMk cId="2792414309" sldId="375"/>
            <ac:spMk id="4" creationId="{6206FC09-4F1A-4978-9DC4-083AF0CD9345}"/>
          </ac:spMkLst>
        </pc:spChg>
        <pc:spChg chg="mod">
          <ac:chgData name="Paul Winser" userId="c3146a91-e6bd-4264-bd86-e164e04bc32d" providerId="ADAL" clId="{F3109E43-14F0-4C9C-8E11-F4E9467B0D12}" dt="2024-08-16T14:59:12.865" v="286" actId="14100"/>
          <ac:spMkLst>
            <pc:docMk/>
            <pc:sldMk cId="2792414309" sldId="375"/>
            <ac:spMk id="34819" creationId="{453C7683-8588-7ABC-32E0-8A4E68218620}"/>
          </ac:spMkLst>
        </pc:spChg>
      </pc:sldChg>
    </pc:docChg>
  </pc:docChgLst>
  <pc:docChgLst>
    <pc:chgData name="Matthew Gregory" userId="S::matthew.gregory2@pearson.com::8c337df5-6986-499e-b190-07598673e62f" providerId="AD" clId="Web-{55C7D69D-DD6C-15E5-D81A-ACCAD8A33B31}"/>
    <pc:docChg chg="modSld">
      <pc:chgData name="Matthew Gregory" userId="S::matthew.gregory2@pearson.com::8c337df5-6986-499e-b190-07598673e62f" providerId="AD" clId="Web-{55C7D69D-DD6C-15E5-D81A-ACCAD8A33B31}" dt="2024-07-09T13:47:00.704" v="9" actId="1076"/>
      <pc:docMkLst>
        <pc:docMk/>
      </pc:docMkLst>
      <pc:sldChg chg="addSp modSp">
        <pc:chgData name="Matthew Gregory" userId="S::matthew.gregory2@pearson.com::8c337df5-6986-499e-b190-07598673e62f" providerId="AD" clId="Web-{55C7D69D-DD6C-15E5-D81A-ACCAD8A33B31}" dt="2024-07-09T13:46:06.234" v="2" actId="20577"/>
        <pc:sldMkLst>
          <pc:docMk/>
          <pc:sldMk cId="0" sldId="256"/>
        </pc:sldMkLst>
        <pc:spChg chg="add mod">
          <ac:chgData name="Matthew Gregory" userId="S::matthew.gregory2@pearson.com::8c337df5-6986-499e-b190-07598673e62f" providerId="AD" clId="Web-{55C7D69D-DD6C-15E5-D81A-ACCAD8A33B31}" dt="2024-07-09T13:46:06.234" v="2" actId="20577"/>
          <ac:spMkLst>
            <pc:docMk/>
            <pc:sldMk cId="0" sldId="256"/>
            <ac:spMk id="2" creationId="{072E5EF8-DF57-507D-388A-A517C8A3EF83}"/>
          </ac:spMkLst>
        </pc:spChg>
      </pc:sldChg>
      <pc:sldChg chg="addSp">
        <pc:chgData name="Matthew Gregory" userId="S::matthew.gregory2@pearson.com::8c337df5-6986-499e-b190-07598673e62f" providerId="AD" clId="Web-{55C7D69D-DD6C-15E5-D81A-ACCAD8A33B31}" dt="2024-07-09T13:46:34.406" v="3"/>
        <pc:sldMkLst>
          <pc:docMk/>
          <pc:sldMk cId="0" sldId="258"/>
        </pc:sldMkLst>
        <pc:spChg chg="add">
          <ac:chgData name="Matthew Gregory" userId="S::matthew.gregory2@pearson.com::8c337df5-6986-499e-b190-07598673e62f" providerId="AD" clId="Web-{55C7D69D-DD6C-15E5-D81A-ACCAD8A33B31}" dt="2024-07-09T13:46:34.406" v="3"/>
          <ac:spMkLst>
            <pc:docMk/>
            <pc:sldMk cId="0" sldId="258"/>
            <ac:spMk id="4" creationId="{9667D286-24B1-37A6-23C7-F4C9801733FF}"/>
          </ac:spMkLst>
        </pc:spChg>
      </pc:sldChg>
      <pc:sldChg chg="addSp">
        <pc:chgData name="Matthew Gregory" userId="S::matthew.gregory2@pearson.com::8c337df5-6986-499e-b190-07598673e62f" providerId="AD" clId="Web-{55C7D69D-DD6C-15E5-D81A-ACCAD8A33B31}" dt="2024-07-09T13:46:35.860" v="4"/>
        <pc:sldMkLst>
          <pc:docMk/>
          <pc:sldMk cId="884549766" sldId="305"/>
        </pc:sldMkLst>
        <pc:spChg chg="add">
          <ac:chgData name="Matthew Gregory" userId="S::matthew.gregory2@pearson.com::8c337df5-6986-499e-b190-07598673e62f" providerId="AD" clId="Web-{55C7D69D-DD6C-15E5-D81A-ACCAD8A33B31}" dt="2024-07-09T13:46:35.860" v="4"/>
          <ac:spMkLst>
            <pc:docMk/>
            <pc:sldMk cId="884549766" sldId="305"/>
            <ac:spMk id="4" creationId="{5D7DDA7C-DCA9-66D7-2D13-61AC17B142F6}"/>
          </ac:spMkLst>
        </pc:spChg>
      </pc:sldChg>
      <pc:sldChg chg="addSp">
        <pc:chgData name="Matthew Gregory" userId="S::matthew.gregory2@pearson.com::8c337df5-6986-499e-b190-07598673e62f" providerId="AD" clId="Web-{55C7D69D-DD6C-15E5-D81A-ACCAD8A33B31}" dt="2024-07-09T13:46:41.031" v="5"/>
        <pc:sldMkLst>
          <pc:docMk/>
          <pc:sldMk cId="3926851259" sldId="313"/>
        </pc:sldMkLst>
        <pc:spChg chg="add">
          <ac:chgData name="Matthew Gregory" userId="S::matthew.gregory2@pearson.com::8c337df5-6986-499e-b190-07598673e62f" providerId="AD" clId="Web-{55C7D69D-DD6C-15E5-D81A-ACCAD8A33B31}" dt="2024-07-09T13:46:41.031" v="5"/>
          <ac:spMkLst>
            <pc:docMk/>
            <pc:sldMk cId="3926851259" sldId="313"/>
            <ac:spMk id="6" creationId="{02D3E38C-F957-DB49-5ACB-A5CB5961BCAE}"/>
          </ac:spMkLst>
        </pc:spChg>
      </pc:sldChg>
      <pc:sldChg chg="addSp">
        <pc:chgData name="Matthew Gregory" userId="S::matthew.gregory2@pearson.com::8c337df5-6986-499e-b190-07598673e62f" providerId="AD" clId="Web-{55C7D69D-DD6C-15E5-D81A-ACCAD8A33B31}" dt="2024-07-09T13:46:43.907" v="6"/>
        <pc:sldMkLst>
          <pc:docMk/>
          <pc:sldMk cId="4035242091" sldId="315"/>
        </pc:sldMkLst>
        <pc:spChg chg="add">
          <ac:chgData name="Matthew Gregory" userId="S::matthew.gregory2@pearson.com::8c337df5-6986-499e-b190-07598673e62f" providerId="AD" clId="Web-{55C7D69D-DD6C-15E5-D81A-ACCAD8A33B31}" dt="2024-07-09T13:46:43.907" v="6"/>
          <ac:spMkLst>
            <pc:docMk/>
            <pc:sldMk cId="4035242091" sldId="315"/>
            <ac:spMk id="4" creationId="{21CBD531-A4DC-8BF5-E068-995F3AA05DCC}"/>
          </ac:spMkLst>
        </pc:spChg>
      </pc:sldChg>
      <pc:sldChg chg="addSp">
        <pc:chgData name="Matthew Gregory" userId="S::matthew.gregory2@pearson.com::8c337df5-6986-499e-b190-07598673e62f" providerId="AD" clId="Web-{55C7D69D-DD6C-15E5-D81A-ACCAD8A33B31}" dt="2024-07-09T13:46:48.750" v="7"/>
        <pc:sldMkLst>
          <pc:docMk/>
          <pc:sldMk cId="1415315744" sldId="319"/>
        </pc:sldMkLst>
        <pc:spChg chg="add">
          <ac:chgData name="Matthew Gregory" userId="S::matthew.gregory2@pearson.com::8c337df5-6986-499e-b190-07598673e62f" providerId="AD" clId="Web-{55C7D69D-DD6C-15E5-D81A-ACCAD8A33B31}" dt="2024-07-09T13:46:48.750" v="7"/>
          <ac:spMkLst>
            <pc:docMk/>
            <pc:sldMk cId="1415315744" sldId="319"/>
            <ac:spMk id="3" creationId="{17399CE1-BCE3-871C-E3D0-CEFBB1515643}"/>
          </ac:spMkLst>
        </pc:spChg>
      </pc:sldChg>
      <pc:sldChg chg="addSp modSp">
        <pc:chgData name="Matthew Gregory" userId="S::matthew.gregory2@pearson.com::8c337df5-6986-499e-b190-07598673e62f" providerId="AD" clId="Web-{55C7D69D-DD6C-15E5-D81A-ACCAD8A33B31}" dt="2024-07-09T13:47:00.704" v="9" actId="1076"/>
        <pc:sldMkLst>
          <pc:docMk/>
          <pc:sldMk cId="1909676035" sldId="364"/>
        </pc:sldMkLst>
        <pc:spChg chg="add mod">
          <ac:chgData name="Matthew Gregory" userId="S::matthew.gregory2@pearson.com::8c337df5-6986-499e-b190-07598673e62f" providerId="AD" clId="Web-{55C7D69D-DD6C-15E5-D81A-ACCAD8A33B31}" dt="2024-07-09T13:47:00.704" v="9" actId="1076"/>
          <ac:spMkLst>
            <pc:docMk/>
            <pc:sldMk cId="1909676035" sldId="364"/>
            <ac:spMk id="3" creationId="{55BC3542-6913-A04F-8E59-0CA8D24567E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a:latin typeface="Arial" panose="020B0604020202020204" pitchFamily="34" charset="0"/>
              </a:rPr>
              <a:t>An outline of the three main learning aims in the unit.</a:t>
            </a:r>
          </a:p>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2</a:t>
            </a:fld>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a:t>
            </a:fld>
            <a:endParaRPr lang="en-GB" altLang="en-US" dirty="0"/>
          </a:p>
        </p:txBody>
      </p:sp>
    </p:spTree>
    <p:extLst>
      <p:ext uri="{BB962C8B-B14F-4D97-AF65-F5344CB8AC3E}">
        <p14:creationId xmlns:p14="http://schemas.microsoft.com/office/powerpoint/2010/main" val="568751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dirty="0"/>
          </a:p>
        </p:txBody>
      </p:sp>
    </p:spTree>
    <p:extLst>
      <p:ext uri="{BB962C8B-B14F-4D97-AF65-F5344CB8AC3E}">
        <p14:creationId xmlns:p14="http://schemas.microsoft.com/office/powerpoint/2010/main" val="3711106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dirty="0"/>
          </a:p>
        </p:txBody>
      </p:sp>
    </p:spTree>
    <p:extLst>
      <p:ext uri="{BB962C8B-B14F-4D97-AF65-F5344CB8AC3E}">
        <p14:creationId xmlns:p14="http://schemas.microsoft.com/office/powerpoint/2010/main" val="1121162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dirty="0"/>
          </a:p>
        </p:txBody>
      </p:sp>
    </p:spTree>
    <p:extLst>
      <p:ext uri="{BB962C8B-B14F-4D97-AF65-F5344CB8AC3E}">
        <p14:creationId xmlns:p14="http://schemas.microsoft.com/office/powerpoint/2010/main" val="3647510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dirty="0"/>
          </a:p>
        </p:txBody>
      </p:sp>
    </p:spTree>
    <p:extLst>
      <p:ext uri="{BB962C8B-B14F-4D97-AF65-F5344CB8AC3E}">
        <p14:creationId xmlns:p14="http://schemas.microsoft.com/office/powerpoint/2010/main" val="1570330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dirty="0"/>
          </a:p>
        </p:txBody>
      </p:sp>
    </p:spTree>
    <p:extLst>
      <p:ext uri="{BB962C8B-B14F-4D97-AF65-F5344CB8AC3E}">
        <p14:creationId xmlns:p14="http://schemas.microsoft.com/office/powerpoint/2010/main" val="1602043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dirty="0"/>
          </a:p>
        </p:txBody>
      </p:sp>
    </p:spTree>
    <p:extLst>
      <p:ext uri="{BB962C8B-B14F-4D97-AF65-F5344CB8AC3E}">
        <p14:creationId xmlns:p14="http://schemas.microsoft.com/office/powerpoint/2010/main" val="2804496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dirty="0"/>
          </a:p>
        </p:txBody>
      </p:sp>
    </p:spTree>
    <p:extLst>
      <p:ext uri="{BB962C8B-B14F-4D97-AF65-F5344CB8AC3E}">
        <p14:creationId xmlns:p14="http://schemas.microsoft.com/office/powerpoint/2010/main" val="1010078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dirty="0"/>
          </a:p>
        </p:txBody>
      </p:sp>
    </p:spTree>
    <p:extLst>
      <p:ext uri="{BB962C8B-B14F-4D97-AF65-F5344CB8AC3E}">
        <p14:creationId xmlns:p14="http://schemas.microsoft.com/office/powerpoint/2010/main" val="3117884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dirty="0"/>
          </a:p>
        </p:txBody>
      </p:sp>
    </p:spTree>
    <p:extLst>
      <p:ext uri="{BB962C8B-B14F-4D97-AF65-F5344CB8AC3E}">
        <p14:creationId xmlns:p14="http://schemas.microsoft.com/office/powerpoint/2010/main" val="3707638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dirty="0"/>
          </a:p>
        </p:txBody>
      </p:sp>
    </p:spTree>
    <p:extLst>
      <p:ext uri="{BB962C8B-B14F-4D97-AF65-F5344CB8AC3E}">
        <p14:creationId xmlns:p14="http://schemas.microsoft.com/office/powerpoint/2010/main" val="2781961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dirty="0"/>
          </a:p>
        </p:txBody>
      </p:sp>
    </p:spTree>
    <p:extLst>
      <p:ext uri="{BB962C8B-B14F-4D97-AF65-F5344CB8AC3E}">
        <p14:creationId xmlns:p14="http://schemas.microsoft.com/office/powerpoint/2010/main" val="3046183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15</a:t>
            </a:fld>
            <a:endParaRPr lang="en-GB" altLang="en-US" dirty="0"/>
          </a:p>
        </p:txBody>
      </p:sp>
    </p:spTree>
    <p:extLst>
      <p:ext uri="{BB962C8B-B14F-4D97-AF65-F5344CB8AC3E}">
        <p14:creationId xmlns:p14="http://schemas.microsoft.com/office/powerpoint/2010/main" val="3478774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dirty="0"/>
          </a:p>
        </p:txBody>
      </p:sp>
    </p:spTree>
    <p:extLst>
      <p:ext uri="{BB962C8B-B14F-4D97-AF65-F5344CB8AC3E}">
        <p14:creationId xmlns:p14="http://schemas.microsoft.com/office/powerpoint/2010/main" val="274929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17</a:t>
            </a:fld>
            <a:endParaRPr lang="en-GB" altLang="en-US" dirty="0"/>
          </a:p>
        </p:txBody>
      </p:sp>
    </p:spTree>
    <p:extLst>
      <p:ext uri="{BB962C8B-B14F-4D97-AF65-F5344CB8AC3E}">
        <p14:creationId xmlns:p14="http://schemas.microsoft.com/office/powerpoint/2010/main" val="1121898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dirty="0"/>
          </a:p>
        </p:txBody>
      </p:sp>
    </p:spTree>
    <p:extLst>
      <p:ext uri="{BB962C8B-B14F-4D97-AF65-F5344CB8AC3E}">
        <p14:creationId xmlns:p14="http://schemas.microsoft.com/office/powerpoint/2010/main" val="151091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dirty="0"/>
          </a:p>
        </p:txBody>
      </p:sp>
    </p:spTree>
    <p:extLst>
      <p:ext uri="{BB962C8B-B14F-4D97-AF65-F5344CB8AC3E}">
        <p14:creationId xmlns:p14="http://schemas.microsoft.com/office/powerpoint/2010/main" val="37155987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24</a:t>
            </a:fld>
            <a:endParaRPr lang="en-GB" altLang="en-US" dirty="0"/>
          </a:p>
        </p:txBody>
      </p:sp>
    </p:spTree>
    <p:extLst>
      <p:ext uri="{BB962C8B-B14F-4D97-AF65-F5344CB8AC3E}">
        <p14:creationId xmlns:p14="http://schemas.microsoft.com/office/powerpoint/2010/main" val="3212121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25</a:t>
            </a:fld>
            <a:endParaRPr lang="en-GB" altLang="en-US" dirty="0"/>
          </a:p>
        </p:txBody>
      </p:sp>
    </p:spTree>
    <p:extLst>
      <p:ext uri="{BB962C8B-B14F-4D97-AF65-F5344CB8AC3E}">
        <p14:creationId xmlns:p14="http://schemas.microsoft.com/office/powerpoint/2010/main" val="3469888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dirty="0"/>
          </a:p>
        </p:txBody>
      </p:sp>
    </p:spTree>
    <p:extLst>
      <p:ext uri="{BB962C8B-B14F-4D97-AF65-F5344CB8AC3E}">
        <p14:creationId xmlns:p14="http://schemas.microsoft.com/office/powerpoint/2010/main" val="1278330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dirty="0"/>
          </a:p>
        </p:txBody>
      </p:sp>
    </p:spTree>
    <p:extLst>
      <p:ext uri="{BB962C8B-B14F-4D97-AF65-F5344CB8AC3E}">
        <p14:creationId xmlns:p14="http://schemas.microsoft.com/office/powerpoint/2010/main" val="753158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dirty="0"/>
          </a:p>
        </p:txBody>
      </p:sp>
    </p:spTree>
    <p:extLst>
      <p:ext uri="{BB962C8B-B14F-4D97-AF65-F5344CB8AC3E}">
        <p14:creationId xmlns:p14="http://schemas.microsoft.com/office/powerpoint/2010/main" val="14111157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dirty="0"/>
          </a:p>
        </p:txBody>
      </p:sp>
    </p:spTree>
    <p:extLst>
      <p:ext uri="{BB962C8B-B14F-4D97-AF65-F5344CB8AC3E}">
        <p14:creationId xmlns:p14="http://schemas.microsoft.com/office/powerpoint/2010/main" val="1535794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dirty="0"/>
          </a:p>
        </p:txBody>
      </p:sp>
    </p:spTree>
    <p:extLst>
      <p:ext uri="{BB962C8B-B14F-4D97-AF65-F5344CB8AC3E}">
        <p14:creationId xmlns:p14="http://schemas.microsoft.com/office/powerpoint/2010/main" val="16162241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33</a:t>
            </a:fld>
            <a:endParaRPr lang="en-GB" altLang="en-US" dirty="0"/>
          </a:p>
        </p:txBody>
      </p:sp>
    </p:spTree>
    <p:extLst>
      <p:ext uri="{BB962C8B-B14F-4D97-AF65-F5344CB8AC3E}">
        <p14:creationId xmlns:p14="http://schemas.microsoft.com/office/powerpoint/2010/main" val="40947746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34</a:t>
            </a:fld>
            <a:endParaRPr lang="en-GB" altLang="en-US" dirty="0"/>
          </a:p>
        </p:txBody>
      </p:sp>
    </p:spTree>
    <p:extLst>
      <p:ext uri="{BB962C8B-B14F-4D97-AF65-F5344CB8AC3E}">
        <p14:creationId xmlns:p14="http://schemas.microsoft.com/office/powerpoint/2010/main" val="3180179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35</a:t>
            </a:fld>
            <a:endParaRPr lang="en-GB" altLang="en-US" dirty="0"/>
          </a:p>
        </p:txBody>
      </p:sp>
    </p:spTree>
    <p:extLst>
      <p:ext uri="{BB962C8B-B14F-4D97-AF65-F5344CB8AC3E}">
        <p14:creationId xmlns:p14="http://schemas.microsoft.com/office/powerpoint/2010/main" val="2645873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36</a:t>
            </a:fld>
            <a:endParaRPr lang="en-GB" altLang="en-US" dirty="0"/>
          </a:p>
        </p:txBody>
      </p:sp>
    </p:spTree>
    <p:extLst>
      <p:ext uri="{BB962C8B-B14F-4D97-AF65-F5344CB8AC3E}">
        <p14:creationId xmlns:p14="http://schemas.microsoft.com/office/powerpoint/2010/main" val="11300117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37</a:t>
            </a:fld>
            <a:endParaRPr lang="en-GB" altLang="en-US" dirty="0"/>
          </a:p>
        </p:txBody>
      </p:sp>
    </p:spTree>
    <p:extLst>
      <p:ext uri="{BB962C8B-B14F-4D97-AF65-F5344CB8AC3E}">
        <p14:creationId xmlns:p14="http://schemas.microsoft.com/office/powerpoint/2010/main" val="3106482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38</a:t>
            </a:fld>
            <a:endParaRPr lang="en-GB" altLang="en-US" dirty="0"/>
          </a:p>
        </p:txBody>
      </p:sp>
    </p:spTree>
    <p:extLst>
      <p:ext uri="{BB962C8B-B14F-4D97-AF65-F5344CB8AC3E}">
        <p14:creationId xmlns:p14="http://schemas.microsoft.com/office/powerpoint/2010/main" val="40068874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40</a:t>
            </a:fld>
            <a:endParaRPr lang="en-GB" altLang="en-US" dirty="0"/>
          </a:p>
        </p:txBody>
      </p:sp>
    </p:spTree>
    <p:extLst>
      <p:ext uri="{BB962C8B-B14F-4D97-AF65-F5344CB8AC3E}">
        <p14:creationId xmlns:p14="http://schemas.microsoft.com/office/powerpoint/2010/main" val="24244390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41</a:t>
            </a:fld>
            <a:endParaRPr lang="en-GB" altLang="en-US" dirty="0"/>
          </a:p>
        </p:txBody>
      </p:sp>
    </p:spTree>
    <p:extLst>
      <p:ext uri="{BB962C8B-B14F-4D97-AF65-F5344CB8AC3E}">
        <p14:creationId xmlns:p14="http://schemas.microsoft.com/office/powerpoint/2010/main" val="38863814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42</a:t>
            </a:fld>
            <a:endParaRPr lang="en-GB" altLang="en-US" dirty="0"/>
          </a:p>
        </p:txBody>
      </p:sp>
    </p:spTree>
    <p:extLst>
      <p:ext uri="{BB962C8B-B14F-4D97-AF65-F5344CB8AC3E}">
        <p14:creationId xmlns:p14="http://schemas.microsoft.com/office/powerpoint/2010/main" val="26010697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43</a:t>
            </a:fld>
            <a:endParaRPr lang="en-GB" altLang="en-US" dirty="0"/>
          </a:p>
        </p:txBody>
      </p:sp>
    </p:spTree>
    <p:extLst>
      <p:ext uri="{BB962C8B-B14F-4D97-AF65-F5344CB8AC3E}">
        <p14:creationId xmlns:p14="http://schemas.microsoft.com/office/powerpoint/2010/main" val="1878426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44</a:t>
            </a:fld>
            <a:endParaRPr lang="en-GB" altLang="en-US" dirty="0"/>
          </a:p>
        </p:txBody>
      </p:sp>
    </p:spTree>
    <p:extLst>
      <p:ext uri="{BB962C8B-B14F-4D97-AF65-F5344CB8AC3E}">
        <p14:creationId xmlns:p14="http://schemas.microsoft.com/office/powerpoint/2010/main" val="5965601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45</a:t>
            </a:fld>
            <a:endParaRPr lang="en-GB" altLang="en-US" dirty="0"/>
          </a:p>
        </p:txBody>
      </p:sp>
    </p:spTree>
    <p:extLst>
      <p:ext uri="{BB962C8B-B14F-4D97-AF65-F5344CB8AC3E}">
        <p14:creationId xmlns:p14="http://schemas.microsoft.com/office/powerpoint/2010/main" val="29691440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46</a:t>
            </a:fld>
            <a:endParaRPr lang="en-GB" altLang="en-US" dirty="0"/>
          </a:p>
        </p:txBody>
      </p:sp>
    </p:spTree>
    <p:extLst>
      <p:ext uri="{BB962C8B-B14F-4D97-AF65-F5344CB8AC3E}">
        <p14:creationId xmlns:p14="http://schemas.microsoft.com/office/powerpoint/2010/main" val="33019683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47</a:t>
            </a:fld>
            <a:endParaRPr lang="en-GB" altLang="en-US" dirty="0"/>
          </a:p>
        </p:txBody>
      </p:sp>
    </p:spTree>
    <p:extLst>
      <p:ext uri="{BB962C8B-B14F-4D97-AF65-F5344CB8AC3E}">
        <p14:creationId xmlns:p14="http://schemas.microsoft.com/office/powerpoint/2010/main" val="28488685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48</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4" name="Picture 8">
            <a:extLst>
              <a:ext uri="{FF2B5EF4-FFF2-40B4-BE49-F238E27FC236}">
                <a16:creationId xmlns:a16="http://schemas.microsoft.com/office/drawing/2014/main" id="{FE2E36C0-DE58-54D7-FC0A-999F8AC09D3D}"/>
              </a:ext>
            </a:extLst>
          </p:cNvPr>
          <p:cNvPicPr>
            <a:picLocks noChangeAspect="1" noChangeArrowheads="1"/>
          </p:cNvPicPr>
          <p:nvPr userDrawn="1"/>
        </p:nvPicPr>
        <p:blipFill rotWithShape="1">
          <a:blip r:embed="rId16" cstate="print">
            <a:extLst>
              <a:ext uri="{28A0092B-C50C-407E-A947-70E740481C1C}">
                <a14:useLocalDpi xmlns:a14="http://schemas.microsoft.com/office/drawing/2010/main"/>
              </a:ext>
            </a:extLst>
          </a:blip>
          <a:srcRect r="36613"/>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DBD30B5-511E-51A4-5A7C-736BB4DC9EEE}"/>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a:t>
            </a:r>
            <a:r>
              <a:rPr lang="ar" sz="2500" b="1">
                <a:latin typeface="Sakkal Majalla" panose="02000000000000000000" pitchFamily="2" charset="-78"/>
                <a:cs typeface="Sakkal Majalla" panose="02000000000000000000" pitchFamily="2" charset="-78"/>
              </a:rPr>
              <a:t>المستوى </a:t>
            </a:r>
            <a:r>
              <a:rPr lang="ar-EG" sz="2500" b="1">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a:latin typeface="Sakkal Majalla" panose="02000000000000000000" pitchFamily="2" charset="-78"/>
                <a:cs typeface="Sakkal Majalla" panose="02000000000000000000" pitchFamily="2" charset="-78"/>
              </a:rPr>
              <a:t>الهندسة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68.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 Id="rId5" Type="http://schemas.openxmlformats.org/officeDocument/2006/relationships/image" Target="../media/image15.jpe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6.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5" Type="http://schemas.openxmlformats.org/officeDocument/2006/relationships/image" Target="../media/image22.jpeg"/><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4.jp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24.jp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68.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s>
</file>

<file path=ppt/slides/_rels/slide3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s>
</file>

<file path=ppt/slides/_rels/slide4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s>
</file>

<file path=ppt/slides/_rels/slide4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68.xml"/></Relationships>
</file>

<file path=ppt/slides/_rels/slide4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s>
</file>

<file path=ppt/slides/_rels/slide4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77.xml"/><Relationship Id="rId5" Type="http://schemas.openxmlformats.org/officeDocument/2006/relationships/image" Target="../media/image27.jpeg"/><Relationship Id="rId4" Type="http://schemas.openxmlformats.org/officeDocument/2006/relationships/image" Target="../media/image26.jpeg"/></Relationships>
</file>

<file path=ppt/slides/_rels/slide4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77.xml"/></Relationships>
</file>

<file path=ppt/slides/_rels/slide4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4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0.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4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1.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0" y="2132856"/>
            <a:ext cx="9144000" cy="27515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الوحدة 3</a:t>
            </a:r>
            <a:br>
              <a:rPr lang="en-GB" altLang="en-US" sz="4600" dirty="0">
                <a:latin typeface="Sakkal Majalla" panose="02000000000000000000" pitchFamily="2" charset="-78"/>
                <a:cs typeface="Sakkal Majalla" panose="02000000000000000000" pitchFamily="2" charset="-78"/>
              </a:rPr>
            </a:br>
            <a:r>
              <a:rPr lang="ar" sz="4600" dirty="0">
                <a:latin typeface="Sakkal Majalla" panose="02000000000000000000" pitchFamily="2" charset="-78"/>
                <a:cs typeface="Sakkal Majalla" panose="02000000000000000000" pitchFamily="2" charset="-78"/>
              </a:rPr>
              <a:t>تصميم وتصنيع المنتجات في مجال الهندسة </a:t>
            </a:r>
            <a:br>
              <a:rPr lang="en-GB" altLang="en-US" sz="4600" dirty="0">
                <a:latin typeface="Sakkal Majalla" panose="02000000000000000000" pitchFamily="2" charset="-78"/>
                <a:cs typeface="Sakkal Majalla" panose="02000000000000000000" pitchFamily="2" charset="-78"/>
              </a:rPr>
            </a:br>
            <a:br>
              <a:rPr lang="en-GB" altLang="en-US" sz="4600" dirty="0">
                <a:latin typeface="Sakkal Majalla" panose="02000000000000000000" pitchFamily="2" charset="-78"/>
                <a:cs typeface="Sakkal Majalla" panose="02000000000000000000" pitchFamily="2" charset="-78"/>
              </a:rPr>
            </a:br>
            <a:br>
              <a:rPr lang="en-GB" altLang="en-US" sz="4600" dirty="0">
                <a:latin typeface="Sakkal Majalla" panose="02000000000000000000" pitchFamily="2" charset="-78"/>
                <a:cs typeface="Sakkal Majalla" panose="02000000000000000000" pitchFamily="2" charset="-78"/>
              </a:rPr>
            </a:br>
            <a:br>
              <a:rPr lang="en-US" altLang="en-US" sz="4600" dirty="0">
                <a:latin typeface="Sakkal Majalla" panose="02000000000000000000" pitchFamily="2" charset="-78"/>
                <a:cs typeface="Sakkal Majalla" panose="02000000000000000000" pitchFamily="2" charset="-78"/>
              </a:rPr>
            </a:br>
            <a:endParaRPr lang="en-GB" altLang="en-US" sz="4600" dirty="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Autofit/>
          </a:bodyPr>
          <a:lstStyle/>
          <a:p>
            <a:pPr rtl="1">
              <a:lnSpc>
                <a:spcPct val="90000"/>
              </a:lnSpc>
              <a:spcAft>
                <a:spcPts val="600"/>
              </a:spcAft>
              <a:defRPr/>
            </a:pPr>
            <a:r>
              <a:rPr lang="ar" sz="1400" dirty="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260900C4-219B-3DFA-0083-E3EA17ED99C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نتاجات التعلم</a:t>
            </a:r>
            <a:endParaRPr lang="en-GB" altLang="en-US" sz="4600"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defTabSz="431800" rtl="1">
              <a:spcBef>
                <a:spcPts val="1200"/>
              </a:spcBef>
              <a:buNone/>
            </a:pPr>
            <a:r>
              <a:rPr lang="ar" sz="2600" b="1" dirty="0">
                <a:latin typeface="Sakkal Majalla" panose="02000000000000000000" pitchFamily="2" charset="-78"/>
                <a:cs typeface="Sakkal Majalla" panose="02000000000000000000" pitchFamily="2" charset="-78"/>
              </a:rPr>
              <a:t>أ: استكشاف محفزات التصميم والتحديات والقيود والفرص والمتطلبات التشغيلية</a:t>
            </a:r>
          </a:p>
          <a:p>
            <a:pPr marL="0" indent="0" defTabSz="431800" rtl="1">
              <a:spcBef>
                <a:spcPts val="1200"/>
              </a:spcBef>
              <a:buNone/>
            </a:pPr>
            <a:r>
              <a:rPr lang="ar" sz="2600" b="1" dirty="0">
                <a:latin typeface="Sakkal Majalla" panose="02000000000000000000" pitchFamily="2" charset="-78"/>
                <a:cs typeface="Sakkal Majalla" panose="02000000000000000000" pitchFamily="2" charset="-78"/>
              </a:rPr>
              <a:t>ب: استخدام عملية تكرارية لتطوير الأفكار وتصميم المنتج المعدل</a:t>
            </a:r>
          </a:p>
          <a:p>
            <a:pPr marL="0" indent="0" defTabSz="431800" rtl="1">
              <a:spcBef>
                <a:spcPts val="1200"/>
              </a:spcBef>
              <a:buNone/>
            </a:pPr>
            <a:r>
              <a:rPr lang="ar" sz="2600" b="1" dirty="0">
                <a:latin typeface="Sakkal Majalla" panose="02000000000000000000" pitchFamily="2" charset="-78"/>
                <a:cs typeface="Sakkal Majalla" panose="02000000000000000000" pitchFamily="2" charset="-78"/>
              </a:rPr>
              <a:t>ج: وضع المسوغات التقنية والتحقق من صلاحية حل التصميم</a:t>
            </a: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	</a:t>
            </a:r>
          </a:p>
        </p:txBody>
      </p:sp>
      <p:sp>
        <p:nvSpPr>
          <p:cNvPr id="2" name="Footer Placeholder 2">
            <a:extLst>
              <a:ext uri="{FF2B5EF4-FFF2-40B4-BE49-F238E27FC236}">
                <a16:creationId xmlns:a16="http://schemas.microsoft.com/office/drawing/2014/main" id="{72EFEC76-02B5-7391-7ED7-8AD8CC80227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000" b="1" dirty="0">
                <a:solidFill>
                  <a:schemeClr val="tx2"/>
                </a:solidFill>
                <a:latin typeface="Sakkal Majalla" panose="02000000000000000000" pitchFamily="2" charset="-78"/>
                <a:cs typeface="Sakkal Majalla" panose="02000000000000000000" pitchFamily="2" charset="-78"/>
              </a:rPr>
              <a:t>نتاج التعلُّم أ</a:t>
            </a:r>
          </a:p>
          <a:p>
            <a:pPr algn="ctr" rtl="1">
              <a:lnSpc>
                <a:spcPct val="90000"/>
              </a:lnSpc>
              <a:spcAft>
                <a:spcPts val="600"/>
              </a:spcAft>
            </a:pPr>
            <a:r>
              <a:rPr lang="ar" sz="2000" b="1" dirty="0">
                <a:solidFill>
                  <a:schemeClr val="tx2"/>
                </a:solidFill>
                <a:latin typeface="Sakkal Majalla" panose="02000000000000000000" pitchFamily="2" charset="-78"/>
                <a:cs typeface="Sakkal Majalla" panose="02000000000000000000" pitchFamily="2" charset="-78"/>
              </a:rPr>
              <a:t>أ1 محفزات التصميم: </a:t>
            </a:r>
            <a:br>
              <a:rPr lang="en-US" altLang="en-US" sz="2000" b="1" dirty="0">
                <a:solidFill>
                  <a:schemeClr val="tx2"/>
                </a:solidFill>
                <a:latin typeface="Sakkal Majalla" panose="02000000000000000000" pitchFamily="2" charset="-78"/>
                <a:cs typeface="Sakkal Majalla" panose="02000000000000000000" pitchFamily="2" charset="-78"/>
              </a:rPr>
            </a:br>
            <a:r>
              <a:rPr lang="ar" sz="2000" b="1" dirty="0">
                <a:solidFill>
                  <a:schemeClr val="tx2"/>
                </a:solidFill>
                <a:latin typeface="Sakkal Majalla" panose="02000000000000000000" pitchFamily="2" charset="-78"/>
                <a:cs typeface="Sakkal Majalla" panose="02000000000000000000" pitchFamily="2" charset="-78"/>
              </a:rPr>
              <a:t>الدوافع التي تُحفز نشاط التصميم الهندسي</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792985" y="2420888"/>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lnSpc>
                <a:spcPct val="90000"/>
              </a:lnSpc>
            </a:pPr>
            <a:r>
              <a:rPr lang="ar" sz="1500" b="1" dirty="0">
                <a:effectLst/>
                <a:latin typeface="Sakkal Majalla" panose="02000000000000000000" pitchFamily="2" charset="-78"/>
                <a:cs typeface="Sakkal Majalla" panose="02000000000000000000" pitchFamily="2" charset="-78"/>
              </a:rPr>
              <a:t>جذب السوق/دفع التكنولوجيا: </a:t>
            </a:r>
            <a:r>
              <a:rPr lang="ar" sz="1500" dirty="0">
                <a:effectLst/>
                <a:latin typeface="Sakkal Majalla" panose="02000000000000000000" pitchFamily="2" charset="-78"/>
                <a:cs typeface="Sakkal Majalla" panose="02000000000000000000" pitchFamily="2" charset="-78"/>
              </a:rPr>
              <a:t> تصميم المنتجات بناءً على طلب العملاء أو التقدم التكنولوجي.</a:t>
            </a:r>
          </a:p>
          <a:p>
            <a:pPr rtl="1">
              <a:lnSpc>
                <a:spcPct val="90000"/>
              </a:lnSpc>
            </a:pPr>
            <a:r>
              <a:rPr lang="ar" sz="1500" b="1" dirty="0">
                <a:effectLst/>
                <a:latin typeface="Sakkal Majalla" panose="02000000000000000000" pitchFamily="2" charset="-78"/>
                <a:cs typeface="Sakkal Majalla" panose="02000000000000000000" pitchFamily="2" charset="-78"/>
              </a:rPr>
              <a:t>الطلب</a:t>
            </a:r>
            <a:r>
              <a:rPr lang="ar" sz="1500" dirty="0">
                <a:effectLst/>
                <a:latin typeface="Sakkal Majalla" panose="02000000000000000000" pitchFamily="2" charset="-78"/>
                <a:cs typeface="Sakkal Majalla" panose="02000000000000000000" pitchFamily="2" charset="-78"/>
              </a:rPr>
              <a:t>: تصميم المنتجات لتلبية احتياجات السوق المحددة ومتطلبات العملاء.</a:t>
            </a:r>
          </a:p>
          <a:p>
            <a:pPr rtl="1">
              <a:lnSpc>
                <a:spcPct val="90000"/>
              </a:lnSpc>
            </a:pPr>
            <a:r>
              <a:rPr lang="ar" sz="1500" b="1" dirty="0">
                <a:effectLst/>
                <a:latin typeface="Sakkal Majalla" panose="02000000000000000000" pitchFamily="2" charset="-78"/>
                <a:cs typeface="Sakkal Majalla" panose="02000000000000000000" pitchFamily="2" charset="-78"/>
              </a:rPr>
              <a:t>الربحية</a:t>
            </a:r>
            <a:r>
              <a:rPr lang="ar" sz="1500" dirty="0">
                <a:effectLst/>
                <a:latin typeface="Sakkal Majalla" panose="02000000000000000000" pitchFamily="2" charset="-78"/>
                <a:cs typeface="Sakkal Majalla" panose="02000000000000000000" pitchFamily="2" charset="-78"/>
              </a:rPr>
              <a:t>: تصميم منتجات فعالة من حيث التكلفة وتُدر أرباحًا.</a:t>
            </a:r>
          </a:p>
          <a:p>
            <a:pPr rtl="1">
              <a:lnSpc>
                <a:spcPct val="90000"/>
              </a:lnSpc>
            </a:pPr>
            <a:r>
              <a:rPr lang="ar" sz="1500" b="1" dirty="0">
                <a:effectLst/>
                <a:latin typeface="Sakkal Majalla" panose="02000000000000000000" pitchFamily="2" charset="-78"/>
                <a:cs typeface="Sakkal Majalla" panose="02000000000000000000" pitchFamily="2" charset="-78"/>
              </a:rPr>
              <a:t>الابتكار</a:t>
            </a:r>
            <a:r>
              <a:rPr lang="ar" sz="1500" dirty="0">
                <a:effectLst/>
                <a:latin typeface="Sakkal Majalla" panose="02000000000000000000" pitchFamily="2" charset="-78"/>
                <a:cs typeface="Sakkal Majalla" panose="02000000000000000000" pitchFamily="2" charset="-78"/>
              </a:rPr>
              <a:t>: تصميم المنتجات التي تنطوي على أفكار جديدة وإبداعية.</a:t>
            </a:r>
          </a:p>
          <a:p>
            <a:pPr rtl="1">
              <a:lnSpc>
                <a:spcPct val="90000"/>
              </a:lnSpc>
            </a:pPr>
            <a:r>
              <a:rPr lang="ar" sz="1500" b="1" dirty="0">
                <a:effectLst/>
                <a:latin typeface="Sakkal Majalla" panose="02000000000000000000" pitchFamily="2" charset="-78"/>
                <a:cs typeface="Sakkal Majalla" panose="02000000000000000000" pitchFamily="2" charset="-78"/>
              </a:rPr>
              <a:t>أبحاث السوق</a:t>
            </a:r>
            <a:r>
              <a:rPr lang="ar" sz="1500" dirty="0">
                <a:effectLst/>
                <a:latin typeface="Sakkal Majalla" panose="02000000000000000000" pitchFamily="2" charset="-78"/>
                <a:cs typeface="Sakkal Majalla" panose="02000000000000000000" pitchFamily="2" charset="-78"/>
              </a:rPr>
              <a:t>: تصميم المنتجات بناءً على أبحاث السوق ورؤى المستهلك.</a:t>
            </a:r>
          </a:p>
          <a:p>
            <a:pPr rtl="1">
              <a:lnSpc>
                <a:spcPct val="90000"/>
              </a:lnSpc>
            </a:pPr>
            <a:r>
              <a:rPr lang="ar" sz="1500" dirty="0">
                <a:effectLst/>
                <a:latin typeface="Sakkal Majalla" panose="02000000000000000000" pitchFamily="2" charset="-78"/>
                <a:cs typeface="Sakkal Majalla" panose="02000000000000000000" pitchFamily="2" charset="-78"/>
              </a:rPr>
              <a:t>مشكلات أداء المنتج/العملية: تصميم المنتجات لمعالجة مشكلات الأداء أو تحسين الكفاءة.</a:t>
            </a:r>
          </a:p>
          <a:p>
            <a:pPr rtl="1">
              <a:lnSpc>
                <a:spcPct val="90000"/>
              </a:lnSpc>
            </a:pPr>
            <a:r>
              <a:rPr lang="ar" sz="1500" b="1" dirty="0">
                <a:effectLst/>
                <a:latin typeface="Sakkal Majalla" panose="02000000000000000000" pitchFamily="2" charset="-78"/>
                <a:cs typeface="Sakkal Majalla" panose="02000000000000000000" pitchFamily="2" charset="-78"/>
              </a:rPr>
              <a:t>الاستدامة (البصمة/الانبعاثات الكربونية): </a:t>
            </a:r>
            <a:r>
              <a:rPr lang="ar" sz="1500" dirty="0">
                <a:effectLst/>
                <a:latin typeface="Sakkal Majalla" panose="02000000000000000000" pitchFamily="2" charset="-78"/>
                <a:cs typeface="Sakkal Majalla" panose="02000000000000000000" pitchFamily="2" charset="-78"/>
              </a:rPr>
              <a:t>تصميم المنتجات مع التركيز على الحد من التأثير البيئي.</a:t>
            </a:r>
          </a:p>
          <a:p>
            <a:pPr rtl="1">
              <a:lnSpc>
                <a:spcPct val="90000"/>
              </a:lnSpc>
            </a:pPr>
            <a:r>
              <a:rPr lang="ar" sz="1500" b="1" dirty="0">
                <a:effectLst/>
                <a:latin typeface="Sakkal Majalla" panose="02000000000000000000" pitchFamily="2" charset="-78"/>
                <a:cs typeface="Sakkal Majalla" panose="02000000000000000000" pitchFamily="2" charset="-78"/>
              </a:rPr>
              <a:t>التصميم المراعي للمخاطر</a:t>
            </a:r>
            <a:r>
              <a:rPr lang="ar" sz="1500" dirty="0">
                <a:effectLst/>
                <a:latin typeface="Sakkal Majalla" panose="02000000000000000000" pitchFamily="2" charset="-78"/>
                <a:cs typeface="Sakkal Majalla" panose="02000000000000000000" pitchFamily="2" charset="-78"/>
              </a:rPr>
              <a:t>: تصميم المنتجات مع مراعاة السلامة وتخفيف المخاطر.</a:t>
            </a:r>
          </a:p>
          <a:p>
            <a:pPr indent="0" rtl="1">
              <a:lnSpc>
                <a:spcPct val="90000"/>
              </a:lnSpc>
            </a:pPr>
            <a:endParaRPr lang="en-GB" altLang="en-US" sz="1500" dirty="0">
              <a:latin typeface="Sakkal Majalla" panose="02000000000000000000" pitchFamily="2" charset="-78"/>
              <a:cs typeface="Sakkal Majalla" panose="02000000000000000000" pitchFamily="2" charset="-78"/>
            </a:endParaRPr>
          </a:p>
          <a:p>
            <a:pPr marL="685800" rtl="1">
              <a:lnSpc>
                <a:spcPct val="90000"/>
              </a:lnSpc>
            </a:pPr>
            <a:endParaRPr lang="en-GB" altLang="en-US" sz="1500" dirty="0">
              <a:latin typeface="Sakkal Majalla" panose="02000000000000000000" pitchFamily="2" charset="-78"/>
              <a:cs typeface="Sakkal Majalla" panose="02000000000000000000" pitchFamily="2" charset="-78"/>
            </a:endParaRPr>
          </a:p>
        </p:txBody>
      </p:sp>
      <p:pic>
        <p:nvPicPr>
          <p:cNvPr id="5" name="Picture 4" descr="A calculator and pen on a paper">
            <a:extLst>
              <a:ext uri="{FF2B5EF4-FFF2-40B4-BE49-F238E27FC236}">
                <a16:creationId xmlns:a16="http://schemas.microsoft.com/office/drawing/2014/main" id="{9E8038CD-E3D8-D557-1575-92B29C9E15D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8312" y="2873946"/>
            <a:ext cx="4027488" cy="2668210"/>
          </a:xfrm>
          <a:prstGeom prst="rect">
            <a:avLst/>
          </a:prstGeom>
          <a:noFill/>
        </p:spPr>
      </p:pic>
      <p:sp>
        <p:nvSpPr>
          <p:cNvPr id="2" name="Footer Placeholder 2">
            <a:extLst>
              <a:ext uri="{FF2B5EF4-FFF2-40B4-BE49-F238E27FC236}">
                <a16:creationId xmlns:a16="http://schemas.microsoft.com/office/drawing/2014/main" id="{27D37E87-B3BE-897F-8858-2FA9AB31AC2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3862" y="1484784"/>
            <a:ext cx="5610264" cy="341118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28650" indent="-285750" rtl="1"/>
            <a:r>
              <a:rPr lang="ar" sz="1600" dirty="0">
                <a:latin typeface="Sakkal Majalla" panose="02000000000000000000" pitchFamily="2" charset="-78"/>
                <a:cs typeface="Sakkal Majalla" panose="02000000000000000000" pitchFamily="2" charset="-78"/>
              </a:rPr>
              <a:t>جذب السوق مفهوم في التصميم الهندسي حيث تدفع احتياجات ومتطلبات السوق تطوير منتجات أو تقنيات جديدة. ويتضمن تحديد فجوة أو فرصة في السوق وتصميم حل لمعالجتها. يمكن أن يتأثر جذب السوق بعوامل مثل تفضيلات العملاء واتجاهات السوق والتحليل التنافسي. ومن خلال الاستجابة لجذب السوق، يمكن للمهندسين إنشاء منتجات من المرجح أن تكون ناجحة في السوق.</a:t>
            </a:r>
          </a:p>
          <a:p>
            <a:pPr marL="628650" indent="-285750" rtl="1"/>
            <a:r>
              <a:rPr lang="ar" sz="1600" dirty="0">
                <a:latin typeface="Sakkal Majalla" panose="02000000000000000000" pitchFamily="2" charset="-78"/>
                <a:cs typeface="Sakkal Majalla" panose="02000000000000000000" pitchFamily="2" charset="-78"/>
              </a:rPr>
              <a:t>دفع التكنولوجيا مفهوم في التصميم الهندسي حيث يؤدي التقدم التكنولوجي إلى تطوير منتجات أو تقنيات جديدة. وينطوي على الاستفادة من التقنيات الحالية أو الناشئة لإنشاء حلول مبتكرة. يمكن أن يستند دفع التكنولوجيا إلى عوامل مثل الاكتشافات العلمية والطفرات التكنولوجية وجهود البحث والتطوير. من خلال تبني دفع التكنولوجيا، يمكن للمهندسين استكشاف إمكانيات جديدة وإنشاء منتجات تتخطى حدود ما هو ممكن حاليًا.</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603112" y="332656"/>
            <a:ext cx="144016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جذب السوق </a:t>
            </a:r>
          </a:p>
        </p:txBody>
      </p:sp>
      <p:pic>
        <p:nvPicPr>
          <p:cNvPr id="4" name="Picture 3" descr="A person in a suit pointing at a touch screen&#10;&#10;Description automatically generated">
            <a:extLst>
              <a:ext uri="{FF2B5EF4-FFF2-40B4-BE49-F238E27FC236}">
                <a16:creationId xmlns:a16="http://schemas.microsoft.com/office/drawing/2014/main" id="{FFD49D73-9290-2E36-0F58-5771D87B0BE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14464" y="1916832"/>
            <a:ext cx="3378016" cy="2243608"/>
          </a:xfrm>
          <a:prstGeom prst="rect">
            <a:avLst/>
          </a:prstGeom>
        </p:spPr>
      </p:pic>
      <p:sp>
        <p:nvSpPr>
          <p:cNvPr id="5" name="Content Placeholder 3">
            <a:extLst>
              <a:ext uri="{FF2B5EF4-FFF2-40B4-BE49-F238E27FC236}">
                <a16:creationId xmlns:a16="http://schemas.microsoft.com/office/drawing/2014/main" id="{7BE0F9E2-DA8F-C2F4-C93B-784B95618AEF}"/>
              </a:ext>
            </a:extLst>
          </p:cNvPr>
          <p:cNvSpPr txBox="1">
            <a:spLocks noChangeArrowheads="1"/>
          </p:cNvSpPr>
          <p:nvPr/>
        </p:nvSpPr>
        <p:spPr bwMode="auto">
          <a:xfrm>
            <a:off x="2448272" y="4725144"/>
            <a:ext cx="6300192"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600" b="1" kern="0" dirty="0">
                <a:latin typeface="Sakkal Majalla" panose="02000000000000000000" pitchFamily="2" charset="-78"/>
                <a:cs typeface="Sakkal Majalla" panose="02000000000000000000" pitchFamily="2" charset="-78"/>
              </a:rPr>
              <a:t>دور الابتكار في الهندسة</a:t>
            </a:r>
          </a:p>
          <a:p>
            <a:pPr rtl="1"/>
            <a:r>
              <a:rPr lang="ar" sz="1600" kern="0" dirty="0">
                <a:latin typeface="Sakkal Majalla" panose="02000000000000000000" pitchFamily="2" charset="-78"/>
                <a:cs typeface="Sakkal Majalla" panose="02000000000000000000" pitchFamily="2" charset="-78"/>
              </a:rPr>
              <a:t>يؤدي الابتكار دورًا مهمًا بوصفه محفزًا للتصميم في الهندسة</a:t>
            </a:r>
          </a:p>
          <a:p>
            <a:pPr rtl="1"/>
            <a:r>
              <a:rPr lang="ar" sz="1600" kern="0" dirty="0">
                <a:latin typeface="Sakkal Majalla" panose="02000000000000000000" pitchFamily="2" charset="-78"/>
                <a:cs typeface="Sakkal Majalla" panose="02000000000000000000" pitchFamily="2" charset="-78"/>
              </a:rPr>
              <a:t>حيث يدفع تطوير منتجات وعمليات وتقنيات جديدة ومحسنة</a:t>
            </a:r>
          </a:p>
          <a:p>
            <a:pPr rtl="1"/>
            <a:r>
              <a:rPr lang="ar" sz="1600" kern="0" dirty="0">
                <a:latin typeface="Sakkal Majalla" panose="02000000000000000000" pitchFamily="2" charset="-78"/>
                <a:cs typeface="Sakkal Majalla" panose="02000000000000000000" pitchFamily="2" charset="-78"/>
              </a:rPr>
              <a:t>من خلال تعزيز الإبداع وتجاوز الحدود، يؤدي الابتكار إلى تحقيق طفرات وتقدمات في مختلف القطاعات.</a:t>
            </a:r>
          </a:p>
          <a:p>
            <a:pPr rtl="1"/>
            <a:r>
              <a:rPr lang="ar" sz="1600" kern="0" dirty="0">
                <a:latin typeface="Sakkal Majalla" panose="02000000000000000000" pitchFamily="2" charset="-78"/>
                <a:cs typeface="Sakkal Majalla" panose="02000000000000000000" pitchFamily="2" charset="-78"/>
              </a:rPr>
              <a:t>يستفيد المهندسون من الابتكار لحل المشكلات المعقدة وتحسين الكفاءة وتحسين تجربة المستخدم بشكل عام.</a:t>
            </a:r>
          </a:p>
          <a:p>
            <a:pPr marL="685800" rtl="1"/>
            <a:endParaRPr lang="en-GB" altLang="en-US" sz="16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3037FBA-382A-A3B5-2880-3FC3C24E4A6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828598066"/>
      </p:ext>
    </p:extLst>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736304" y="1124744"/>
            <a:ext cx="6228184" cy="5637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60363" rtl="1"/>
            <a:r>
              <a:rPr lang="ar" sz="1600" dirty="0">
                <a:latin typeface="Sakkal Majalla" panose="02000000000000000000" pitchFamily="2" charset="-78"/>
                <a:cs typeface="Sakkal Majalla" panose="02000000000000000000" pitchFamily="2" charset="-78"/>
              </a:rPr>
              <a:t>تؤدي أبحاث السوق دورًا مهمًّا في مجال الهندسة، لا سيما في تصميم المنتجات وتصنيعها. فهي بمثابة محفز للتصميم، حيث توفر رؤى ومعلومات قيِّمة توجِّه تطوير الحلول الهندسية وتحسينها. من خلال إجراء أبحاث السوق الشاملة، يمكن للمهندسين اكتساب فهم عميق لاحتياجات العملاء وتفضيلاتهم واتجاهات السوق، ما يساعدهم على إنشاء منتجات مبتكرة وتنافسية تلبي متطلبات السوق المستهدفة.</a:t>
            </a:r>
          </a:p>
          <a:p>
            <a:pPr marL="0" indent="0" rtl="1">
              <a:buNone/>
            </a:pPr>
            <a:r>
              <a:rPr lang="ar" sz="1600" b="1" dirty="0">
                <a:effectLst/>
                <a:latin typeface="Sakkal Majalla" panose="02000000000000000000" pitchFamily="2" charset="-78"/>
                <a:cs typeface="Sakkal Majalla" panose="02000000000000000000" pitchFamily="2" charset="-78"/>
              </a:rPr>
              <a:t>محفزات التصميم</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يمكن أن تمثل مشكلات أداء المنتج والعملية محفزات للتصميم في الهندسة. عندما لا يأتي أداء المنتج أو العملية بالشكل المتوقع، فهذا يشير إلى الحاجة إلى تحسين التصميم أو إجراء تعديلات. ومن خلال تحديد مشكلات الأداء هذه ومعالجتها، يمكن للمهندسين تحسين وظائف وكفاءة واعتمادية المنتج أو العملية.</a:t>
            </a: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دور الاستدامة في التصميم الهندسي</a:t>
            </a:r>
            <a:endParaRPr lang="en-GB" sz="1600" b="1" dirty="0">
              <a:latin typeface="Sakkal Majalla" panose="02000000000000000000" pitchFamily="2" charset="-78"/>
              <a:cs typeface="Sakkal Majalla" panose="02000000000000000000" pitchFamily="2" charset="-78"/>
            </a:endParaRPr>
          </a:p>
          <a:p>
            <a:pPr marL="360363" rtl="1"/>
            <a:r>
              <a:rPr lang="ar" sz="1600" dirty="0">
                <a:latin typeface="Sakkal Majalla" panose="02000000000000000000" pitchFamily="2" charset="-78"/>
                <a:cs typeface="Sakkal Majalla" panose="02000000000000000000" pitchFamily="2" charset="-78"/>
              </a:rPr>
              <a:t>تمثل الاستدامة العامل المعتبر الرئيس في التصميم الهندسي الحديث.</a:t>
            </a:r>
          </a:p>
          <a:p>
            <a:pPr marL="360363" rtl="1"/>
            <a:r>
              <a:rPr lang="ar" sz="1600" dirty="0">
                <a:latin typeface="Sakkal Majalla" panose="02000000000000000000" pitchFamily="2" charset="-78"/>
                <a:cs typeface="Sakkal Majalla" panose="02000000000000000000" pitchFamily="2" charset="-78"/>
              </a:rPr>
              <a:t>حيث يتحمل المهندسون مسؤولية تقليل التأثير البيئي </a:t>
            </a:r>
            <a:r>
              <a:rPr lang="ar" sz="1600" dirty="0">
                <a:effectLst/>
                <a:latin typeface="Sakkal Majalla" panose="02000000000000000000" pitchFamily="2" charset="-78"/>
                <a:cs typeface="Sakkal Majalla" panose="02000000000000000000" pitchFamily="2" charset="-78"/>
              </a:rPr>
              <a:t>لمنتجاتهم وعملياتهم.</a:t>
            </a:r>
          </a:p>
          <a:p>
            <a:pPr marL="0" indent="0" rtl="1">
              <a:buNone/>
            </a:pPr>
            <a:r>
              <a:rPr lang="ar" sz="1600" b="1" dirty="0">
                <a:effectLst/>
                <a:latin typeface="Sakkal Majalla" panose="02000000000000000000" pitchFamily="2" charset="-78"/>
                <a:cs typeface="Sakkal Majalla" panose="02000000000000000000" pitchFamily="2" charset="-78"/>
              </a:rPr>
              <a:t>البصمة/الانبعاثات الكربونية بوصفها محفز للتصميم</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تشير البصمة الكربونية للمنتج إلى إجمالي انبعاثات غازات الاحتباس الحراري المرتبطة بدورة حياته.</a:t>
            </a:r>
          </a:p>
          <a:p>
            <a:pPr rtl="1"/>
            <a:r>
              <a:rPr lang="ar" sz="1600" dirty="0">
                <a:effectLst/>
                <a:latin typeface="Sakkal Majalla" panose="02000000000000000000" pitchFamily="2" charset="-78"/>
                <a:cs typeface="Sakkal Majalla" panose="02000000000000000000" pitchFamily="2" charset="-78"/>
              </a:rPr>
              <a:t>ويمكن للمصممين استخدام البصمة الكربونية كمحفز لتحديد مجالات التحسين وتطوير حلول أكثر استدامة.</a:t>
            </a:r>
          </a:p>
          <a:p>
            <a:pPr marL="685800"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020624" y="404664"/>
            <a:ext cx="2088232"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أبحاث السوق </a:t>
            </a:r>
          </a:p>
        </p:txBody>
      </p:sp>
      <p:pic>
        <p:nvPicPr>
          <p:cNvPr id="3" name="Picture 2">
            <a:extLst>
              <a:ext uri="{FF2B5EF4-FFF2-40B4-BE49-F238E27FC236}">
                <a16:creationId xmlns:a16="http://schemas.microsoft.com/office/drawing/2014/main" id="{203D754B-3271-F019-4544-FB5071E4228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28022" y="1185854"/>
            <a:ext cx="2304256" cy="2639646"/>
          </a:xfrm>
          <a:prstGeom prst="rect">
            <a:avLst/>
          </a:prstGeom>
        </p:spPr>
      </p:pic>
      <p:pic>
        <p:nvPicPr>
          <p:cNvPr id="7" name="Picture 6">
            <a:extLst>
              <a:ext uri="{FF2B5EF4-FFF2-40B4-BE49-F238E27FC236}">
                <a16:creationId xmlns:a16="http://schemas.microsoft.com/office/drawing/2014/main" id="{8B6695F6-480E-0762-6050-34D6B3CFB8B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28021" y="4005064"/>
            <a:ext cx="2304256" cy="2664786"/>
          </a:xfrm>
          <a:prstGeom prst="rect">
            <a:avLst/>
          </a:prstGeom>
        </p:spPr>
      </p:pic>
      <p:sp>
        <p:nvSpPr>
          <p:cNvPr id="2" name="Footer Placeholder 2">
            <a:extLst>
              <a:ext uri="{FF2B5EF4-FFF2-40B4-BE49-F238E27FC236}">
                <a16:creationId xmlns:a16="http://schemas.microsoft.com/office/drawing/2014/main" id="{BE69F61B-393B-E1DF-5BEE-2A72E5EC11C3}"/>
              </a:ext>
            </a:extLst>
          </p:cNvPr>
          <p:cNvSpPr txBox="1">
            <a:spLocks/>
          </p:cNvSpPr>
          <p:nvPr/>
        </p:nvSpPr>
        <p:spPr bwMode="auto">
          <a:xfrm>
            <a:off x="8098225" y="6561490"/>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149830868"/>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0040" y="1286984"/>
            <a:ext cx="4860032" cy="30569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600" dirty="0">
                <a:effectLst/>
                <a:latin typeface="Sakkal Majalla" panose="02000000000000000000" pitchFamily="2" charset="-78"/>
                <a:cs typeface="Sakkal Majalla" panose="02000000000000000000" pitchFamily="2" charset="-78"/>
              </a:rPr>
              <a:t>يعد التصميم المراعي للمخاطر جانبًا مهمًا من الهندسة التي تركز على تحديد المخاطر ومصادر الخطر المحتملة في عملية التصميم والتخلص منها.</a:t>
            </a:r>
          </a:p>
          <a:p>
            <a:pPr rtl="1"/>
            <a:r>
              <a:rPr lang="ar" sz="1600" dirty="0">
                <a:effectLst/>
                <a:latin typeface="Sakkal Majalla" panose="02000000000000000000" pitchFamily="2" charset="-78"/>
                <a:cs typeface="Sakkal Majalla" panose="02000000000000000000" pitchFamily="2" charset="-78"/>
              </a:rPr>
              <a:t>فمن خلال النظر في عوامل السلامة والمخاطر من المراحل الأولى من التصميم، يمكن للمهندسين إنشاء منتجات أكثر أمانًا واعتمادية.</a:t>
            </a:r>
          </a:p>
          <a:p>
            <a:pPr rtl="1"/>
            <a:r>
              <a:rPr lang="ar" sz="1600" dirty="0">
                <a:effectLst/>
                <a:latin typeface="Sakkal Majalla" panose="02000000000000000000" pitchFamily="2" charset="-78"/>
                <a:cs typeface="Sakkal Majalla" panose="02000000000000000000" pitchFamily="2" charset="-78"/>
              </a:rPr>
              <a:t>يتضمن التصميم المراعي للمخاطر تحليل المخاطر المحتملة وتقييم شدتها واحتمالية حدوثها وتنفيذ تدابير للقضاء عليها أو التخفيف منها.</a:t>
            </a:r>
          </a:p>
          <a:p>
            <a:pPr rtl="1"/>
            <a:r>
              <a:rPr lang="ar" sz="1600" dirty="0">
                <a:effectLst/>
                <a:latin typeface="Sakkal Majalla" panose="02000000000000000000" pitchFamily="2" charset="-78"/>
                <a:cs typeface="Sakkal Majalla" panose="02000000000000000000" pitchFamily="2" charset="-78"/>
              </a:rPr>
              <a:t>ويساعد هذا النهج على تقليل احتمالية وقوع الحوادث والإصابات وحالات تعطل المنتج المكلفة.</a:t>
            </a:r>
          </a:p>
          <a:p>
            <a:pPr rtl="1"/>
            <a:r>
              <a:rPr lang="ar" sz="1600" dirty="0">
                <a:effectLst/>
                <a:latin typeface="Sakkal Majalla" panose="02000000000000000000" pitchFamily="2" charset="-78"/>
                <a:cs typeface="Sakkal Majalla" panose="02000000000000000000" pitchFamily="2" charset="-78"/>
              </a:rPr>
              <a:t>كما أنه يضمن الامتثال للوائح ومعايير السلامة.</a:t>
            </a:r>
          </a:p>
          <a:p>
            <a:pPr marL="685800" rtl="1"/>
            <a:endParaRPr lang="en-GB" altLang="en-US" sz="1600" dirty="0">
              <a:latin typeface="Sakkal Majalla" panose="02000000000000000000" pitchFamily="2" charset="-78"/>
              <a:cs typeface="Sakkal Majalla" panose="02000000000000000000" pitchFamily="2" charset="-78"/>
            </a:endParaRPr>
          </a:p>
          <a:p>
            <a:pPr marL="685800"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6384" y="416023"/>
            <a:ext cx="5580112"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التصميم المراعي للمخاطر بوصفه محفزًا للتصميم في الهندسة</a:t>
            </a:r>
          </a:p>
        </p:txBody>
      </p:sp>
      <p:sp>
        <p:nvSpPr>
          <p:cNvPr id="4" name="Content Placeholder 3">
            <a:extLst>
              <a:ext uri="{FF2B5EF4-FFF2-40B4-BE49-F238E27FC236}">
                <a16:creationId xmlns:a16="http://schemas.microsoft.com/office/drawing/2014/main" id="{63303A37-E318-403C-ADEC-ED45F679EA80}"/>
              </a:ext>
            </a:extLst>
          </p:cNvPr>
          <p:cNvSpPr txBox="1">
            <a:spLocks noChangeArrowheads="1"/>
          </p:cNvSpPr>
          <p:nvPr/>
        </p:nvSpPr>
        <p:spPr bwMode="auto">
          <a:xfrm>
            <a:off x="62749" y="5038121"/>
            <a:ext cx="8375503"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lnSpc>
                <a:spcPct val="107000"/>
              </a:lnSpc>
              <a:spcAft>
                <a:spcPts val="800"/>
              </a:spcAft>
            </a:pPr>
            <a:r>
              <a:rPr lang="ar" sz="1600" kern="0" dirty="0">
                <a:latin typeface="Sakkal Majalla" panose="02000000000000000000" pitchFamily="2" charset="-78"/>
                <a:ea typeface="Calibri" panose="020F0502020204030204" pitchFamily="34" charset="0"/>
                <a:cs typeface="Sakkal Majalla" panose="02000000000000000000" pitchFamily="2" charset="-78"/>
              </a:rPr>
              <a:t>الاتجاهات القائمة على السياسات التجارية أو التنظيمية أو العامة التي تمثل تحديًا للتكنولوجيا الحالية </a:t>
            </a:r>
          </a:p>
          <a:p>
            <a:pPr rtl="1">
              <a:lnSpc>
                <a:spcPct val="107000"/>
              </a:lnSpc>
              <a:spcAft>
                <a:spcPts val="800"/>
              </a:spcAft>
            </a:pPr>
            <a:r>
              <a:rPr lang="ar" sz="1600" kern="0" dirty="0">
                <a:latin typeface="Sakkal Majalla" panose="02000000000000000000" pitchFamily="2" charset="-78"/>
                <a:ea typeface="Calibri" panose="020F0502020204030204" pitchFamily="34" charset="0"/>
                <a:cs typeface="Sakkal Majalla" panose="02000000000000000000" pitchFamily="2" charset="-78"/>
              </a:rPr>
              <a:t>تصميم المنتج ليكون أكثر كفاءة واستدامة</a:t>
            </a:r>
          </a:p>
          <a:p>
            <a:pPr indent="0" algn="ctr" rtl="1">
              <a:buFont typeface="Wingdings" panose="05000000000000000000" pitchFamily="2" charset="2"/>
              <a:buNone/>
            </a:pPr>
            <a:endParaRPr lang="en-GB" altLang="en-US" sz="1600" kern="0" dirty="0">
              <a:latin typeface="Sakkal Majalla" panose="02000000000000000000" pitchFamily="2" charset="-78"/>
              <a:cs typeface="Sakkal Majalla" panose="02000000000000000000" pitchFamily="2" charset="-78"/>
            </a:endParaRPr>
          </a:p>
          <a:p>
            <a:pPr marL="685800" rtl="1"/>
            <a:endParaRPr lang="en-GB" altLang="en-US" sz="1600" kern="0" dirty="0">
              <a:latin typeface="Sakkal Majalla" panose="02000000000000000000" pitchFamily="2" charset="-78"/>
              <a:cs typeface="Sakkal Majalla" panose="02000000000000000000" pitchFamily="2" charset="-78"/>
            </a:endParaRPr>
          </a:p>
        </p:txBody>
      </p:sp>
      <p:sp>
        <p:nvSpPr>
          <p:cNvPr id="5" name="Rectangle 1">
            <a:extLst>
              <a:ext uri="{FF2B5EF4-FFF2-40B4-BE49-F238E27FC236}">
                <a16:creationId xmlns:a16="http://schemas.microsoft.com/office/drawing/2014/main" id="{5174EB9E-59CC-441C-BB8B-BDA23AE51C30}"/>
              </a:ext>
            </a:extLst>
          </p:cNvPr>
          <p:cNvSpPr>
            <a:spLocks noChangeArrowheads="1"/>
          </p:cNvSpPr>
          <p:nvPr/>
        </p:nvSpPr>
        <p:spPr bwMode="auto">
          <a:xfrm>
            <a:off x="5882476" y="4549001"/>
            <a:ext cx="2555776" cy="403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أ2 تحديات التصميم</a:t>
            </a:r>
          </a:p>
        </p:txBody>
      </p:sp>
      <p:pic>
        <p:nvPicPr>
          <p:cNvPr id="7" name="Picture 6" descr="A question mark surrounded by arrows&#10;&#10;Description automatically generated">
            <a:extLst>
              <a:ext uri="{FF2B5EF4-FFF2-40B4-BE49-F238E27FC236}">
                <a16:creationId xmlns:a16="http://schemas.microsoft.com/office/drawing/2014/main" id="{FF59524A-EA8D-FC0F-B104-DD32019321A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40184" y="1682249"/>
            <a:ext cx="3240360" cy="2449686"/>
          </a:xfrm>
          <a:prstGeom prst="rect">
            <a:avLst/>
          </a:prstGeom>
        </p:spPr>
      </p:pic>
      <p:sp>
        <p:nvSpPr>
          <p:cNvPr id="2" name="Footer Placeholder 2">
            <a:extLst>
              <a:ext uri="{FF2B5EF4-FFF2-40B4-BE49-F238E27FC236}">
                <a16:creationId xmlns:a16="http://schemas.microsoft.com/office/drawing/2014/main" id="{618AAF58-8E3E-069A-03BB-04E36672D72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926851259"/>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75856" y="1268760"/>
            <a:ext cx="5336577" cy="54675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تقليل الطاقة في التصميم</a:t>
            </a:r>
            <a:endParaRPr lang="en-GB" sz="1600" b="1"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تحديات التصميم</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اختيار المواد: اختر مواد خفيفة الوزن وذات استهلاك منخفض للطاقة في أثناء الإنتاج.</a:t>
            </a:r>
          </a:p>
          <a:p>
            <a:pPr rtl="1"/>
            <a:r>
              <a:rPr lang="ar" sz="1600" dirty="0">
                <a:effectLst/>
                <a:latin typeface="Sakkal Majalla" panose="02000000000000000000" pitchFamily="2" charset="-78"/>
                <a:cs typeface="Sakkal Majalla" panose="02000000000000000000" pitchFamily="2" charset="-78"/>
              </a:rPr>
              <a:t>مكونات موفرة للطاقة: استخدم المكونات منخفضة استهلاك الطاقة وعالية الكفاءة.</a:t>
            </a:r>
          </a:p>
          <a:p>
            <a:pPr rtl="1"/>
            <a:r>
              <a:rPr lang="ar" sz="1600" dirty="0">
                <a:effectLst/>
                <a:latin typeface="Sakkal Majalla" panose="02000000000000000000" pitchFamily="2" charset="-78"/>
                <a:cs typeface="Sakkal Majalla" panose="02000000000000000000" pitchFamily="2" charset="-78"/>
              </a:rPr>
              <a:t>التصميم لاسترجاع الطاقة: ادمج أنظمة استرجاع الطاقة لحفظ الطاقة التي قد تُهدر وإعادة استخدامها.</a:t>
            </a:r>
          </a:p>
          <a:p>
            <a:pPr rtl="1"/>
            <a:r>
              <a:rPr lang="ar" sz="1600" dirty="0">
                <a:effectLst/>
                <a:latin typeface="Sakkal Majalla" panose="02000000000000000000" pitchFamily="2" charset="-78"/>
                <a:cs typeface="Sakkal Majalla" panose="02000000000000000000" pitchFamily="2" charset="-78"/>
              </a:rPr>
              <a:t>تحسين أداء النظام: اعمل على تحسين التصميم لتقليل خسائر الطاقة وتحسين كفاءة النظام بشكل عام.</a:t>
            </a:r>
          </a:p>
          <a:p>
            <a:pPr marL="0" indent="0" rtl="1">
              <a:buNone/>
            </a:pPr>
            <a:r>
              <a:rPr lang="ar" sz="1600" b="1" dirty="0">
                <a:effectLst/>
                <a:latin typeface="Sakkal Majalla" panose="02000000000000000000" pitchFamily="2" charset="-78"/>
                <a:cs typeface="Sakkal Majalla" panose="02000000000000000000" pitchFamily="2" charset="-78"/>
              </a:rPr>
              <a:t>تقليل الطاقة في التشغيل</a:t>
            </a:r>
            <a:endParaRPr lang="en-GB" sz="1600" b="1"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تحديات التصميم</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قلل إهدار الطاقة في أثناء تشغيل المنتجات الهندسية.</a:t>
            </a:r>
          </a:p>
          <a:p>
            <a:pPr rtl="1"/>
            <a:r>
              <a:rPr lang="ar" sz="1600" dirty="0">
                <a:effectLst/>
                <a:latin typeface="Sakkal Majalla" panose="02000000000000000000" pitchFamily="2" charset="-78"/>
                <a:cs typeface="Sakkal Majalla" panose="02000000000000000000" pitchFamily="2" charset="-78"/>
              </a:rPr>
              <a:t>حسِّن كفاءة الطاقة من خلال تقليل الاحتكاك والمقاومة.</a:t>
            </a:r>
          </a:p>
          <a:p>
            <a:pPr rtl="1"/>
            <a:r>
              <a:rPr lang="ar" sz="1600" dirty="0">
                <a:effectLst/>
                <a:latin typeface="Sakkal Majalla" panose="02000000000000000000" pitchFamily="2" charset="-78"/>
                <a:cs typeface="Sakkal Majalla" panose="02000000000000000000" pitchFamily="2" charset="-78"/>
              </a:rPr>
              <a:t>استخدم التقنيات الذكية لمراقبة استهلاك الطاقة والتحكم فيه.</a:t>
            </a:r>
          </a:p>
          <a:p>
            <a:pPr rtl="1"/>
            <a:r>
              <a:rPr lang="ar" sz="1600" dirty="0">
                <a:effectLst/>
                <a:latin typeface="Sakkal Majalla" panose="02000000000000000000" pitchFamily="2" charset="-78"/>
                <a:cs typeface="Sakkal Majalla" panose="02000000000000000000" pitchFamily="2" charset="-78"/>
              </a:rPr>
              <a:t>استكشف مصادر الطاقة البديلة مثل الطاقة المتجددة.</a:t>
            </a:r>
          </a:p>
          <a:p>
            <a:pPr rtl="1">
              <a:buFont typeface="+mj-lt"/>
              <a:buAutoNum type="arabicPeriod"/>
            </a:pPr>
            <a:endParaRPr lang="en-GB" sz="1600" dirty="0">
              <a:effectLst/>
              <a:latin typeface="Sakkal Majalla" panose="02000000000000000000" pitchFamily="2" charset="-78"/>
              <a:cs typeface="Sakkal Majalla" panose="02000000000000000000" pitchFamily="2" charset="-78"/>
            </a:endParaRPr>
          </a:p>
          <a:p>
            <a:pPr indent="0" algn="ctr" rtl="1">
              <a:buNone/>
            </a:pPr>
            <a:endParaRPr lang="en-GB" altLang="en-US" sz="1600" dirty="0">
              <a:latin typeface="Sakkal Majalla" panose="02000000000000000000" pitchFamily="2" charset="-78"/>
              <a:cs typeface="Sakkal Majalla" panose="02000000000000000000" pitchFamily="2" charset="-78"/>
            </a:endParaRPr>
          </a:p>
          <a:p>
            <a:pPr marL="685800"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888432" y="404664"/>
            <a:ext cx="514806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تحديات التصميم للكفاءة والاستدامة</a:t>
            </a:r>
          </a:p>
        </p:txBody>
      </p:sp>
      <p:pic>
        <p:nvPicPr>
          <p:cNvPr id="4" name="Picture 3" descr="A logo of a plug and a green arrow&#10;&#10;Description automatically generated">
            <a:extLst>
              <a:ext uri="{FF2B5EF4-FFF2-40B4-BE49-F238E27FC236}">
                <a16:creationId xmlns:a16="http://schemas.microsoft.com/office/drawing/2014/main" id="{08B8CEB9-DECC-1C05-37BA-3E337AB70E1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4683" y="2490360"/>
            <a:ext cx="2880320" cy="2880320"/>
          </a:xfrm>
          <a:prstGeom prst="rect">
            <a:avLst/>
          </a:prstGeom>
        </p:spPr>
      </p:pic>
      <p:sp>
        <p:nvSpPr>
          <p:cNvPr id="2" name="Footer Placeholder 2">
            <a:extLst>
              <a:ext uri="{FF2B5EF4-FFF2-40B4-BE49-F238E27FC236}">
                <a16:creationId xmlns:a16="http://schemas.microsoft.com/office/drawing/2014/main" id="{67DC3333-BED6-5A33-E994-CE9D9511E7F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613001918"/>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0105" y="1287180"/>
            <a:ext cx="4851975" cy="53289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600" b="1" dirty="0">
                <a:effectLst/>
                <a:latin typeface="Sakkal Majalla" panose="02000000000000000000" pitchFamily="2" charset="-78"/>
                <a:cs typeface="Sakkal Majalla" panose="02000000000000000000" pitchFamily="2" charset="-78"/>
              </a:rPr>
              <a:t>الإطار: </a:t>
            </a:r>
            <a:r>
              <a:rPr lang="ar" sz="1600" dirty="0">
                <a:effectLst/>
                <a:latin typeface="Sakkal Majalla" panose="02000000000000000000" pitchFamily="2" charset="-78"/>
                <a:cs typeface="Sakkal Majalla" panose="02000000000000000000" pitchFamily="2" charset="-78"/>
              </a:rPr>
              <a:t>يمكن أن يؤدي تقليل كتلة الإطار بنسبة 15٪ إلى تقليل الوزن الإجمالي للمنتج بشكل كبير.</a:t>
            </a:r>
          </a:p>
          <a:p>
            <a:pPr rtl="1"/>
            <a:r>
              <a:rPr lang="ar" sz="1600" b="1" dirty="0">
                <a:effectLst/>
                <a:latin typeface="Sakkal Majalla" panose="02000000000000000000" pitchFamily="2" charset="-78"/>
                <a:cs typeface="Sakkal Majalla" panose="02000000000000000000" pitchFamily="2" charset="-78"/>
              </a:rPr>
              <a:t>الغلاف: </a:t>
            </a:r>
            <a:r>
              <a:rPr lang="ar" sz="1600" dirty="0">
                <a:effectLst/>
                <a:latin typeface="Sakkal Majalla" panose="02000000000000000000" pitchFamily="2" charset="-78"/>
                <a:cs typeface="Sakkal Majalla" panose="02000000000000000000" pitchFamily="2" charset="-78"/>
              </a:rPr>
              <a:t>من خلال تقليل كتلة الغلاف بنسبة 10٪، يصبح المنتج أكثر خفة وقابلية للحَمل.</a:t>
            </a:r>
          </a:p>
          <a:p>
            <a:pPr rtl="1"/>
            <a:r>
              <a:rPr lang="ar" sz="1600" b="1" dirty="0">
                <a:effectLst/>
                <a:latin typeface="Sakkal Majalla" panose="02000000000000000000" pitchFamily="2" charset="-78"/>
                <a:cs typeface="Sakkal Majalla" panose="02000000000000000000" pitchFamily="2" charset="-78"/>
              </a:rPr>
              <a:t>المكونات الداخلية: </a:t>
            </a:r>
            <a:r>
              <a:rPr lang="ar" sz="1600" dirty="0">
                <a:effectLst/>
                <a:latin typeface="Sakkal Majalla" panose="02000000000000000000" pitchFamily="2" charset="-78"/>
                <a:cs typeface="Sakkal Majalla" panose="02000000000000000000" pitchFamily="2" charset="-78"/>
              </a:rPr>
              <a:t>يمكن أن يؤدي انخفاض كتلة المكونات الداخلية بنسبة 20٪ إلى تحسين كفاءة المنتج وأدائه.</a:t>
            </a:r>
          </a:p>
          <a:p>
            <a:pPr rtl="1"/>
            <a:r>
              <a:rPr lang="ar" sz="1600" b="1" dirty="0">
                <a:effectLst/>
                <a:latin typeface="Sakkal Majalla" panose="02000000000000000000" pitchFamily="2" charset="-78"/>
                <a:cs typeface="Sakkal Majalla" panose="02000000000000000000" pitchFamily="2" charset="-78"/>
              </a:rPr>
              <a:t>أدوات التثبيت: </a:t>
            </a:r>
            <a:r>
              <a:rPr lang="ar" sz="1600" dirty="0">
                <a:effectLst/>
                <a:latin typeface="Sakkal Majalla" panose="02000000000000000000" pitchFamily="2" charset="-78"/>
                <a:cs typeface="Sakkal Majalla" panose="02000000000000000000" pitchFamily="2" charset="-78"/>
              </a:rPr>
              <a:t>حتى التخفيض الطفيف بنسبة 5٪ في كتلة المثبتات يمكن أن يسهم في تقليل الكتلة بشكل عام.</a:t>
            </a: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تحديات التصميم لتحسين الكفاءة</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تقليل فقد الطاقة: تقليل فقد الطاقة في المكونات لتحسين الكفاءة العامة.</a:t>
            </a:r>
          </a:p>
          <a:p>
            <a:pPr rtl="1"/>
            <a:r>
              <a:rPr lang="ar" sz="1600" dirty="0">
                <a:effectLst/>
                <a:latin typeface="Sakkal Majalla" panose="02000000000000000000" pitchFamily="2" charset="-78"/>
                <a:cs typeface="Sakkal Majalla" panose="02000000000000000000" pitchFamily="2" charset="-78"/>
              </a:rPr>
              <a:t>تبديد الحرارة: تعزيز آليات تبديد الحرارة لمنع ارتفاع درجة الحرارة وتحسين الأداء.</a:t>
            </a:r>
          </a:p>
          <a:p>
            <a:pPr rtl="1"/>
            <a:r>
              <a:rPr lang="ar" sz="1600" dirty="0">
                <a:effectLst/>
                <a:latin typeface="Sakkal Majalla" panose="02000000000000000000" pitchFamily="2" charset="-78"/>
                <a:cs typeface="Sakkal Majalla" panose="02000000000000000000" pitchFamily="2" charset="-78"/>
              </a:rPr>
              <a:t>اختيار المواد: اختيار المواد ذات الموصلية العالية والمقاومة المنخفضة لتحسين الكفاءة.</a:t>
            </a:r>
          </a:p>
          <a:p>
            <a:pPr rtl="1"/>
            <a:r>
              <a:rPr lang="ar" sz="1600" dirty="0">
                <a:effectLst/>
                <a:latin typeface="Sakkal Majalla" panose="02000000000000000000" pitchFamily="2" charset="-78"/>
                <a:cs typeface="Sakkal Majalla" panose="02000000000000000000" pitchFamily="2" charset="-78"/>
              </a:rPr>
              <a:t>تصميم مبسط: تبسيط تصميم المكونات لتقليل الاحتكاك وتحسين الكفاءة التشغيلية.</a:t>
            </a: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indent="0" algn="ctr" rtl="1">
              <a:buNone/>
            </a:pPr>
            <a:endParaRPr lang="en-GB" altLang="en-US" sz="1600" dirty="0">
              <a:latin typeface="Sakkal Majalla" panose="02000000000000000000" pitchFamily="2" charset="-78"/>
              <a:cs typeface="Sakkal Majalla" panose="02000000000000000000" pitchFamily="2" charset="-78"/>
            </a:endParaRPr>
          </a:p>
          <a:p>
            <a:pPr marL="685800"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13784" y="404664"/>
            <a:ext cx="3168352"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تقليل الأبعاد المادية</a:t>
            </a:r>
          </a:p>
        </p:txBody>
      </p:sp>
      <p:pic>
        <p:nvPicPr>
          <p:cNvPr id="5" name="Picture 4" descr="A group of white puzzle pieces&#10;&#10;Description automatically generated">
            <a:extLst>
              <a:ext uri="{FF2B5EF4-FFF2-40B4-BE49-F238E27FC236}">
                <a16:creationId xmlns:a16="http://schemas.microsoft.com/office/drawing/2014/main" id="{DF35E9C2-E10C-3079-5BAD-CFC384FCAE3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439096" y="2132856"/>
            <a:ext cx="3453384" cy="3447288"/>
          </a:xfrm>
          <a:prstGeom prst="rect">
            <a:avLst/>
          </a:prstGeom>
        </p:spPr>
      </p:pic>
      <p:sp>
        <p:nvSpPr>
          <p:cNvPr id="2" name="Footer Placeholder 2">
            <a:extLst>
              <a:ext uri="{FF2B5EF4-FFF2-40B4-BE49-F238E27FC236}">
                <a16:creationId xmlns:a16="http://schemas.microsoft.com/office/drawing/2014/main" id="{26C95E75-8F18-FB4B-091F-09210664B28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4035242091"/>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55776" y="1196752"/>
            <a:ext cx="8208712" cy="55446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يمثل تصميم منتجات هندسية مزودة بتجهيزات استرجاع الطاقة العديد من التحديات:</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التكامل: يجب دمج أنظمة استرجاع الطاقة بسلاسة في تصميم المنتج دون المساس بوظائفه أو جمالياته.</a:t>
            </a:r>
          </a:p>
          <a:p>
            <a:pPr rtl="1"/>
            <a:r>
              <a:rPr lang="ar" sz="1600" dirty="0">
                <a:effectLst/>
                <a:latin typeface="Sakkal Majalla" panose="02000000000000000000" pitchFamily="2" charset="-78"/>
                <a:cs typeface="Sakkal Majalla" panose="02000000000000000000" pitchFamily="2" charset="-78"/>
              </a:rPr>
              <a:t>الكفاءة: يجب تصميم نظام استرجاع الطاقة لزيادة كفاءة حفظ الطاقة وتحويلها.</a:t>
            </a:r>
          </a:p>
          <a:p>
            <a:pPr rtl="1"/>
            <a:r>
              <a:rPr lang="ar" sz="1600" dirty="0">
                <a:effectLst/>
                <a:latin typeface="Sakkal Majalla" panose="02000000000000000000" pitchFamily="2" charset="-78"/>
                <a:cs typeface="Sakkal Majalla" panose="02000000000000000000" pitchFamily="2" charset="-78"/>
              </a:rPr>
              <a:t>المتانة: يجب أن تكون مكونات نظام استرجاع الطاقة متينة وقادرة على تحمل ظروف تشغيل المنتج.</a:t>
            </a:r>
          </a:p>
          <a:p>
            <a:pPr rtl="1"/>
            <a:r>
              <a:rPr lang="ar" sz="1600" dirty="0">
                <a:effectLst/>
                <a:latin typeface="Sakkal Majalla" panose="02000000000000000000" pitchFamily="2" charset="-78"/>
                <a:cs typeface="Sakkal Majalla" panose="02000000000000000000" pitchFamily="2" charset="-78"/>
              </a:rPr>
              <a:t>التكلفة: تعد موازنة تكلفة تنفيذ تجهيزات استرجاع الطاقة مع التوفير المحتمل للطاقة تحديًّا رئيسًا.</a:t>
            </a:r>
          </a:p>
          <a:p>
            <a:pPr rtl="1"/>
            <a:r>
              <a:rPr lang="ar" sz="1600" dirty="0">
                <a:effectLst/>
                <a:latin typeface="Sakkal Majalla" panose="02000000000000000000" pitchFamily="2" charset="-78"/>
                <a:cs typeface="Sakkal Majalla" panose="02000000000000000000" pitchFamily="2" charset="-78"/>
              </a:rPr>
              <a:t>قابلية التوسّع: تصميم تجهيزات استرجاع الطاقة التي يمكن زيادتها أو تقليلها اعتمادًا على حجم المنتج المصمم هندسيًا وسعته.</a:t>
            </a:r>
          </a:p>
          <a:p>
            <a:pPr marL="0" indent="0" rtl="1">
              <a:buNone/>
            </a:pPr>
            <a:r>
              <a:rPr lang="ar" sz="1600" b="1" dirty="0">
                <a:latin typeface="Sakkal Majalla" panose="02000000000000000000" pitchFamily="2" charset="-78"/>
                <a:cs typeface="Sakkal Majalla" panose="02000000000000000000" pitchFamily="2" charset="-78"/>
              </a:rPr>
              <a:t>انخفاض تكاليف دورة حياة المنتج</a:t>
            </a:r>
          </a:p>
          <a:p>
            <a:pPr marL="0" indent="0" rtl="1">
              <a:buNone/>
            </a:pPr>
            <a:r>
              <a:rPr lang="ar" sz="1600" b="1" dirty="0">
                <a:effectLst/>
                <a:latin typeface="Sakkal Majalla" panose="02000000000000000000" pitchFamily="2" charset="-78"/>
                <a:cs typeface="Sakkal Majalla" panose="02000000000000000000" pitchFamily="2" charset="-78"/>
              </a:rPr>
              <a:t>تحديات التصميم</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اختيار المواد: اختيار مواد فعالة من حيث التكلفة ومتينة تلبي متطلبات الأداء.</a:t>
            </a:r>
          </a:p>
          <a:p>
            <a:pPr rtl="1"/>
            <a:r>
              <a:rPr lang="ar" sz="1600" dirty="0">
                <a:effectLst/>
                <a:latin typeface="Sakkal Majalla" panose="02000000000000000000" pitchFamily="2" charset="-78"/>
                <a:cs typeface="Sakkal Majalla" panose="02000000000000000000" pitchFamily="2" charset="-78"/>
              </a:rPr>
              <a:t>كفاءة التصنيع: تحسين عملية التصنيع لتقليل الهدر وزيادة الإنتاجية.</a:t>
            </a:r>
          </a:p>
          <a:p>
            <a:pPr rtl="1"/>
            <a:r>
              <a:rPr lang="ar" sz="1600" dirty="0">
                <a:effectLst/>
                <a:latin typeface="Sakkal Majalla" panose="02000000000000000000" pitchFamily="2" charset="-78"/>
                <a:cs typeface="Sakkal Majalla" panose="02000000000000000000" pitchFamily="2" charset="-78"/>
              </a:rPr>
              <a:t>الصيانة والإصلاحات: تصميم منتجات سهلة الصيانة والإصلاح، ما يقلل وقت التوقف عن العمل والتكاليف.</a:t>
            </a:r>
          </a:p>
          <a:p>
            <a:pPr rtl="1"/>
            <a:r>
              <a:rPr lang="ar" sz="1600" dirty="0">
                <a:effectLst/>
                <a:latin typeface="Sakkal Majalla" panose="02000000000000000000" pitchFamily="2" charset="-78"/>
                <a:cs typeface="Sakkal Majalla" panose="02000000000000000000" pitchFamily="2" charset="-78"/>
              </a:rPr>
              <a:t>كفاءة الطاقة: دمج التجهيزات الموفرة للطاقة لتقليل التكاليف التشغيلية.</a:t>
            </a:r>
          </a:p>
          <a:p>
            <a:pPr rtl="1"/>
            <a:r>
              <a:rPr lang="ar" sz="1600" dirty="0">
                <a:effectLst/>
                <a:latin typeface="Sakkal Majalla" panose="02000000000000000000" pitchFamily="2" charset="-78"/>
                <a:cs typeface="Sakkal Majalla" panose="02000000000000000000" pitchFamily="2" charset="-78"/>
              </a:rPr>
              <a:t>إدارة التخلص في نهاية العمر التشغيلي: تصميم المنتجات ذات المكونات القابلة لإعادة التدوير والنظر في عملية التخلص وإعادة التدوير.</a:t>
            </a:r>
          </a:p>
          <a:p>
            <a:pPr marL="685800"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300192" y="332656"/>
            <a:ext cx="2808312"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تجهيزات استرجاع الطاقة</a:t>
            </a:r>
          </a:p>
        </p:txBody>
      </p:sp>
      <p:sp>
        <p:nvSpPr>
          <p:cNvPr id="2" name="Footer Placeholder 2">
            <a:extLst>
              <a:ext uri="{FF2B5EF4-FFF2-40B4-BE49-F238E27FC236}">
                <a16:creationId xmlns:a16="http://schemas.microsoft.com/office/drawing/2014/main" id="{0376E659-0382-F9C5-3BE0-7E43E1AAB9D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550980002"/>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771800" y="1124744"/>
            <a:ext cx="6192688"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تحديات التصميم</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إدارة البطارية: تتطلب إدارة مصادر الطاقة المتعددة ودمجها بكفاءة، مثل محركات الاحتراق الداخلي والمحركات الكهربائية وخلايا الوقود، أنظمة إدارة بطاريات متطورة.</a:t>
            </a:r>
          </a:p>
          <a:p>
            <a:pPr rtl="1"/>
            <a:r>
              <a:rPr lang="ar" sz="1600" dirty="0">
                <a:effectLst/>
                <a:latin typeface="Sakkal Majalla" panose="02000000000000000000" pitchFamily="2" charset="-78"/>
                <a:cs typeface="Sakkal Majalla" panose="02000000000000000000" pitchFamily="2" charset="-78"/>
              </a:rPr>
              <a:t>التحكم في الطاقة: إن موازنة توزيع الطاقة وتحسين تدفق الطاقة بين مصادر الطاقة المختلفة مهمة معقدة تتطلب خوارزميات تحكم متقدمة.</a:t>
            </a:r>
          </a:p>
          <a:p>
            <a:pPr rtl="1"/>
            <a:r>
              <a:rPr lang="ar" sz="1600" dirty="0">
                <a:effectLst/>
                <a:latin typeface="Sakkal Majalla" panose="02000000000000000000" pitchFamily="2" charset="-78"/>
                <a:cs typeface="Sakkal Majalla" panose="02000000000000000000" pitchFamily="2" charset="-78"/>
              </a:rPr>
              <a:t>قيود الوزن والمساحة: يشكل دمج مصادر طاقة متعددة مع مراعاة قيود الوزن والمساحة تحديات تصميم كبيرة.</a:t>
            </a:r>
          </a:p>
          <a:p>
            <a:pPr rtl="1"/>
            <a:r>
              <a:rPr lang="ar" sz="1600" dirty="0">
                <a:effectLst/>
                <a:latin typeface="Sakkal Majalla" panose="02000000000000000000" pitchFamily="2" charset="-78"/>
                <a:cs typeface="Sakkal Majalla" panose="02000000000000000000" pitchFamily="2" charset="-78"/>
              </a:rPr>
              <a:t>بنية التجهيزات الأساسية للشحن: من المهم تطوير بنية تجهيزات أساسية اعتمادية وواسعة النطاق للشحن تدعم مصادر الطاقة المختلفة وذلك للتكامل الناجح لأنظمة الطاقة المختلفة.</a:t>
            </a:r>
          </a:p>
          <a:p>
            <a:pPr marL="0" indent="0" rtl="1">
              <a:buNone/>
            </a:pPr>
            <a:r>
              <a:rPr lang="ar" sz="1600" b="1" dirty="0">
                <a:latin typeface="Sakkal Majalla" panose="02000000000000000000" pitchFamily="2" charset="-78"/>
                <a:cs typeface="Sakkal Majalla" panose="02000000000000000000" pitchFamily="2" charset="-78"/>
              </a:rPr>
              <a:t>الاستدامة طوال دورة حياة المنتج</a:t>
            </a:r>
          </a:p>
          <a:p>
            <a:pPr marL="0" indent="0" rtl="1">
              <a:buNone/>
            </a:pPr>
            <a:r>
              <a:rPr lang="ar" sz="1600" b="1" dirty="0">
                <a:effectLst/>
                <a:latin typeface="Sakkal Majalla" panose="02000000000000000000" pitchFamily="2" charset="-78"/>
                <a:cs typeface="Sakkal Majalla" panose="02000000000000000000" pitchFamily="2" charset="-78"/>
              </a:rPr>
              <a:t>تحديات التصميم</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اختيار المواد الخام: اختيار المواد المستدامة وغير الضارة بالبيئة ذات التأثير الضئيل في البيئة.</a:t>
            </a:r>
          </a:p>
          <a:p>
            <a:pPr rtl="1"/>
            <a:r>
              <a:rPr lang="ar" sz="1600" dirty="0">
                <a:effectLst/>
                <a:latin typeface="Sakkal Majalla" panose="02000000000000000000" pitchFamily="2" charset="-78"/>
                <a:cs typeface="Sakkal Majalla" panose="02000000000000000000" pitchFamily="2" charset="-78"/>
              </a:rPr>
              <a:t>كفاءة الطاقة: تصميم منتجات تتسم بالكفاءة في استخدام الطاقة وتستهلك طاقة أقل في أثناء الاستخدام.</a:t>
            </a:r>
          </a:p>
          <a:p>
            <a:pPr rtl="1"/>
            <a:r>
              <a:rPr lang="ar" sz="1600" dirty="0">
                <a:effectLst/>
                <a:latin typeface="Sakkal Majalla" panose="02000000000000000000" pitchFamily="2" charset="-78"/>
                <a:cs typeface="Sakkal Majalla" panose="02000000000000000000" pitchFamily="2" charset="-78"/>
              </a:rPr>
              <a:t>تقليل الفاقد: تنفيذ إستراتيجيات للحد من توليد النفايات في أثناء عملية التصنيع.</a:t>
            </a:r>
          </a:p>
          <a:p>
            <a:pPr rtl="1"/>
            <a:r>
              <a:rPr lang="ar" sz="1600" dirty="0">
                <a:effectLst/>
                <a:latin typeface="Sakkal Majalla" panose="02000000000000000000" pitchFamily="2" charset="-78"/>
                <a:cs typeface="Sakkal Majalla" panose="02000000000000000000" pitchFamily="2" charset="-78"/>
              </a:rPr>
              <a:t>التخلص من المنتج: تصميم منتجات يسهل تفكيكها وإعادة تدويرها في نهاية دورة حياتها التشغيلية.</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887329" y="332656"/>
            <a:ext cx="5149167"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تكامل مصادر الطاقة المختلفة للمركبات</a:t>
            </a:r>
          </a:p>
        </p:txBody>
      </p:sp>
      <p:pic>
        <p:nvPicPr>
          <p:cNvPr id="3" name="Picture 2" descr="A small round building in a field of grass&#10;&#10;Description automatically generated">
            <a:extLst>
              <a:ext uri="{FF2B5EF4-FFF2-40B4-BE49-F238E27FC236}">
                <a16:creationId xmlns:a16="http://schemas.microsoft.com/office/drawing/2014/main" id="{F7F0B298-6717-E523-6777-C7B73340E89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1797" y="2384698"/>
            <a:ext cx="2237995" cy="3356992"/>
          </a:xfrm>
          <a:prstGeom prst="rect">
            <a:avLst/>
          </a:prstGeom>
        </p:spPr>
      </p:pic>
      <p:sp>
        <p:nvSpPr>
          <p:cNvPr id="2" name="Footer Placeholder 2">
            <a:extLst>
              <a:ext uri="{FF2B5EF4-FFF2-40B4-BE49-F238E27FC236}">
                <a16:creationId xmlns:a16="http://schemas.microsoft.com/office/drawing/2014/main" id="{C0DBCD86-E949-765C-D65A-F5D2196703A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191277977"/>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07904" y="1934325"/>
            <a:ext cx="5127497" cy="480704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600" b="1" dirty="0">
                <a:effectLst/>
                <a:latin typeface="Sakkal Majalla" panose="02000000000000000000" pitchFamily="2" charset="-78"/>
                <a:cs typeface="Sakkal Majalla" panose="02000000000000000000" pitchFamily="2" charset="-78"/>
              </a:rPr>
              <a:t>الواجهات الميكانيكية: </a:t>
            </a:r>
            <a:r>
              <a:rPr lang="ar" sz="1600" dirty="0">
                <a:effectLst/>
                <a:latin typeface="Sakkal Majalla" panose="02000000000000000000" pitchFamily="2" charset="-78"/>
                <a:cs typeface="Sakkal Majalla" panose="02000000000000000000" pitchFamily="2" charset="-78"/>
              </a:rPr>
              <a:t>غالبًا ما تستخدم الواجهات الميكانيكية للوصلات المادية بين مكونات المعدات،</a:t>
            </a:r>
          </a:p>
          <a:p>
            <a:pPr marL="373063" indent="0" rtl="1">
              <a:buNone/>
            </a:pPr>
            <a:r>
              <a:rPr lang="ar" sz="1600" dirty="0">
                <a:effectLst/>
                <a:latin typeface="Sakkal Majalla" panose="02000000000000000000" pitchFamily="2" charset="-78"/>
                <a:cs typeface="Sakkal Majalla" panose="02000000000000000000" pitchFamily="2" charset="-78"/>
              </a:rPr>
              <a:t>حيث توفر الاستقرار والقوة والدقة في نقل القوى الميكانيكية.</a:t>
            </a:r>
          </a:p>
          <a:p>
            <a:pPr rtl="1"/>
            <a:r>
              <a:rPr lang="ar" sz="1600" b="1" dirty="0">
                <a:effectLst/>
                <a:latin typeface="Sakkal Majalla" panose="02000000000000000000" pitchFamily="2" charset="-78"/>
                <a:cs typeface="Sakkal Majalla" panose="02000000000000000000" pitchFamily="2" charset="-78"/>
              </a:rPr>
              <a:t>الواجهات الكهربائية:  </a:t>
            </a:r>
            <a:r>
              <a:rPr lang="ar" sz="1600" dirty="0">
                <a:effectLst/>
                <a:latin typeface="Sakkal Majalla" panose="02000000000000000000" pitchFamily="2" charset="-78"/>
                <a:cs typeface="Sakkal Majalla" panose="02000000000000000000" pitchFamily="2" charset="-78"/>
              </a:rPr>
              <a:t>تعتبر الواجهات الكهربائية ضرورية لنقل الإشارات الكهربائية والطاقة،</a:t>
            </a:r>
          </a:p>
          <a:p>
            <a:pPr marL="373063" indent="0" rtl="1">
              <a:buNone/>
            </a:pPr>
            <a:r>
              <a:rPr lang="ar" sz="1600" dirty="0">
                <a:effectLst/>
                <a:latin typeface="Sakkal Majalla" panose="02000000000000000000" pitchFamily="2" charset="-78"/>
                <a:cs typeface="Sakkal Majalla" panose="02000000000000000000" pitchFamily="2" charset="-78"/>
              </a:rPr>
              <a:t>حيث تضمن الاتصال المناسب والعزل والحماية من المخاطر الكهربائية.</a:t>
            </a:r>
          </a:p>
          <a:p>
            <a:pPr rtl="1"/>
            <a:r>
              <a:rPr lang="ar" sz="1600" b="1" dirty="0">
                <a:effectLst/>
                <a:latin typeface="Sakkal Majalla" panose="02000000000000000000" pitchFamily="2" charset="-78"/>
                <a:cs typeface="Sakkal Majalla" panose="02000000000000000000" pitchFamily="2" charset="-78"/>
              </a:rPr>
              <a:t>الواجهات الهيدروليكية: </a:t>
            </a:r>
            <a:r>
              <a:rPr lang="ar" sz="1600" dirty="0">
                <a:effectLst/>
                <a:latin typeface="Sakkal Majalla" panose="02000000000000000000" pitchFamily="2" charset="-78"/>
                <a:cs typeface="Sakkal Majalla" panose="02000000000000000000" pitchFamily="2" charset="-78"/>
              </a:rPr>
              <a:t>تستخدم الواجهات الهيدروليكية في الأنظمة التي تتضمن نقل طاقة السوائل،</a:t>
            </a:r>
          </a:p>
          <a:p>
            <a:pPr marL="373063" indent="0" rtl="1">
              <a:buNone/>
            </a:pPr>
            <a:r>
              <a:rPr lang="ar" sz="1600" dirty="0">
                <a:effectLst/>
                <a:latin typeface="Sakkal Majalla" panose="02000000000000000000" pitchFamily="2" charset="-78"/>
                <a:cs typeface="Sakkal Majalla" panose="02000000000000000000" pitchFamily="2" charset="-78"/>
              </a:rPr>
              <a:t>حيث توفر التحكم والكفاءة والاعتمادية في تشغيل المعدات الهيدروليكية.</a:t>
            </a:r>
          </a:p>
          <a:p>
            <a:pPr rtl="1"/>
            <a:r>
              <a:rPr lang="ar" sz="1600" b="1" dirty="0">
                <a:effectLst/>
                <a:latin typeface="Sakkal Majalla" panose="02000000000000000000" pitchFamily="2" charset="-78"/>
                <a:cs typeface="Sakkal Majalla" panose="02000000000000000000" pitchFamily="2" charset="-78"/>
              </a:rPr>
              <a:t>الواجهات البرمجية: </a:t>
            </a:r>
            <a:r>
              <a:rPr lang="ar" sz="1600" dirty="0">
                <a:effectLst/>
                <a:latin typeface="Sakkal Majalla" panose="02000000000000000000" pitchFamily="2" charset="-78"/>
                <a:cs typeface="Sakkal Majalla" panose="02000000000000000000" pitchFamily="2" charset="-78"/>
              </a:rPr>
              <a:t>تتيح الواجهات البرمجية الاتصال والتفاعل بين الأنظمة البرمجية المختلفة.</a:t>
            </a:r>
          </a:p>
          <a:p>
            <a:pPr marL="373063" indent="0" rtl="1">
              <a:buNone/>
            </a:pPr>
            <a:r>
              <a:rPr lang="ar" sz="1600" dirty="0">
                <a:effectLst/>
                <a:latin typeface="Sakkal Majalla" panose="02000000000000000000" pitchFamily="2" charset="-78"/>
                <a:cs typeface="Sakkal Majalla" panose="02000000000000000000" pitchFamily="2" charset="-78"/>
              </a:rPr>
              <a:t>وتسهل تبادل البيانات وقابلية التشغيل البيني والتكامل السلس لمكونات البرامج.</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064249" y="260648"/>
            <a:ext cx="5972247"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أ3 القيود والفرص على مستوى المعدات ومستوى النظام:</a:t>
            </a:r>
          </a:p>
        </p:txBody>
      </p:sp>
      <p:pic>
        <p:nvPicPr>
          <p:cNvPr id="3" name="Picture 2" descr="A hand reaching out to touch a glowing green leaf&#10;&#10;Description automatically generated">
            <a:extLst>
              <a:ext uri="{FF2B5EF4-FFF2-40B4-BE49-F238E27FC236}">
                <a16:creationId xmlns:a16="http://schemas.microsoft.com/office/drawing/2014/main" id="{0506A556-329A-76F9-341B-EEC7AD5A43A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8599" y="2708920"/>
            <a:ext cx="3183281" cy="2436802"/>
          </a:xfrm>
          <a:prstGeom prst="rect">
            <a:avLst/>
          </a:prstGeom>
        </p:spPr>
      </p:pic>
      <p:sp>
        <p:nvSpPr>
          <p:cNvPr id="5" name="Content Placeholder 3">
            <a:extLst>
              <a:ext uri="{FF2B5EF4-FFF2-40B4-BE49-F238E27FC236}">
                <a16:creationId xmlns:a16="http://schemas.microsoft.com/office/drawing/2014/main" id="{C0F11702-7593-8247-5934-65A58F46B822}"/>
              </a:ext>
            </a:extLst>
          </p:cNvPr>
          <p:cNvSpPr txBox="1">
            <a:spLocks noChangeArrowheads="1"/>
          </p:cNvSpPr>
          <p:nvPr/>
        </p:nvSpPr>
        <p:spPr bwMode="auto">
          <a:xfrm>
            <a:off x="611560" y="1124744"/>
            <a:ext cx="8208912" cy="901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600" b="1" kern="0" dirty="0">
                <a:latin typeface="Sakkal Majalla" panose="02000000000000000000" pitchFamily="2" charset="-78"/>
                <a:cs typeface="Sakkal Majalla" panose="02000000000000000000" pitchFamily="2" charset="-78"/>
              </a:rPr>
              <a:t>أسباب اختيار حلول مختلفة لواجهات المعدات
العوامل التي تضع قيودًا وتوفر فرصًا على مستوى المعدات لتصميم المنتجات الهندسية، بما فيها:</a:t>
            </a:r>
          </a:p>
        </p:txBody>
      </p:sp>
      <p:sp>
        <p:nvSpPr>
          <p:cNvPr id="2" name="Footer Placeholder 2">
            <a:extLst>
              <a:ext uri="{FF2B5EF4-FFF2-40B4-BE49-F238E27FC236}">
                <a16:creationId xmlns:a16="http://schemas.microsoft.com/office/drawing/2014/main" id="{6BF35DB2-AA4F-8B88-7F18-81E02E47383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720366027"/>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412776"/>
            <a:ext cx="8352928"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800" b="1" dirty="0">
                <a:effectLst/>
                <a:latin typeface="Sakkal Majalla" panose="02000000000000000000" pitchFamily="2" charset="-78"/>
                <a:cs typeface="Sakkal Majalla" panose="02000000000000000000" pitchFamily="2" charset="-78"/>
              </a:rPr>
              <a:t>التبريد: </a:t>
            </a:r>
            <a:r>
              <a:rPr lang="ar" sz="1800" dirty="0">
                <a:effectLst/>
                <a:latin typeface="Sakkal Majalla" panose="02000000000000000000" pitchFamily="2" charset="-78"/>
                <a:cs typeface="Sakkal Majalla" panose="02000000000000000000" pitchFamily="2" charset="-78"/>
              </a:rPr>
              <a:t>راعي متطلبات التبريد وتأكد من التهوية المناسبة وتبديد الحرارة للحصول على الأداء الأمثل للمعدات.</a:t>
            </a:r>
          </a:p>
          <a:p>
            <a:pPr rtl="1"/>
            <a:r>
              <a:rPr lang="ar" sz="1800" b="1" dirty="0">
                <a:effectLst/>
                <a:latin typeface="Sakkal Majalla" panose="02000000000000000000" pitchFamily="2" charset="-78"/>
                <a:cs typeface="Sakkal Majalla" panose="02000000000000000000" pitchFamily="2" charset="-78"/>
              </a:rPr>
              <a:t>الموقع: </a:t>
            </a:r>
            <a:r>
              <a:rPr lang="ar" sz="1800" dirty="0">
                <a:effectLst/>
                <a:latin typeface="Sakkal Majalla" panose="02000000000000000000" pitchFamily="2" charset="-78"/>
                <a:cs typeface="Sakkal Majalla" panose="02000000000000000000" pitchFamily="2" charset="-78"/>
              </a:rPr>
              <a:t>حدد الموقع المثالي لوضع المعدات لتحقيق أقصى قدر من الأداء وتقليل التداخل.</a:t>
            </a:r>
          </a:p>
          <a:p>
            <a:pPr rtl="1"/>
            <a:r>
              <a:rPr lang="ar" sz="1800" b="1" dirty="0">
                <a:effectLst/>
                <a:latin typeface="Sakkal Majalla" panose="02000000000000000000" pitchFamily="2" charset="-78"/>
                <a:cs typeface="Sakkal Majalla" panose="02000000000000000000" pitchFamily="2" charset="-78"/>
              </a:rPr>
              <a:t>الربط الأرضي لفرق الجهد: </a:t>
            </a:r>
            <a:r>
              <a:rPr lang="ar" sz="1800" dirty="0">
                <a:effectLst/>
                <a:latin typeface="Sakkal Majalla" panose="02000000000000000000" pitchFamily="2" charset="-78"/>
                <a:cs typeface="Sakkal Majalla" panose="02000000000000000000" pitchFamily="2" charset="-78"/>
              </a:rPr>
              <a:t>تأكد من الربط والتأريض المناسبين للحفاظ على التوافق الكهربائي والإلكتروني.</a:t>
            </a:r>
          </a:p>
          <a:p>
            <a:pPr rtl="1"/>
            <a:r>
              <a:rPr lang="ar" sz="1800" b="1" dirty="0">
                <a:effectLst/>
                <a:latin typeface="Sakkal Majalla" panose="02000000000000000000" pitchFamily="2" charset="-78"/>
                <a:cs typeface="Sakkal Majalla" panose="02000000000000000000" pitchFamily="2" charset="-78"/>
              </a:rPr>
              <a:t>مركز الجاذبية: </a:t>
            </a:r>
            <a:r>
              <a:rPr lang="ar" sz="1800" dirty="0">
                <a:effectLst/>
                <a:latin typeface="Sakkal Majalla" panose="02000000000000000000" pitchFamily="2" charset="-78"/>
                <a:cs typeface="Sakkal Majalla" panose="02000000000000000000" pitchFamily="2" charset="-78"/>
              </a:rPr>
              <a:t>راع مركز الجاذبية لضمان استقرار النظام وتوازنه.</a:t>
            </a:r>
          </a:p>
          <a:p>
            <a:pPr rtl="1"/>
            <a:r>
              <a:rPr lang="ar" sz="1800" b="1" dirty="0">
                <a:effectLst/>
                <a:latin typeface="Sakkal Majalla" panose="02000000000000000000" pitchFamily="2" charset="-78"/>
                <a:cs typeface="Sakkal Majalla" panose="02000000000000000000" pitchFamily="2" charset="-78"/>
              </a:rPr>
              <a:t>التوافق الكهربائي والإلكتروني: </a:t>
            </a:r>
            <a:r>
              <a:rPr lang="ar" sz="1800" dirty="0">
                <a:effectLst/>
                <a:latin typeface="Sakkal Majalla" panose="02000000000000000000" pitchFamily="2" charset="-78"/>
                <a:cs typeface="Sakkal Majalla" panose="02000000000000000000" pitchFamily="2" charset="-78"/>
              </a:rPr>
              <a:t>ضمان التوافق بين المكونات الكهربائية والإلكترونية المختلفة لتحقيق التكامل السلس.</a:t>
            </a:r>
          </a:p>
          <a:p>
            <a:pPr rtl="1"/>
            <a:r>
              <a:rPr lang="ar" sz="1800" b="1" dirty="0">
                <a:effectLst/>
                <a:latin typeface="Sakkal Majalla" panose="02000000000000000000" pitchFamily="2" charset="-78"/>
                <a:cs typeface="Sakkal Majalla" panose="02000000000000000000" pitchFamily="2" charset="-78"/>
              </a:rPr>
              <a:t>اعتبارات مستوى النظام: </a:t>
            </a:r>
            <a:r>
              <a:rPr lang="ar" sz="1800" dirty="0">
                <a:effectLst/>
                <a:latin typeface="Sakkal Majalla" panose="02000000000000000000" pitchFamily="2" charset="-78"/>
                <a:cs typeface="Sakkal Majalla" panose="02000000000000000000" pitchFamily="2" charset="-78"/>
              </a:rPr>
              <a:t>يجب أن يراعي تصميم المعدات القيود والفرص المقدمة على مستوى النظام، ما يضمن التوافق والتكامل مع المكونات الأخرى.</a:t>
            </a:r>
          </a:p>
          <a:p>
            <a:pPr rtl="1">
              <a:buFont typeface="Arial" panose="020B0604020202020204" pitchFamily="34" charset="0"/>
              <a:buChar char="•"/>
            </a:pPr>
            <a:endParaRPr lang="en-GB" sz="180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64088" y="332656"/>
            <a:ext cx="3744416"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b="1" dirty="0">
                <a:latin typeface="Sakkal Majalla" panose="02000000000000000000" pitchFamily="2" charset="-78"/>
                <a:cs typeface="Sakkal Majalla" panose="02000000000000000000" pitchFamily="2" charset="-78"/>
              </a:rPr>
              <a:t>عمليات التوفيق في تكامل الأنظمة</a:t>
            </a:r>
          </a:p>
        </p:txBody>
      </p:sp>
      <p:sp>
        <p:nvSpPr>
          <p:cNvPr id="2" name="Footer Placeholder 2">
            <a:extLst>
              <a:ext uri="{FF2B5EF4-FFF2-40B4-BE49-F238E27FC236}">
                <a16:creationId xmlns:a16="http://schemas.microsoft.com/office/drawing/2014/main" id="{D15469FA-170F-081D-6FAE-9C6DA1A9235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415315744"/>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a:extLst>
              <a:ext uri="{FF2B5EF4-FFF2-40B4-BE49-F238E27FC236}">
                <a16:creationId xmlns:a16="http://schemas.microsoft.com/office/drawing/2014/main" id="{D4FC43E3-52EA-BBBD-7C43-3B8FC3AD65A0}"/>
              </a:ext>
            </a:extLst>
          </p:cNvPr>
          <p:cNvSpPr>
            <a:spLocks noGrp="1" noChangeArrowheads="1"/>
          </p:cNvSpPr>
          <p:nvPr>
            <p:ph sz="half" idx="2"/>
          </p:nvPr>
        </p:nvSpPr>
        <p:spPr bwMode="auto">
          <a:xfrm>
            <a:off x="539552" y="1196752"/>
            <a:ext cx="8136904" cy="54455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800" b="1" dirty="0">
                <a:effectLst/>
                <a:latin typeface="Sakkal Majalla" panose="02000000000000000000" pitchFamily="2" charset="-78"/>
                <a:cs typeface="Sakkal Majalla" panose="02000000000000000000" pitchFamily="2" charset="-78"/>
              </a:rPr>
              <a:t>التوافق الكهرومغناطيسي (EMC): </a:t>
            </a:r>
            <a:r>
              <a:rPr lang="ar" sz="1800" dirty="0">
                <a:effectLst/>
                <a:latin typeface="Sakkal Majalla" panose="02000000000000000000" pitchFamily="2" charset="-78"/>
                <a:cs typeface="Sakkal Majalla" panose="02000000000000000000" pitchFamily="2" charset="-78"/>
              </a:rPr>
              <a:t>يجب تصميم المعدات بحيث تلبي متطلبات التوافق الكهرومغناطيسي، ما يقلل التداخل مع الأجهزة الإلكترونية الأخرى.</a:t>
            </a:r>
          </a:p>
          <a:p>
            <a:pPr rtl="1"/>
            <a:r>
              <a:rPr lang="ar" sz="1800" b="1" dirty="0">
                <a:effectLst/>
                <a:latin typeface="Sakkal Majalla" panose="02000000000000000000" pitchFamily="2" charset="-78"/>
                <a:cs typeface="Sakkal Majalla" panose="02000000000000000000" pitchFamily="2" charset="-78"/>
              </a:rPr>
              <a:t>الكتلة: </a:t>
            </a:r>
            <a:r>
              <a:rPr lang="ar" sz="1800" dirty="0">
                <a:effectLst/>
                <a:latin typeface="Sakkal Majalla" panose="02000000000000000000" pitchFamily="2" charset="-78"/>
                <a:cs typeface="Sakkal Majalla" panose="02000000000000000000" pitchFamily="2" charset="-78"/>
              </a:rPr>
              <a:t>يجب تحسين كتلة المعدات لضمان سهولة المناولة والنقل والتركيب.</a:t>
            </a:r>
          </a:p>
          <a:p>
            <a:pPr rtl="1"/>
            <a:r>
              <a:rPr lang="ar" sz="1800" b="1" dirty="0">
                <a:effectLst/>
                <a:latin typeface="Sakkal Majalla" panose="02000000000000000000" pitchFamily="2" charset="-78"/>
                <a:cs typeface="Sakkal Majalla" panose="02000000000000000000" pitchFamily="2" charset="-78"/>
              </a:rPr>
              <a:t>التبريد: </a:t>
            </a:r>
            <a:r>
              <a:rPr lang="ar" sz="1800" dirty="0">
                <a:effectLst/>
                <a:latin typeface="Sakkal Majalla" panose="02000000000000000000" pitchFamily="2" charset="-78"/>
                <a:cs typeface="Sakkal Majalla" panose="02000000000000000000" pitchFamily="2" charset="-78"/>
              </a:rPr>
              <a:t>يجب أن تتضمن المعدات آليات تبريد فعالة لمنع ارتفاع درجة الحرارة وضمان الأداء الأمثل وطول العمر.</a:t>
            </a:r>
          </a:p>
          <a:p>
            <a:pPr rtl="1">
              <a:buFont typeface="Arial" panose="020B0604020202020204" pitchFamily="34" charset="0"/>
              <a:buChar char="•"/>
            </a:pPr>
            <a:endParaRPr lang="en-GB" sz="1800" dirty="0">
              <a:latin typeface="Sakkal Majalla" panose="02000000000000000000" pitchFamily="2" charset="-78"/>
              <a:cs typeface="Sakkal Majalla" panose="02000000000000000000" pitchFamily="2" charset="-78"/>
            </a:endParaRPr>
          </a:p>
          <a:p>
            <a:pPr marL="0" indent="0" rtl="1">
              <a:buNone/>
            </a:pPr>
            <a:r>
              <a:rPr lang="ar" sz="1800" b="1" dirty="0">
                <a:latin typeface="Sakkal Majalla" panose="02000000000000000000" pitchFamily="2" charset="-78"/>
                <a:cs typeface="Sakkal Majalla" panose="02000000000000000000" pitchFamily="2" charset="-78"/>
              </a:rPr>
              <a:t>تصنيع فعال من حيث التكلفة:</a:t>
            </a:r>
          </a:p>
          <a:p>
            <a:pPr rtl="1"/>
            <a:r>
              <a:rPr lang="ar" sz="1800" b="1" dirty="0">
                <a:effectLst/>
                <a:latin typeface="Sakkal Majalla" panose="02000000000000000000" pitchFamily="2" charset="-78"/>
                <a:cs typeface="Sakkal Majalla" panose="02000000000000000000" pitchFamily="2" charset="-78"/>
              </a:rPr>
              <a:t>نفقات رأس المال: </a:t>
            </a:r>
            <a:r>
              <a:rPr lang="ar" sz="1800" dirty="0">
                <a:effectLst/>
                <a:latin typeface="Sakkal Majalla" panose="02000000000000000000" pitchFamily="2" charset="-78"/>
                <a:cs typeface="Sakkal Majalla" panose="02000000000000000000" pitchFamily="2" charset="-78"/>
              </a:rPr>
              <a:t>يجب وضع اعتبارات لتقليل الاستثمار الأولي المطلوب لمعدات التصنيع.</a:t>
            </a:r>
          </a:p>
          <a:p>
            <a:pPr rtl="1"/>
            <a:r>
              <a:rPr lang="ar" sz="1800" b="1" dirty="0">
                <a:effectLst/>
                <a:latin typeface="Sakkal Majalla" panose="02000000000000000000" pitchFamily="2" charset="-78"/>
                <a:cs typeface="Sakkal Majalla" panose="02000000000000000000" pitchFamily="2" charset="-78"/>
              </a:rPr>
              <a:t>استخدام الأدوات: </a:t>
            </a:r>
            <a:r>
              <a:rPr lang="ar" sz="1800" dirty="0">
                <a:effectLst/>
                <a:latin typeface="Sakkal Majalla" panose="02000000000000000000" pitchFamily="2" charset="-78"/>
                <a:cs typeface="Sakkal Majalla" panose="02000000000000000000" pitchFamily="2" charset="-78"/>
              </a:rPr>
              <a:t>يمكن أن يساعد الاستخدام الفعال للأدوات على تقليل تكاليف التصنيع وتحسين الإنتاجية.</a:t>
            </a:r>
            <a:endParaRPr lang="en-GB" sz="1800" dirty="0">
              <a:latin typeface="Sakkal Majalla" panose="02000000000000000000" pitchFamily="2" charset="-78"/>
              <a:cs typeface="Sakkal Majalla" panose="02000000000000000000" pitchFamily="2" charset="-78"/>
            </a:endParaRPr>
          </a:p>
          <a:p>
            <a:pPr rtl="1"/>
            <a:r>
              <a:rPr lang="ar" sz="1800" b="1" dirty="0">
                <a:effectLst/>
                <a:latin typeface="Sakkal Majalla" panose="02000000000000000000" pitchFamily="2" charset="-78"/>
                <a:cs typeface="Sakkal Majalla" panose="02000000000000000000" pitchFamily="2" charset="-78"/>
              </a:rPr>
              <a:t>تكلفة الإعداد: </a:t>
            </a:r>
            <a:r>
              <a:rPr lang="ar" sz="1800" dirty="0">
                <a:effectLst/>
                <a:latin typeface="Sakkal Majalla" panose="02000000000000000000" pitchFamily="2" charset="-78"/>
                <a:cs typeface="Sakkal Majalla" panose="02000000000000000000" pitchFamily="2" charset="-78"/>
              </a:rPr>
              <a:t>من المهم تقليل وقت الإعداد والتكلفة لتحقيق عمليات تصنيع فعالة من حيث التكلفة.</a:t>
            </a:r>
            <a:endParaRPr lang="en-GB" sz="1800" dirty="0">
              <a:latin typeface="Sakkal Majalla" panose="02000000000000000000" pitchFamily="2" charset="-78"/>
              <a:cs typeface="Sakkal Majalla" panose="02000000000000000000" pitchFamily="2" charset="-78"/>
            </a:endParaRPr>
          </a:p>
          <a:p>
            <a:pPr rtl="1"/>
            <a:endParaRPr lang="en-GB" sz="1800" dirty="0">
              <a:effectLst/>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800" dirty="0">
              <a:effectLst/>
              <a:latin typeface="Sakkal Majalla" panose="02000000000000000000" pitchFamily="2" charset="-78"/>
              <a:cs typeface="Sakkal Majalla" panose="02000000000000000000" pitchFamily="2" charset="-78"/>
            </a:endParaRPr>
          </a:p>
        </p:txBody>
      </p:sp>
      <p:sp>
        <p:nvSpPr>
          <p:cNvPr id="8" name="Rectangle 1">
            <a:extLst>
              <a:ext uri="{FF2B5EF4-FFF2-40B4-BE49-F238E27FC236}">
                <a16:creationId xmlns:a16="http://schemas.microsoft.com/office/drawing/2014/main" id="{34823CA6-5CCC-7B90-97E0-7267E1CF852D}"/>
              </a:ext>
            </a:extLst>
          </p:cNvPr>
          <p:cNvSpPr>
            <a:spLocks noChangeArrowheads="1"/>
          </p:cNvSpPr>
          <p:nvPr/>
        </p:nvSpPr>
        <p:spPr bwMode="auto">
          <a:xfrm>
            <a:off x="5292080" y="332656"/>
            <a:ext cx="3744416"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عمليات التوفيق في تكامل الأنظمة</a:t>
            </a:r>
          </a:p>
        </p:txBody>
      </p:sp>
      <p:sp>
        <p:nvSpPr>
          <p:cNvPr id="2" name="Footer Placeholder 2">
            <a:extLst>
              <a:ext uri="{FF2B5EF4-FFF2-40B4-BE49-F238E27FC236}">
                <a16:creationId xmlns:a16="http://schemas.microsoft.com/office/drawing/2014/main" id="{3133D7E6-A512-50EF-5153-272378A8E5D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909676035"/>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9532" y="1340768"/>
            <a:ext cx="8424936" cy="29523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400" b="1" dirty="0">
                <a:effectLst/>
                <a:latin typeface="Sakkal Majalla" panose="02000000000000000000" pitchFamily="2" charset="-78"/>
                <a:cs typeface="Sakkal Majalla" panose="02000000000000000000" pitchFamily="2" charset="-78"/>
              </a:rPr>
              <a:t>اعتبارات مستوى النظام: </a:t>
            </a:r>
            <a:r>
              <a:rPr lang="ar" sz="1400" dirty="0">
                <a:effectLst/>
                <a:latin typeface="Sakkal Majalla" panose="02000000000000000000" pitchFamily="2" charset="-78"/>
                <a:cs typeface="Sakkal Majalla" panose="02000000000000000000" pitchFamily="2" charset="-78"/>
              </a:rPr>
              <a:t>يجب أن يراعي تصميم المعدات القيود والفرص المقدمة على مستوى النظام، ما يضمن التوافق والتكامل مع المكونات الأخرى.</a:t>
            </a:r>
          </a:p>
          <a:p>
            <a:pPr rtl="1"/>
            <a:r>
              <a:rPr lang="ar" sz="1400" b="1" dirty="0">
                <a:effectLst/>
                <a:latin typeface="Sakkal Majalla" panose="02000000000000000000" pitchFamily="2" charset="-78"/>
                <a:cs typeface="Sakkal Majalla" panose="02000000000000000000" pitchFamily="2" charset="-78"/>
              </a:rPr>
              <a:t>التوافق الكهرومغناطيسي (EMC): </a:t>
            </a:r>
            <a:r>
              <a:rPr lang="ar" sz="1400" dirty="0">
                <a:effectLst/>
                <a:latin typeface="Sakkal Majalla" panose="02000000000000000000" pitchFamily="2" charset="-78"/>
                <a:cs typeface="Sakkal Majalla" panose="02000000000000000000" pitchFamily="2" charset="-78"/>
              </a:rPr>
              <a:t>يجب تصميم المعدات بحيث تلبي متطلبات التوافق الكهرومغناطيسي، ما يقلل التداخل مع الأجهزة الإلكترونية الأخرى.</a:t>
            </a:r>
          </a:p>
          <a:p>
            <a:pPr rtl="1"/>
            <a:r>
              <a:rPr lang="ar" sz="1400" b="1" dirty="0">
                <a:effectLst/>
                <a:latin typeface="Sakkal Majalla" panose="02000000000000000000" pitchFamily="2" charset="-78"/>
                <a:cs typeface="Sakkal Majalla" panose="02000000000000000000" pitchFamily="2" charset="-78"/>
              </a:rPr>
              <a:t>الكتلة: </a:t>
            </a:r>
            <a:r>
              <a:rPr lang="ar" sz="1400" dirty="0">
                <a:effectLst/>
                <a:latin typeface="Sakkal Majalla" panose="02000000000000000000" pitchFamily="2" charset="-78"/>
                <a:cs typeface="Sakkal Majalla" panose="02000000000000000000" pitchFamily="2" charset="-78"/>
              </a:rPr>
              <a:t>يجب تحسين كتلة المعدات لضمان سهولة المناولة والنقل والتركيب.</a:t>
            </a:r>
          </a:p>
          <a:p>
            <a:pPr rtl="1"/>
            <a:r>
              <a:rPr lang="ar" sz="1400" b="1" dirty="0">
                <a:effectLst/>
                <a:latin typeface="Sakkal Majalla" panose="02000000000000000000" pitchFamily="2" charset="-78"/>
                <a:cs typeface="Sakkal Majalla" panose="02000000000000000000" pitchFamily="2" charset="-78"/>
              </a:rPr>
              <a:t>التبريد: </a:t>
            </a:r>
            <a:r>
              <a:rPr lang="ar" sz="1400" dirty="0">
                <a:effectLst/>
                <a:latin typeface="Sakkal Majalla" panose="02000000000000000000" pitchFamily="2" charset="-78"/>
                <a:cs typeface="Sakkal Majalla" panose="02000000000000000000" pitchFamily="2" charset="-78"/>
              </a:rPr>
              <a:t>يجب أن تتضمن المعدات آليات تبريد فعالة لمنع ارتفاع درجة الحرارة وضمان الأداء الأمثل وطول العمر.</a:t>
            </a:r>
          </a:p>
          <a:p>
            <a:pPr marL="0" indent="0" rtl="1">
              <a:buNone/>
            </a:pPr>
            <a:endParaRPr lang="en-GB" sz="1400" b="1" dirty="0">
              <a:latin typeface="Sakkal Majalla" panose="02000000000000000000" pitchFamily="2" charset="-78"/>
              <a:cs typeface="Sakkal Majalla" panose="02000000000000000000" pitchFamily="2" charset="-78"/>
            </a:endParaRPr>
          </a:p>
          <a:p>
            <a:pPr marL="0" indent="0" rtl="1">
              <a:buNone/>
            </a:pPr>
            <a:r>
              <a:rPr lang="ar" sz="1400" b="1" dirty="0">
                <a:latin typeface="Sakkal Majalla" panose="02000000000000000000" pitchFamily="2" charset="-78"/>
                <a:cs typeface="Sakkal Majalla" panose="02000000000000000000" pitchFamily="2" charset="-78"/>
              </a:rPr>
              <a:t>تصنيع فعال من حيث التكلفة:</a:t>
            </a:r>
          </a:p>
          <a:p>
            <a:pPr rtl="1"/>
            <a:r>
              <a:rPr lang="ar" sz="1400" b="1" dirty="0">
                <a:effectLst/>
                <a:latin typeface="Sakkal Majalla" panose="02000000000000000000" pitchFamily="2" charset="-78"/>
                <a:cs typeface="Sakkal Majalla" panose="02000000000000000000" pitchFamily="2" charset="-78"/>
              </a:rPr>
              <a:t>نفقات رأس المال: </a:t>
            </a:r>
            <a:r>
              <a:rPr lang="ar" sz="1400" dirty="0">
                <a:effectLst/>
                <a:latin typeface="Sakkal Majalla" panose="02000000000000000000" pitchFamily="2" charset="-78"/>
                <a:cs typeface="Sakkal Majalla" panose="02000000000000000000" pitchFamily="2" charset="-78"/>
              </a:rPr>
              <a:t>يجب وضع اعتبارات لتقليل الاستثمار الأولي المطلوب لمعدات التصنيع.</a:t>
            </a:r>
          </a:p>
          <a:p>
            <a:pPr rtl="1"/>
            <a:r>
              <a:rPr lang="ar" sz="1400" b="1" dirty="0">
                <a:effectLst/>
                <a:latin typeface="Sakkal Majalla" panose="02000000000000000000" pitchFamily="2" charset="-78"/>
                <a:cs typeface="Sakkal Majalla" panose="02000000000000000000" pitchFamily="2" charset="-78"/>
              </a:rPr>
              <a:t>استخدام الأدوات: </a:t>
            </a:r>
            <a:r>
              <a:rPr lang="ar" sz="1400" dirty="0">
                <a:effectLst/>
                <a:latin typeface="Sakkal Majalla" panose="02000000000000000000" pitchFamily="2" charset="-78"/>
                <a:cs typeface="Sakkal Majalla" panose="02000000000000000000" pitchFamily="2" charset="-78"/>
              </a:rPr>
              <a:t>يمكن أن يساعد الاستخدام الفعال للأدوات على تقليل تكاليف التصنيع وتحسين الإنتاجية.</a:t>
            </a: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تكلفة الإعداد: </a:t>
            </a:r>
            <a:r>
              <a:rPr lang="ar" sz="1400" dirty="0">
                <a:effectLst/>
                <a:latin typeface="Sakkal Majalla" panose="02000000000000000000" pitchFamily="2" charset="-78"/>
                <a:cs typeface="Sakkal Majalla" panose="02000000000000000000" pitchFamily="2" charset="-78"/>
              </a:rPr>
              <a:t>من المهم تقليل وقت الإعداد والتكلفة لتحقيق عمليات تصنيع فعالة من حيث التكلفة.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40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319464" y="346743"/>
            <a:ext cx="4824536" cy="33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مواصفات تصميم منتجات المعدات</a:t>
            </a:r>
          </a:p>
        </p:txBody>
      </p:sp>
      <p:sp>
        <p:nvSpPr>
          <p:cNvPr id="4" name="Content Placeholder 3">
            <a:extLst>
              <a:ext uri="{FF2B5EF4-FFF2-40B4-BE49-F238E27FC236}">
                <a16:creationId xmlns:a16="http://schemas.microsoft.com/office/drawing/2014/main" id="{71EDDB48-D614-4A0B-8C04-AB8AF12EBB1E}"/>
              </a:ext>
            </a:extLst>
          </p:cNvPr>
          <p:cNvSpPr txBox="1">
            <a:spLocks noChangeArrowheads="1"/>
          </p:cNvSpPr>
          <p:nvPr/>
        </p:nvSpPr>
        <p:spPr bwMode="auto">
          <a:xfrm>
            <a:off x="431540" y="4707905"/>
            <a:ext cx="8280920"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400" b="1" kern="0" dirty="0">
                <a:latin typeface="Sakkal Majalla" panose="02000000000000000000" pitchFamily="2" charset="-78"/>
                <a:cs typeface="Sakkal Majalla" panose="02000000000000000000" pitchFamily="2" charset="-78"/>
              </a:rPr>
              <a:t>تدابير السلامة: </a:t>
            </a:r>
            <a:r>
              <a:rPr lang="ar" sz="1400" kern="0" dirty="0">
                <a:latin typeface="Sakkal Majalla" panose="02000000000000000000" pitchFamily="2" charset="-78"/>
                <a:cs typeface="Sakkal Majalla" panose="02000000000000000000" pitchFamily="2" charset="-78"/>
              </a:rPr>
              <a:t>نفِّذ تقييمات شاملة للمخاطر لتحديد مصادر الخطر والمخاطر المحتملة.</a:t>
            </a:r>
          </a:p>
          <a:p>
            <a:pPr marL="628650" indent="-269875" rtl="1">
              <a:buFont typeface="Arial" panose="020B0604020202020204" pitchFamily="34" charset="0"/>
              <a:buChar char="•"/>
            </a:pPr>
            <a:r>
              <a:rPr lang="ar" sz="1400" kern="0" dirty="0">
                <a:latin typeface="Sakkal Majalla" panose="02000000000000000000" pitchFamily="2" charset="-78"/>
                <a:cs typeface="Sakkal Majalla" panose="02000000000000000000" pitchFamily="2" charset="-78"/>
              </a:rPr>
              <a:t>نفِّذ بروتوكولات وإجراءات السلامة لتقليل احتمالية وقوع الحوادث والإصابات.</a:t>
            </a:r>
          </a:p>
          <a:p>
            <a:pPr marL="628650" indent="-269875" rtl="1">
              <a:buFont typeface="Arial" panose="020B0604020202020204" pitchFamily="34" charset="0"/>
              <a:buChar char="•"/>
            </a:pPr>
            <a:r>
              <a:rPr lang="ar" sz="1400" kern="0" dirty="0">
                <a:latin typeface="Sakkal Majalla" panose="02000000000000000000" pitchFamily="2" charset="-78"/>
                <a:cs typeface="Sakkal Majalla" panose="02000000000000000000" pitchFamily="2" charset="-78"/>
              </a:rPr>
              <a:t>قدِّم التدريب والتعليم المناسبين للموظفين والعملاء بشأن ممارسات السلامة.</a:t>
            </a:r>
          </a:p>
          <a:p>
            <a:pPr rtl="1"/>
            <a:r>
              <a:rPr lang="ar" sz="1400" b="1" kern="0" dirty="0">
                <a:latin typeface="Sakkal Majalla" panose="02000000000000000000" pitchFamily="2" charset="-78"/>
                <a:cs typeface="Sakkal Majalla" panose="02000000000000000000" pitchFamily="2" charset="-78"/>
              </a:rPr>
              <a:t>تخفيف المخاطر: </a:t>
            </a:r>
            <a:r>
              <a:rPr lang="ar" sz="1400" kern="0" dirty="0">
                <a:latin typeface="Sakkal Majalla" panose="02000000000000000000" pitchFamily="2" charset="-78"/>
                <a:cs typeface="Sakkal Majalla" panose="02000000000000000000" pitchFamily="2" charset="-78"/>
              </a:rPr>
              <a:t>طوِّر ونفِّذ إستراتيجيات تخفيف مخاطر فعالة من أجل تقليل المخاطر المحتملة. راجع سياسات وإجراءات السلامة وحدثها بانتظام لضمان استمرار فعاليتها.</a:t>
            </a:r>
          </a:p>
          <a:p>
            <a:pPr marL="628650" indent="-269875" rtl="1">
              <a:buFont typeface="Arial" panose="020B0604020202020204" pitchFamily="34" charset="0"/>
              <a:buChar char="•"/>
            </a:pPr>
            <a:r>
              <a:rPr lang="ar" sz="1400" kern="0" dirty="0">
                <a:latin typeface="Sakkal Majalla" panose="02000000000000000000" pitchFamily="2" charset="-78"/>
                <a:cs typeface="Sakkal Majalla" panose="02000000000000000000" pitchFamily="2" charset="-78"/>
              </a:rPr>
              <a:t>اعمل على تعزيز ثقافة السلامة والمساءلة في جميع أنحاء المؤسسة.</a:t>
            </a:r>
          </a:p>
        </p:txBody>
      </p:sp>
      <p:sp>
        <p:nvSpPr>
          <p:cNvPr id="5" name="Rectangle 1">
            <a:extLst>
              <a:ext uri="{FF2B5EF4-FFF2-40B4-BE49-F238E27FC236}">
                <a16:creationId xmlns:a16="http://schemas.microsoft.com/office/drawing/2014/main" id="{83FA0482-30F5-4B53-A413-A1436C79F33A}"/>
              </a:ext>
            </a:extLst>
          </p:cNvPr>
          <p:cNvSpPr>
            <a:spLocks noChangeArrowheads="1"/>
          </p:cNvSpPr>
          <p:nvPr/>
        </p:nvSpPr>
        <p:spPr bwMode="auto">
          <a:xfrm>
            <a:off x="215517" y="4286365"/>
            <a:ext cx="8568951" cy="33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400" b="1" dirty="0">
                <a:latin typeface="Sakkal Majalla" panose="02000000000000000000" pitchFamily="2" charset="-78"/>
                <a:cs typeface="Sakkal Majalla" panose="02000000000000000000" pitchFamily="2" charset="-78"/>
              </a:rPr>
              <a:t>التصميم المراعي للمخاطر على الموظفين والعملاء الأفراد.</a:t>
            </a:r>
          </a:p>
        </p:txBody>
      </p:sp>
      <p:sp>
        <p:nvSpPr>
          <p:cNvPr id="2" name="Footer Placeholder 2">
            <a:extLst>
              <a:ext uri="{FF2B5EF4-FFF2-40B4-BE49-F238E27FC236}">
                <a16:creationId xmlns:a16="http://schemas.microsoft.com/office/drawing/2014/main" id="{A5A4484C-A526-CC73-7264-5BFDA9D3185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574893680"/>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419872" y="53558"/>
            <a:ext cx="5711805" cy="9271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2000" b="1" dirty="0">
                <a:latin typeface="Sakkal Majalla" panose="02000000000000000000" pitchFamily="2" charset="-78"/>
                <a:cs typeface="Sakkal Majalla" panose="02000000000000000000" pitchFamily="2" charset="-78"/>
              </a:rPr>
              <a:t>أ4 تصميم لعميل</a:t>
            </a:r>
            <a:br>
              <a:rPr lang="en-GB" altLang="en-US" sz="2000" dirty="0">
                <a:latin typeface="Sakkal Majalla" panose="02000000000000000000" pitchFamily="2" charset="-78"/>
                <a:cs typeface="Sakkal Majalla" panose="02000000000000000000" pitchFamily="2" charset="-78"/>
              </a:rPr>
            </a:br>
            <a:r>
              <a:rPr lang="ar" sz="2000" dirty="0">
                <a:latin typeface="Sakkal Majalla" panose="02000000000000000000" pitchFamily="2" charset="-78"/>
                <a:cs typeface="Sakkal Majalla" panose="02000000000000000000" pitchFamily="2" charset="-78"/>
              </a:rPr>
              <a:t>تلبية احتياجات العملاء في أثناء </a:t>
            </a:r>
            <a:br>
              <a:rPr lang="en-GB" altLang="en-US" sz="2000" dirty="0">
                <a:latin typeface="Sakkal Majalla" panose="02000000000000000000" pitchFamily="2" charset="-78"/>
                <a:cs typeface="Sakkal Majalla" panose="02000000000000000000" pitchFamily="2" charset="-78"/>
              </a:rPr>
            </a:br>
            <a:r>
              <a:rPr lang="ar" sz="2000" dirty="0">
                <a:latin typeface="Sakkal Majalla" panose="02000000000000000000" pitchFamily="2" charset="-78"/>
                <a:cs typeface="Sakkal Majalla" panose="02000000000000000000" pitchFamily="2" charset="-78"/>
              </a:rPr>
              <a:t>نشاط التصميم الهندسي. </a:t>
            </a:r>
            <a:endParaRPr lang="en-GB" altLang="en-US" sz="20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64088" y="1268760"/>
            <a:ext cx="3666852" cy="55446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1600" b="1" dirty="0">
                <a:latin typeface="Sakkal Majalla" panose="02000000000000000000" pitchFamily="2" charset="-78"/>
                <a:cs typeface="Sakkal Majalla" panose="02000000000000000000" pitchFamily="2" charset="-78"/>
              </a:rPr>
              <a:t>التصميم وفقًا لاحتياجات العملاء، أنواع العملاء</a:t>
            </a:r>
          </a:p>
          <a:p>
            <a:pPr rtl="1"/>
            <a:r>
              <a:rPr lang="ar" sz="1600" b="1" dirty="0">
                <a:effectLst/>
                <a:latin typeface="Sakkal Majalla" panose="02000000000000000000" pitchFamily="2" charset="-78"/>
                <a:cs typeface="Sakkal Majalla" panose="02000000000000000000" pitchFamily="2" charset="-78"/>
              </a:rPr>
              <a:t>العملاء الداخليون</a:t>
            </a:r>
            <a:r>
              <a:rPr lang="ar" sz="1600" dirty="0">
                <a:effectLst/>
                <a:latin typeface="Sakkal Majalla" panose="02000000000000000000" pitchFamily="2" charset="-78"/>
                <a:cs typeface="Sakkal Majalla" panose="02000000000000000000" pitchFamily="2" charset="-78"/>
              </a:rPr>
              <a:t> هم أفراد أو أقسام داخل المؤسسة نفسها يعتمدون على المخرجات أو الخدمات التي يقدمها قسم آخر. ويمكن أن يشملوا الموظفين والمديرين والإدارات الأخرى. من المهم تلبية احتياجات العملاء الداخليين لضمان سلاسة العمليات والتعاون داخل المؤسسة.</a:t>
            </a:r>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العملاء الخارجيون</a:t>
            </a:r>
            <a:r>
              <a:rPr lang="ar" sz="1600" dirty="0">
                <a:effectLst/>
                <a:latin typeface="Sakkal Majalla" panose="02000000000000000000" pitchFamily="2" charset="-78"/>
                <a:cs typeface="Sakkal Majalla" panose="02000000000000000000" pitchFamily="2" charset="-78"/>
              </a:rPr>
              <a:t> هم أفراد أو مؤسسات خارج الشركة يشترون المنتجات أو الخدمات التي تقدمها المؤسسة أو يستخدمونها. ويمكن أن يشملوا المستهلكين الأفراد أو الشركات أو الوكالات الحكومية. من المهم فهم احتياجات وتفضيلات العملاء الخارجيين لتقديم المنتجات والخدمات التي تلبي توقعاتهم وتوفر القيمة.</a:t>
            </a:r>
            <a:endParaRPr lang="en-GB" sz="16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1600" dirty="0">
              <a:solidFill>
                <a:srgbClr val="FF0000"/>
              </a:solidFill>
              <a:latin typeface="Sakkal Majalla" panose="02000000000000000000" pitchFamily="2" charset="-78"/>
              <a:cs typeface="Sakkal Majalla" panose="02000000000000000000" pitchFamily="2" charset="-78"/>
            </a:endParaRPr>
          </a:p>
        </p:txBody>
      </p:sp>
      <p:sp>
        <p:nvSpPr>
          <p:cNvPr id="4" name="Rectangle 1">
            <a:extLst>
              <a:ext uri="{FF2B5EF4-FFF2-40B4-BE49-F238E27FC236}">
                <a16:creationId xmlns:a16="http://schemas.microsoft.com/office/drawing/2014/main" id="{2913E8AD-33C8-4E35-94F7-94E6D8214064}"/>
              </a:ext>
            </a:extLst>
          </p:cNvPr>
          <p:cNvSpPr>
            <a:spLocks noChangeArrowheads="1"/>
          </p:cNvSpPr>
          <p:nvPr/>
        </p:nvSpPr>
        <p:spPr bwMode="auto">
          <a:xfrm>
            <a:off x="467544" y="1052736"/>
            <a:ext cx="4320480" cy="3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b="1">
                <a:latin typeface="Sakkal Majalla" panose="02000000000000000000" pitchFamily="2" charset="-78"/>
                <a:cs typeface="Sakkal Majalla" panose="02000000000000000000" pitchFamily="2" charset="-78"/>
              </a:rPr>
              <a:t>مواصفات/معايير تصميم المنتج</a:t>
            </a:r>
          </a:p>
        </p:txBody>
      </p:sp>
      <p:graphicFrame>
        <p:nvGraphicFramePr>
          <p:cNvPr id="2" name="Table 1">
            <a:extLst>
              <a:ext uri="{FF2B5EF4-FFF2-40B4-BE49-F238E27FC236}">
                <a16:creationId xmlns:a16="http://schemas.microsoft.com/office/drawing/2014/main" id="{EEAC5BC0-23D0-0847-92D3-4E8A05940D0B}"/>
              </a:ext>
            </a:extLst>
          </p:cNvPr>
          <p:cNvGraphicFramePr>
            <a:graphicFrameLocks noGrp="1"/>
          </p:cNvGraphicFramePr>
          <p:nvPr>
            <p:extLst>
              <p:ext uri="{D42A27DB-BD31-4B8C-83A1-F6EECF244321}">
                <p14:modId xmlns:p14="http://schemas.microsoft.com/office/powerpoint/2010/main" val="624185275"/>
              </p:ext>
            </p:extLst>
          </p:nvPr>
        </p:nvGraphicFramePr>
        <p:xfrm>
          <a:off x="113060" y="1559547"/>
          <a:ext cx="5035004" cy="4964285"/>
        </p:xfrm>
        <a:graphic>
          <a:graphicData uri="http://schemas.openxmlformats.org/drawingml/2006/table">
            <a:tbl>
              <a:tblPr rtl="1">
                <a:tableStyleId>{5C22544A-7EE6-4342-B048-85BDC9FD1C3A}</a:tableStyleId>
              </a:tblPr>
              <a:tblGrid>
                <a:gridCol w="1156593">
                  <a:extLst>
                    <a:ext uri="{9D8B030D-6E8A-4147-A177-3AD203B41FA5}">
                      <a16:colId xmlns:a16="http://schemas.microsoft.com/office/drawing/2014/main" val="2534442362"/>
                    </a:ext>
                  </a:extLst>
                </a:gridCol>
                <a:gridCol w="1343515">
                  <a:extLst>
                    <a:ext uri="{9D8B030D-6E8A-4147-A177-3AD203B41FA5}">
                      <a16:colId xmlns:a16="http://schemas.microsoft.com/office/drawing/2014/main" val="2382251006"/>
                    </a:ext>
                  </a:extLst>
                </a:gridCol>
                <a:gridCol w="1472026">
                  <a:extLst>
                    <a:ext uri="{9D8B030D-6E8A-4147-A177-3AD203B41FA5}">
                      <a16:colId xmlns:a16="http://schemas.microsoft.com/office/drawing/2014/main" val="2598720162"/>
                    </a:ext>
                  </a:extLst>
                </a:gridCol>
                <a:gridCol w="1062870">
                  <a:extLst>
                    <a:ext uri="{9D8B030D-6E8A-4147-A177-3AD203B41FA5}">
                      <a16:colId xmlns:a16="http://schemas.microsoft.com/office/drawing/2014/main" val="1558515280"/>
                    </a:ext>
                  </a:extLst>
                </a:gridCol>
              </a:tblGrid>
              <a:tr h="129911">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التكلفة</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الكمية</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الصيانة</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dirty="0">
                          <a:effectLst/>
                          <a:latin typeface="Sakkal Majalla" panose="02000000000000000000" pitchFamily="2" charset="-78"/>
                          <a:cs typeface="Sakkal Majalla" panose="02000000000000000000" pitchFamily="2" charset="-78"/>
                        </a:rPr>
                        <a:t>التشطيب/المظهر</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extLst>
                  <a:ext uri="{0D108BD9-81ED-4DB2-BD59-A6C34878D82A}">
                    <a16:rowId xmlns:a16="http://schemas.microsoft.com/office/drawing/2014/main" val="455377624"/>
                  </a:ext>
                </a:extLst>
              </a:tr>
              <a:tr h="787387">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أن يكون المنتج فعالًا من حيث التكلفة وبأسعار معقولة للسوق المستهدف</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إنتاج المنتج بكميات كافية لتلبية الطلب</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dirty="0">
                          <a:effectLst/>
                          <a:latin typeface="Sakkal Majalla" panose="02000000000000000000" pitchFamily="2" charset="-78"/>
                          <a:cs typeface="Sakkal Majalla" panose="02000000000000000000" pitchFamily="2" charset="-78"/>
                        </a:rPr>
                        <a:t>يجب أن يكون المنتج مصممًا لسهولة الصيانة والإصلاح</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dirty="0">
                          <a:effectLst/>
                          <a:latin typeface="Sakkal Majalla" panose="02000000000000000000" pitchFamily="2" charset="-78"/>
                          <a:cs typeface="Sakkal Majalla" panose="02000000000000000000" pitchFamily="2" charset="-78"/>
                        </a:rPr>
                        <a:t>يجب أن يتمتع المنتج بمظهر عالي الجودة وجذاب بصريًا</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extLst>
                  <a:ext uri="{0D108BD9-81ED-4DB2-BD59-A6C34878D82A}">
                    <a16:rowId xmlns:a16="http://schemas.microsoft.com/office/drawing/2014/main" val="2330474302"/>
                  </a:ext>
                </a:extLst>
              </a:tr>
              <a:tr h="249087">
                <a:tc>
                  <a:txBody>
                    <a:bodyPr/>
                    <a:lstStyle/>
                    <a:p>
                      <a:pPr algn="ctr" rtl="1" fontAlgn="b"/>
                      <a:r>
                        <a:rPr lang="ar" sz="1100" b="1" u="none" strike="noStrike" dirty="0">
                          <a:effectLst/>
                          <a:latin typeface="Sakkal Majalla" panose="02000000000000000000" pitchFamily="2" charset="-78"/>
                          <a:cs typeface="Sakkal Majalla" panose="02000000000000000000" pitchFamily="2" charset="-78"/>
                        </a:rPr>
                        <a:t>المواد </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الوزن</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العناصر الجمالية</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دورة حياة المنتج</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extLst>
                  <a:ext uri="{0D108BD9-81ED-4DB2-BD59-A6C34878D82A}">
                    <a16:rowId xmlns:a16="http://schemas.microsoft.com/office/drawing/2014/main" val="3051799957"/>
                  </a:ext>
                </a:extLst>
              </a:tr>
              <a:tr h="826866">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أن يكون المنتج مصنوعًا من مواد متينة ومستدامة</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أن يكون المنتج خفيف الوزن وسهل المناولة</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dirty="0">
                          <a:effectLst/>
                          <a:latin typeface="Sakkal Majalla" panose="02000000000000000000" pitchFamily="2" charset="-78"/>
                          <a:cs typeface="Sakkal Majalla" panose="02000000000000000000" pitchFamily="2" charset="-78"/>
                        </a:rPr>
                        <a:t>يجب أن يتمتع المنتج </a:t>
                      </a:r>
                      <a:br>
                        <a:rPr lang="en-GB" sz="1100" u="none" strike="noStrike" dirty="0">
                          <a:effectLst/>
                          <a:latin typeface="Sakkal Majalla" panose="02000000000000000000" pitchFamily="2" charset="-78"/>
                          <a:cs typeface="Sakkal Majalla" panose="02000000000000000000" pitchFamily="2" charset="-78"/>
                        </a:rPr>
                      </a:br>
                      <a:r>
                        <a:rPr lang="ar" sz="1100" u="none" strike="noStrike" dirty="0">
                          <a:effectLst/>
                          <a:latin typeface="Sakkal Majalla" panose="02000000000000000000" pitchFamily="2" charset="-78"/>
                          <a:cs typeface="Sakkal Majalla" panose="02000000000000000000" pitchFamily="2" charset="-78"/>
                        </a:rPr>
                        <a:t>بتصميم جذاب وحديث</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dirty="0">
                          <a:effectLst/>
                          <a:latin typeface="Sakkal Majalla" panose="02000000000000000000" pitchFamily="2" charset="-78"/>
                          <a:cs typeface="Sakkal Majalla" panose="02000000000000000000" pitchFamily="2" charset="-78"/>
                        </a:rPr>
                        <a:t>يجب أن يتمتع المنتج بدورة حياة طويلة وألا يضر البيئة</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extLst>
                  <a:ext uri="{0D108BD9-81ED-4DB2-BD59-A6C34878D82A}">
                    <a16:rowId xmlns:a16="http://schemas.microsoft.com/office/drawing/2014/main" val="2555809843"/>
                  </a:ext>
                </a:extLst>
              </a:tr>
              <a:tr h="129911">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الاستدامة</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البصمة/الانبعاثات الكربونية</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الاعتمادية</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dirty="0">
                          <a:effectLst/>
                          <a:latin typeface="Sakkal Majalla" panose="02000000000000000000" pitchFamily="2" charset="-78"/>
                          <a:cs typeface="Sakkal Majalla" panose="02000000000000000000" pitchFamily="2" charset="-78"/>
                        </a:rPr>
                        <a:t>السلامة والأمان</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extLst>
                  <a:ext uri="{0D108BD9-81ED-4DB2-BD59-A6C34878D82A}">
                    <a16:rowId xmlns:a16="http://schemas.microsoft.com/office/drawing/2014/main" val="1479131395"/>
                  </a:ext>
                </a:extLst>
              </a:tr>
              <a:tr h="738304">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تصميم المنتج باتباع ممارسات، وباستخدام مواد، مستدامة</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dirty="0">
                          <a:effectLst/>
                          <a:latin typeface="Sakkal Majalla" panose="02000000000000000000" pitchFamily="2" charset="-78"/>
                          <a:cs typeface="Sakkal Majalla" panose="02000000000000000000" pitchFamily="2" charset="-78"/>
                        </a:rPr>
                        <a:t>يجب أن يكون للمنتج بصمة كربونية منخفضة وأن يقلل انبعاثات غازات الاحتباس الحراري</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أن يكون المنتج اعتماديًا ويعمل باستمرار بمرور الوقت</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dirty="0">
                          <a:effectLst/>
                          <a:latin typeface="Sakkal Majalla" panose="02000000000000000000" pitchFamily="2" charset="-78"/>
                          <a:cs typeface="Sakkal Majalla" panose="02000000000000000000" pitchFamily="2" charset="-78"/>
                        </a:rPr>
                        <a:t>يجب أن يفي المنتج بجميع معايير ولوائح السلامة</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extLst>
                  <a:ext uri="{0D108BD9-81ED-4DB2-BD59-A6C34878D82A}">
                    <a16:rowId xmlns:a16="http://schemas.microsoft.com/office/drawing/2014/main" val="1362669749"/>
                  </a:ext>
                </a:extLst>
              </a:tr>
              <a:tr h="129911">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الاختبار</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الملاءمة والراحة</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سهولة الاستخدام</a:t>
                      </a:r>
                      <a:endParaRPr lang="en-GB" sz="1100" b="1" i="0" u="none" strike="noStrike">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المنافسة</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extLst>
                  <a:ext uri="{0D108BD9-81ED-4DB2-BD59-A6C34878D82A}">
                    <a16:rowId xmlns:a16="http://schemas.microsoft.com/office/drawing/2014/main" val="3105795157"/>
                  </a:ext>
                </a:extLst>
              </a:tr>
              <a:tr h="738304">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أن يخضع المنتج لاختبارات صارمة لضمان الجودة والأداء الوظيفي</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تصميم المنتج مع مراعاة الملاءمة وراحة المستخدم</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أن يكون المنتج سهل الاستخدام وبديهيًا للسوق المستهدف</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dirty="0">
                          <a:effectLst/>
                          <a:latin typeface="Sakkal Majalla" panose="02000000000000000000" pitchFamily="2" charset="-78"/>
                          <a:cs typeface="Sakkal Majalla" panose="02000000000000000000" pitchFamily="2" charset="-78"/>
                        </a:rPr>
                        <a:t>يجب أن يميز المنتج نفسه عن منتجات المنافسين في السوق</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extLst>
                  <a:ext uri="{0D108BD9-81ED-4DB2-BD59-A6C34878D82A}">
                    <a16:rowId xmlns:a16="http://schemas.microsoft.com/office/drawing/2014/main" val="1074402961"/>
                  </a:ext>
                </a:extLst>
              </a:tr>
              <a:tr h="249087">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السوق</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b"/>
                      <a:r>
                        <a:rPr lang="ar" sz="1100" b="1" u="none" strike="noStrike" dirty="0">
                          <a:effectLst/>
                          <a:latin typeface="Sakkal Majalla" panose="02000000000000000000" pitchFamily="2" charset="-78"/>
                          <a:cs typeface="Sakkal Majalla" panose="02000000000000000000" pitchFamily="2" charset="-78"/>
                        </a:rPr>
                        <a:t>منشأة التصنيع</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ctr" rtl="1" fontAlgn="b"/>
                      <a:r>
                        <a:rPr lang="ar" sz="1100" b="1" u="none" strike="noStrike">
                          <a:effectLst/>
                          <a:latin typeface="Sakkal Majalla" panose="02000000000000000000" pitchFamily="2" charset="-78"/>
                          <a:cs typeface="Sakkal Majalla" panose="02000000000000000000" pitchFamily="2" charset="-78"/>
                        </a:rPr>
                        <a:t>قيود التصنيع</a:t>
                      </a:r>
                      <a:endParaRPr lang="en-GB" sz="11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tc>
                  <a:txBody>
                    <a:bodyPr/>
                    <a:lstStyle/>
                    <a:p>
                      <a:pPr algn="l" rtl="1" fontAlgn="b"/>
                      <a:r>
                        <a:rPr lang="ar" sz="1100" u="none" strike="noStrike" dirty="0">
                          <a:effectLst/>
                          <a:latin typeface="Sakkal Majalla" panose="02000000000000000000" pitchFamily="2" charset="-78"/>
                          <a:cs typeface="Sakkal Majalla" panose="02000000000000000000" pitchFamily="2" charset="-78"/>
                        </a:rPr>
                        <a:t> </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b"/>
                </a:tc>
                <a:extLst>
                  <a:ext uri="{0D108BD9-81ED-4DB2-BD59-A6C34878D82A}">
                    <a16:rowId xmlns:a16="http://schemas.microsoft.com/office/drawing/2014/main" val="892290915"/>
                  </a:ext>
                </a:extLst>
              </a:tr>
              <a:tr h="860609">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أن يلبي المنتج احتياجات وتفضيلات السوق المستهدفة</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تصميم المنتج مع مراعاة قدرات وقيود منشأة التصنيع</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a:effectLst/>
                          <a:latin typeface="Sakkal Majalla" panose="02000000000000000000" pitchFamily="2" charset="-78"/>
                          <a:cs typeface="Sakkal Majalla" panose="02000000000000000000" pitchFamily="2" charset="-78"/>
                        </a:rPr>
                        <a:t>يجب تصميم المنتج مع مراعاة أي عوائق أو قيود في عملية التصنيع. </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tc>
                  <a:txBody>
                    <a:bodyPr/>
                    <a:lstStyle/>
                    <a:p>
                      <a:pPr algn="ctr" rtl="1" fontAlgn="ctr"/>
                      <a:r>
                        <a:rPr lang="ar" sz="1100" u="none" strike="noStrike" dirty="0">
                          <a:effectLst/>
                          <a:latin typeface="Sakkal Majalla" panose="02000000000000000000" pitchFamily="2" charset="-78"/>
                          <a:cs typeface="Sakkal Majalla" panose="02000000000000000000" pitchFamily="2" charset="-78"/>
                        </a:rPr>
                        <a:t> </a:t>
                      </a:r>
                      <a:endParaRPr lang="en-GB" sz="11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907" marR="3907" marT="3907" marB="0" anchor="ctr"/>
                </a:tc>
                <a:extLst>
                  <a:ext uri="{0D108BD9-81ED-4DB2-BD59-A6C34878D82A}">
                    <a16:rowId xmlns:a16="http://schemas.microsoft.com/office/drawing/2014/main" val="3496439198"/>
                  </a:ext>
                </a:extLst>
              </a:tr>
            </a:tbl>
          </a:graphicData>
        </a:graphic>
      </p:graphicFrame>
      <p:sp>
        <p:nvSpPr>
          <p:cNvPr id="3" name="Footer Placeholder 2">
            <a:extLst>
              <a:ext uri="{FF2B5EF4-FFF2-40B4-BE49-F238E27FC236}">
                <a16:creationId xmlns:a16="http://schemas.microsoft.com/office/drawing/2014/main" id="{174FDB89-316A-56DD-28CA-F2331E7CCB5D}"/>
              </a:ext>
            </a:extLst>
          </p:cNvPr>
          <p:cNvSpPr txBox="1">
            <a:spLocks/>
          </p:cNvSpPr>
          <p:nvPr/>
        </p:nvSpPr>
        <p:spPr bwMode="auto">
          <a:xfrm>
            <a:off x="8051557" y="6536477"/>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25752" y="332656"/>
            <a:ext cx="3610744" cy="28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lnSpc>
                <a:spcPct val="90000"/>
              </a:lnSpc>
              <a:spcAft>
                <a:spcPts val="600"/>
              </a:spcAft>
            </a:pPr>
            <a:r>
              <a:rPr lang="ar" sz="1600" b="1" dirty="0">
                <a:solidFill>
                  <a:schemeClr val="tx2"/>
                </a:solidFill>
                <a:latin typeface="Sakkal Majalla" panose="02000000000000000000" pitchFamily="2" charset="-78"/>
                <a:cs typeface="Sakkal Majalla" panose="02000000000000000000" pitchFamily="2" charset="-78"/>
              </a:rPr>
              <a:t>متطلبات المنتج والخدمة</a:t>
            </a:r>
          </a:p>
        </p:txBody>
      </p:sp>
      <p:graphicFrame>
        <p:nvGraphicFramePr>
          <p:cNvPr id="3" name="Table 2">
            <a:extLst>
              <a:ext uri="{FF2B5EF4-FFF2-40B4-BE49-F238E27FC236}">
                <a16:creationId xmlns:a16="http://schemas.microsoft.com/office/drawing/2014/main" id="{D1E9000A-2ECA-015D-06BB-88CA0E151753}"/>
              </a:ext>
            </a:extLst>
          </p:cNvPr>
          <p:cNvGraphicFramePr>
            <a:graphicFrameLocks noGrp="1"/>
          </p:cNvGraphicFramePr>
          <p:nvPr>
            <p:extLst>
              <p:ext uri="{D42A27DB-BD31-4B8C-83A1-F6EECF244321}">
                <p14:modId xmlns:p14="http://schemas.microsoft.com/office/powerpoint/2010/main" val="2002924802"/>
              </p:ext>
            </p:extLst>
          </p:nvPr>
        </p:nvGraphicFramePr>
        <p:xfrm>
          <a:off x="541088" y="1916832"/>
          <a:ext cx="8207376" cy="3571734"/>
        </p:xfrm>
        <a:graphic>
          <a:graphicData uri="http://schemas.openxmlformats.org/drawingml/2006/table">
            <a:tbl>
              <a:tblPr rtl="1">
                <a:tableStyleId>{5C22544A-7EE6-4342-B048-85BDC9FD1C3A}</a:tableStyleId>
              </a:tblPr>
              <a:tblGrid>
                <a:gridCol w="2891113">
                  <a:extLst>
                    <a:ext uri="{9D8B030D-6E8A-4147-A177-3AD203B41FA5}">
                      <a16:colId xmlns:a16="http://schemas.microsoft.com/office/drawing/2014/main" val="703770773"/>
                    </a:ext>
                  </a:extLst>
                </a:gridCol>
                <a:gridCol w="5316263">
                  <a:extLst>
                    <a:ext uri="{9D8B030D-6E8A-4147-A177-3AD203B41FA5}">
                      <a16:colId xmlns:a16="http://schemas.microsoft.com/office/drawing/2014/main" val="467051363"/>
                    </a:ext>
                  </a:extLst>
                </a:gridCol>
              </a:tblGrid>
              <a:tr h="231301">
                <a:tc>
                  <a:txBody>
                    <a:bodyPr/>
                    <a:lstStyle/>
                    <a:p>
                      <a:pPr algn="ctr" rtl="1" fontAlgn="b"/>
                      <a:r>
                        <a:rPr lang="ar" sz="1400" b="1" u="none" strike="noStrike" dirty="0">
                          <a:effectLst/>
                          <a:latin typeface="Sakkal Majalla" panose="02000000000000000000" pitchFamily="2" charset="-78"/>
                          <a:cs typeface="Sakkal Majalla" panose="02000000000000000000" pitchFamily="2" charset="-78"/>
                        </a:rPr>
                        <a:t>المُتطلبات</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b"/>
                      <a:r>
                        <a:rPr lang="ar" sz="1400" b="1" u="none" strike="noStrike" dirty="0">
                          <a:effectLst/>
                          <a:latin typeface="Sakkal Majalla" panose="02000000000000000000" pitchFamily="2" charset="-78"/>
                          <a:cs typeface="Sakkal Majalla" panose="02000000000000000000" pitchFamily="2" charset="-78"/>
                        </a:rPr>
                        <a:t>الوصف</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b"/>
                </a:tc>
                <a:extLst>
                  <a:ext uri="{0D108BD9-81ED-4DB2-BD59-A6C34878D82A}">
                    <a16:rowId xmlns:a16="http://schemas.microsoft.com/office/drawing/2014/main" val="511262219"/>
                  </a:ext>
                </a:extLst>
              </a:tr>
              <a:tr h="231301">
                <a:tc>
                  <a:txBody>
                    <a:bodyPr/>
                    <a:lstStyle/>
                    <a:p>
                      <a:pPr algn="ctr" rtl="1" fontAlgn="b"/>
                      <a:r>
                        <a:rPr lang="ar" sz="1400" b="1" u="none" strike="noStrike">
                          <a:effectLst/>
                          <a:latin typeface="Sakkal Majalla" panose="02000000000000000000" pitchFamily="2" charset="-78"/>
                          <a:cs typeface="Sakkal Majalla" panose="02000000000000000000" pitchFamily="2" charset="-78"/>
                        </a:rPr>
                        <a:t> </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b"/>
                      <a:r>
                        <a:rPr lang="ar" sz="1400" u="none" strike="noStrike" dirty="0">
                          <a:effectLst/>
                          <a:latin typeface="Sakkal Majalla" panose="02000000000000000000" pitchFamily="2" charset="-78"/>
                          <a:cs typeface="Sakkal Majalla" panose="02000000000000000000" pitchFamily="2" charset="-78"/>
                        </a:rPr>
                        <a:t> </a:t>
                      </a:r>
                      <a:endParaRPr lang="en-GB" sz="14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b"/>
                </a:tc>
                <a:extLst>
                  <a:ext uri="{0D108BD9-81ED-4DB2-BD59-A6C34878D82A}">
                    <a16:rowId xmlns:a16="http://schemas.microsoft.com/office/drawing/2014/main" val="2709162328"/>
                  </a:ext>
                </a:extLst>
              </a:tr>
              <a:tr h="412150">
                <a:tc>
                  <a:txBody>
                    <a:bodyPr/>
                    <a:lstStyle/>
                    <a:p>
                      <a:pPr algn="ctr" rtl="1" fontAlgn="ctr"/>
                      <a:r>
                        <a:rPr lang="ar" sz="1400" b="1" u="none" strike="noStrike">
                          <a:effectLst/>
                          <a:latin typeface="Sakkal Majalla" panose="02000000000000000000" pitchFamily="2" charset="-78"/>
                          <a:cs typeface="Sakkal Majalla" panose="02000000000000000000" pitchFamily="2" charset="-78"/>
                        </a:rPr>
                        <a:t>مواصفات الأداء</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ctr"/>
                      <a:r>
                        <a:rPr lang="ar" sz="1400" u="none" strike="noStrike">
                          <a:effectLst/>
                          <a:latin typeface="Sakkal Majalla" panose="02000000000000000000" pitchFamily="2" charset="-78"/>
                          <a:cs typeface="Sakkal Majalla" panose="02000000000000000000" pitchFamily="2" charset="-78"/>
                        </a:rPr>
                        <a:t>حدد خصائص الأداء المطلوبة للمنتج، مثل السرعة والدقة واستهلاك الطاقة والسعة</a:t>
                      </a:r>
                      <a:endParaRPr lang="en-GB" sz="1400" b="0" i="0" u="none" strike="noStrike">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extLst>
                  <a:ext uri="{0D108BD9-81ED-4DB2-BD59-A6C34878D82A}">
                    <a16:rowId xmlns:a16="http://schemas.microsoft.com/office/drawing/2014/main" val="3685757895"/>
                  </a:ext>
                </a:extLst>
              </a:tr>
              <a:tr h="412150">
                <a:tc>
                  <a:txBody>
                    <a:bodyPr/>
                    <a:lstStyle/>
                    <a:p>
                      <a:pPr algn="ctr" rtl="1" fontAlgn="b"/>
                      <a:r>
                        <a:rPr lang="ar" sz="1400" b="1" u="none" strike="noStrike">
                          <a:effectLst/>
                          <a:latin typeface="Sakkal Majalla" panose="02000000000000000000" pitchFamily="2" charset="-78"/>
                          <a:cs typeface="Sakkal Majalla" panose="02000000000000000000" pitchFamily="2" charset="-78"/>
                        </a:rPr>
                        <a:t>الامتثال لمعايير التشغيل</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ctr"/>
                      <a:r>
                        <a:rPr lang="ar" sz="1400" u="none" strike="noStrike" dirty="0">
                          <a:effectLst/>
                          <a:latin typeface="Sakkal Majalla" panose="02000000000000000000" pitchFamily="2" charset="-78"/>
                          <a:cs typeface="Sakkal Majalla" panose="02000000000000000000" pitchFamily="2" charset="-78"/>
                        </a:rPr>
                        <a:t>تأكد من أن المنتج يُلبي جميع معايير ولوائح الصناعة ذات الصلة للسلامة والجودة والتأثير البيئي</a:t>
                      </a:r>
                      <a:endParaRPr lang="en-GB" sz="14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extLst>
                  <a:ext uri="{0D108BD9-81ED-4DB2-BD59-A6C34878D82A}">
                    <a16:rowId xmlns:a16="http://schemas.microsoft.com/office/drawing/2014/main" val="998132688"/>
                  </a:ext>
                </a:extLst>
              </a:tr>
              <a:tr h="412150">
                <a:tc>
                  <a:txBody>
                    <a:bodyPr/>
                    <a:lstStyle/>
                    <a:p>
                      <a:pPr algn="ctr" rtl="1" fontAlgn="b"/>
                      <a:r>
                        <a:rPr lang="ar" sz="1400" b="1" u="none" strike="noStrike">
                          <a:effectLst/>
                          <a:latin typeface="Sakkal Majalla" panose="02000000000000000000" pitchFamily="2" charset="-78"/>
                          <a:cs typeface="Sakkal Majalla" panose="02000000000000000000" pitchFamily="2" charset="-78"/>
                        </a:rPr>
                        <a:t>كميات التصنيع</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ctr"/>
                      <a:r>
                        <a:rPr lang="ar" sz="1400" u="none" strike="noStrike" dirty="0">
                          <a:effectLst/>
                          <a:latin typeface="Sakkal Majalla" panose="02000000000000000000" pitchFamily="2" charset="-78"/>
                          <a:cs typeface="Sakkal Majalla" panose="02000000000000000000" pitchFamily="2" charset="-78"/>
                        </a:rPr>
                        <a:t>تحديد حجم الإنتاج المتوقع لتحسين عمليات التصنيع وضمان الإدارة الفعالة لسلسلة التوريد</a:t>
                      </a:r>
                      <a:endParaRPr lang="en-GB" sz="14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extLst>
                  <a:ext uri="{0D108BD9-81ED-4DB2-BD59-A6C34878D82A}">
                    <a16:rowId xmlns:a16="http://schemas.microsoft.com/office/drawing/2014/main" val="259636527"/>
                  </a:ext>
                </a:extLst>
              </a:tr>
              <a:tr h="412150">
                <a:tc>
                  <a:txBody>
                    <a:bodyPr/>
                    <a:lstStyle/>
                    <a:p>
                      <a:pPr algn="ctr" rtl="1" fontAlgn="b"/>
                      <a:r>
                        <a:rPr lang="ar" sz="1400" b="1" u="none" strike="noStrike">
                          <a:effectLst/>
                          <a:latin typeface="Sakkal Majalla" panose="02000000000000000000" pitchFamily="2" charset="-78"/>
                          <a:cs typeface="Sakkal Majalla" panose="02000000000000000000" pitchFamily="2" charset="-78"/>
                        </a:rPr>
                        <a:t>الاعتمادية ودعم المنتج</a:t>
                      </a:r>
                      <a:endParaRPr lang="en-GB" sz="1400" b="1" i="0" u="none" strike="noStrike">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ctr"/>
                      <a:r>
                        <a:rPr lang="ar" sz="1400" u="none" strike="noStrike">
                          <a:effectLst/>
                          <a:latin typeface="Sakkal Majalla" panose="02000000000000000000" pitchFamily="2" charset="-78"/>
                          <a:cs typeface="Sakkal Majalla" panose="02000000000000000000" pitchFamily="2" charset="-78"/>
                        </a:rPr>
                        <a:t>حدد الاعتمادية والمتانة المتوقعة للمنتج، بالإضافة إلى توافر خدمات دعم المنتج والصيانة</a:t>
                      </a:r>
                      <a:endParaRPr lang="en-GB" sz="1400" b="0" i="0" u="none" strike="noStrike">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extLst>
                  <a:ext uri="{0D108BD9-81ED-4DB2-BD59-A6C34878D82A}">
                    <a16:rowId xmlns:a16="http://schemas.microsoft.com/office/drawing/2014/main" val="3181880753"/>
                  </a:ext>
                </a:extLst>
              </a:tr>
              <a:tr h="412150">
                <a:tc>
                  <a:txBody>
                    <a:bodyPr/>
                    <a:lstStyle/>
                    <a:p>
                      <a:pPr algn="ctr" rtl="1" fontAlgn="b"/>
                      <a:r>
                        <a:rPr lang="ar" sz="1400" b="1" u="none" strike="noStrike">
                          <a:effectLst/>
                          <a:latin typeface="Sakkal Majalla" panose="02000000000000000000" pitchFamily="2" charset="-78"/>
                          <a:cs typeface="Sakkal Majalla" panose="02000000000000000000" pitchFamily="2" charset="-78"/>
                        </a:rPr>
                        <a:t>دورة حياة المنتج</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ctr"/>
                      <a:r>
                        <a:rPr lang="ar" sz="1400" u="none" strike="noStrike" dirty="0">
                          <a:effectLst/>
                          <a:latin typeface="Sakkal Majalla" panose="02000000000000000000" pitchFamily="2" charset="-78"/>
                          <a:cs typeface="Sakkal Majalla" panose="02000000000000000000" pitchFamily="2" charset="-78"/>
                        </a:rPr>
                        <a:t>فكِّر في دورة الحياة المتوقعة للمنتج؛ بما فيها عوامل مثل: تقادم المنتج والترقيات والتخلص في نهاية العمر الافتراضي</a:t>
                      </a:r>
                      <a:endParaRPr lang="en-GB" sz="14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extLst>
                  <a:ext uri="{0D108BD9-81ED-4DB2-BD59-A6C34878D82A}">
                    <a16:rowId xmlns:a16="http://schemas.microsoft.com/office/drawing/2014/main" val="2089811598"/>
                  </a:ext>
                </a:extLst>
              </a:tr>
              <a:tr h="412150">
                <a:tc>
                  <a:txBody>
                    <a:bodyPr/>
                    <a:lstStyle/>
                    <a:p>
                      <a:pPr algn="ctr" rtl="1" fontAlgn="b"/>
                      <a:r>
                        <a:rPr lang="ar" sz="1400" b="1" u="none" strike="noStrike">
                          <a:effectLst/>
                          <a:latin typeface="Sakkal Majalla" panose="02000000000000000000" pitchFamily="2" charset="-78"/>
                          <a:cs typeface="Sakkal Majalla" panose="02000000000000000000" pitchFamily="2" charset="-78"/>
                        </a:rPr>
                        <a:t>سهولة الاستخدام</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ctr"/>
                      <a:r>
                        <a:rPr lang="ar" sz="1400" u="none" strike="noStrike" dirty="0">
                          <a:effectLst/>
                          <a:latin typeface="Sakkal Majalla" panose="02000000000000000000" pitchFamily="2" charset="-78"/>
                          <a:cs typeface="Sakkal Majalla" panose="02000000000000000000" pitchFamily="2" charset="-78"/>
                        </a:rPr>
                        <a:t>صمم المنتج ليكون سهل الاستخدام وبديهيًا، مع مراعاة عوامل مثل الملاءمة والراحة وإمكانية الوصول وتصميم واجهة المستخدم</a:t>
                      </a:r>
                      <a:endParaRPr lang="en-GB" sz="14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extLst>
                  <a:ext uri="{0D108BD9-81ED-4DB2-BD59-A6C34878D82A}">
                    <a16:rowId xmlns:a16="http://schemas.microsoft.com/office/drawing/2014/main" val="1902480298"/>
                  </a:ext>
                </a:extLst>
              </a:tr>
              <a:tr h="593000">
                <a:tc>
                  <a:txBody>
                    <a:bodyPr/>
                    <a:lstStyle/>
                    <a:p>
                      <a:pPr algn="ctr" rtl="1" fontAlgn="b"/>
                      <a:r>
                        <a:rPr lang="ar" sz="1400" b="1" u="none" strike="noStrike">
                          <a:effectLst/>
                          <a:latin typeface="Sakkal Majalla" panose="02000000000000000000" pitchFamily="2" charset="-78"/>
                          <a:cs typeface="Sakkal Majalla" panose="02000000000000000000" pitchFamily="2" charset="-78"/>
                        </a:rPr>
                        <a:t>القياسات البشرية (الأنثروبومترية)</a:t>
                      </a:r>
                      <a:endParaRPr lang="en-GB" sz="1400" b="1"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tc>
                  <a:txBody>
                    <a:bodyPr/>
                    <a:lstStyle/>
                    <a:p>
                      <a:pPr algn="r" rtl="1" fontAlgn="ctr"/>
                      <a:r>
                        <a:rPr lang="ar" sz="1400" u="none" strike="noStrike" dirty="0">
                          <a:effectLst/>
                          <a:latin typeface="Sakkal Majalla" panose="02000000000000000000" pitchFamily="2" charset="-78"/>
                          <a:cs typeface="Sakkal Majalla" panose="02000000000000000000" pitchFamily="2" charset="-78"/>
                        </a:rPr>
                        <a:t>راعِ الأبعاد والخصائص المادية للمستخدمين المستهدفين للتأكد من أن المنتج مريح ومناسب للمستخدمين المستهدفين. </a:t>
                      </a:r>
                      <a:endParaRPr lang="en-GB" sz="1400" b="0" i="0" u="none" strike="noStrike" dirty="0">
                        <a:solidFill>
                          <a:srgbClr val="000000"/>
                        </a:solidFill>
                        <a:effectLst/>
                        <a:latin typeface="Sakkal Majalla" panose="02000000000000000000" pitchFamily="2" charset="-78"/>
                        <a:cs typeface="Sakkal Majalla" panose="02000000000000000000" pitchFamily="2" charset="-78"/>
                      </a:endParaRPr>
                    </a:p>
                  </a:txBody>
                  <a:tcPr marL="7046" marR="7046" marT="7046" marB="0" anchor="ctr"/>
                </a:tc>
                <a:extLst>
                  <a:ext uri="{0D108BD9-81ED-4DB2-BD59-A6C34878D82A}">
                    <a16:rowId xmlns:a16="http://schemas.microsoft.com/office/drawing/2014/main" val="1021059687"/>
                  </a:ext>
                </a:extLst>
              </a:tr>
            </a:tbl>
          </a:graphicData>
        </a:graphic>
      </p:graphicFrame>
      <p:sp>
        <p:nvSpPr>
          <p:cNvPr id="2" name="Footer Placeholder 2">
            <a:extLst>
              <a:ext uri="{FF2B5EF4-FFF2-40B4-BE49-F238E27FC236}">
                <a16:creationId xmlns:a16="http://schemas.microsoft.com/office/drawing/2014/main" id="{25837EB4-45AC-2E35-2C61-FE35C7EEB94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632647978"/>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616184" y="332656"/>
            <a:ext cx="2520280" cy="29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الحماية التجارية</a:t>
            </a:r>
          </a:p>
        </p:txBody>
      </p:sp>
      <p:sp>
        <p:nvSpPr>
          <p:cNvPr id="3" name="Content Placeholder 2">
            <a:extLst>
              <a:ext uri="{FF2B5EF4-FFF2-40B4-BE49-F238E27FC236}">
                <a16:creationId xmlns:a16="http://schemas.microsoft.com/office/drawing/2014/main" id="{917EBF75-6A82-412D-82ED-1B7FC68519BF}"/>
              </a:ext>
            </a:extLst>
          </p:cNvPr>
          <p:cNvSpPr>
            <a:spLocks noGrp="1"/>
          </p:cNvSpPr>
          <p:nvPr>
            <p:ph sz="half" idx="2"/>
          </p:nvPr>
        </p:nvSpPr>
        <p:spPr>
          <a:xfrm>
            <a:off x="611559" y="1948048"/>
            <a:ext cx="8064896" cy="2961903"/>
          </a:xfrm>
        </p:spPr>
        <p:txBody>
          <a:bodyPr rtlCol="1"/>
          <a:lstStyle/>
          <a:p>
            <a:pPr rtl="1"/>
            <a:r>
              <a:rPr lang="ar" sz="1600" dirty="0">
                <a:effectLst/>
                <a:latin typeface="Sakkal Majalla" panose="02000000000000000000" pitchFamily="2" charset="-78"/>
                <a:cs typeface="Sakkal Majalla" panose="02000000000000000000" pitchFamily="2" charset="-78"/>
              </a:rPr>
              <a:t>توفر </a:t>
            </a:r>
            <a:r>
              <a:rPr lang="ar" sz="1600" b="1" dirty="0">
                <a:effectLst/>
                <a:latin typeface="Sakkal Majalla" panose="02000000000000000000" pitchFamily="2" charset="-78"/>
                <a:cs typeface="Sakkal Majalla" panose="02000000000000000000" pitchFamily="2" charset="-78"/>
              </a:rPr>
              <a:t>براءات الاختراع</a:t>
            </a:r>
            <a:r>
              <a:rPr lang="ar" sz="1600" dirty="0">
                <a:effectLst/>
                <a:latin typeface="Sakkal Majalla" panose="02000000000000000000" pitchFamily="2" charset="-78"/>
                <a:cs typeface="Sakkal Majalla" panose="02000000000000000000" pitchFamily="2" charset="-78"/>
              </a:rPr>
              <a:t> الحماية القانونية للاختراعات، وتمنح الحقوق الحصرية للمخترع أو المحال إليه لمدة زمنية محدودة.</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التسجيل</a:t>
            </a:r>
            <a:r>
              <a:rPr lang="ar" sz="1600" dirty="0">
                <a:effectLst/>
                <a:latin typeface="Sakkal Majalla" panose="02000000000000000000" pitchFamily="2" charset="-78"/>
                <a:cs typeface="Sakkal Majalla" panose="02000000000000000000" pitchFamily="2" charset="-78"/>
              </a:rPr>
              <a:t>، ويُقصد به عملية التسجيل الرسمي وحماية حقوق الملكية الفكرية، مثل التصاميم أو العلامات التجارية.</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تحمي </a:t>
            </a:r>
            <a:r>
              <a:rPr lang="ar" sz="1600" b="1" dirty="0">
                <a:effectLst/>
                <a:latin typeface="Sakkal Majalla" panose="02000000000000000000" pitchFamily="2" charset="-78"/>
                <a:cs typeface="Sakkal Majalla" panose="02000000000000000000" pitchFamily="2" charset="-78"/>
              </a:rPr>
              <a:t>حقوق التأليف والنشر</a:t>
            </a:r>
            <a:r>
              <a:rPr lang="ar" sz="1600" dirty="0">
                <a:effectLst/>
                <a:latin typeface="Sakkal Majalla" panose="02000000000000000000" pitchFamily="2" charset="-78"/>
                <a:cs typeface="Sakkal Majalla" panose="02000000000000000000" pitchFamily="2" charset="-78"/>
              </a:rPr>
              <a:t> أعمال التأليف الأصلية، مثل الكتب والموسيقى والأعمال الفنية، ما يمنح صاحب العمل حقوقًا حصرية لإعادة إنتاج العمل وتوزيعه.</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العلامات التجارية</a:t>
            </a:r>
            <a:r>
              <a:rPr lang="ar" sz="1600" dirty="0">
                <a:effectLst/>
                <a:latin typeface="Sakkal Majalla" panose="02000000000000000000" pitchFamily="2" charset="-78"/>
                <a:cs typeface="Sakkal Majalla" panose="02000000000000000000" pitchFamily="2" charset="-78"/>
              </a:rPr>
              <a:t> هي رموز أو شعارات أو أسماء تستخدم لتمييز وتحديد السلع أو الخدمات، ما يوفر الحماية القانونية ضد استخدام الآخرين غير المصرح به.</a:t>
            </a:r>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888EBC9-3AF9-5692-110D-2B1146E92BF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028954635"/>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F0BB2671-10C3-96EB-8200-2ACCC2E30C5F}"/>
              </a:ext>
            </a:extLst>
          </p:cNvPr>
          <p:cNvSpPr txBox="1">
            <a:spLocks/>
          </p:cNvSpPr>
          <p:nvPr/>
        </p:nvSpPr>
        <p:spPr bwMode="auto">
          <a:xfrm>
            <a:off x="683568" y="1196753"/>
            <a:ext cx="8136904"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b="1" kern="0" dirty="0">
                <a:latin typeface="Sakkal Majalla" panose="02000000000000000000" pitchFamily="2" charset="-78"/>
                <a:cs typeface="Sakkal Majalla" panose="02000000000000000000" pitchFamily="2" charset="-78"/>
              </a:rPr>
              <a:t>القوانين والمعايير ومدونات الممارسة</a:t>
            </a:r>
          </a:p>
          <a:p>
            <a:pPr rtl="1"/>
            <a:endParaRPr lang="en-GB" sz="1600" kern="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تضع </a:t>
            </a:r>
            <a:r>
              <a:rPr lang="ar" sz="1600" b="1" kern="0" dirty="0">
                <a:latin typeface="Sakkal Majalla" panose="02000000000000000000" pitchFamily="2" charset="-78"/>
                <a:cs typeface="Sakkal Majalla" panose="02000000000000000000" pitchFamily="2" charset="-78"/>
              </a:rPr>
              <a:t>تشريعات</a:t>
            </a:r>
            <a:r>
              <a:rPr lang="ar" sz="1600" kern="0" dirty="0">
                <a:latin typeface="Sakkal Majalla" panose="02000000000000000000" pitchFamily="2" charset="-78"/>
                <a:cs typeface="Sakkal Majalla" panose="02000000000000000000" pitchFamily="2" charset="-78"/>
              </a:rPr>
              <a:t> مثل لوائح السلامة وقوانين حماية البيئة قيودًا على تصميم المنتجات الهندسية وإنتاجها.</a:t>
            </a:r>
          </a:p>
          <a:p>
            <a:pPr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ويعتبر الامتثال لهذه اللوائح ضرورة لضمان سلامة المنتج وتجنب المشكلات القانونية.</a:t>
            </a:r>
          </a:p>
          <a:p>
            <a:pPr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توفر </a:t>
            </a:r>
            <a:r>
              <a:rPr lang="ar" sz="1600" b="1" kern="0" dirty="0">
                <a:latin typeface="Sakkal Majalla" panose="02000000000000000000" pitchFamily="2" charset="-78"/>
                <a:cs typeface="Sakkal Majalla" panose="02000000000000000000" pitchFamily="2" charset="-78"/>
              </a:rPr>
              <a:t>المعايير ومدونات الممارسة</a:t>
            </a:r>
            <a:r>
              <a:rPr lang="ar" sz="1600" kern="0" dirty="0">
                <a:latin typeface="Sakkal Majalla" panose="02000000000000000000" pitchFamily="2" charset="-78"/>
                <a:cs typeface="Sakkal Majalla" panose="02000000000000000000" pitchFamily="2" charset="-78"/>
              </a:rPr>
              <a:t> المبادئ التوجيهية وأفضل الممارسات للمنتجات الهندسية.</a:t>
            </a:r>
          </a:p>
          <a:p>
            <a:pPr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حيث يمكن أن يؤدي الالتزام بهذه المعايير إلى تحسين جودة المنتج والاعتمادية وقابلية التشغيل البيني.</a:t>
            </a:r>
          </a:p>
          <a:p>
            <a:pPr rtl="1"/>
            <a:endParaRPr lang="en-GB" sz="1600" kern="0" dirty="0">
              <a:latin typeface="Sakkal Majalla" panose="02000000000000000000" pitchFamily="2" charset="-78"/>
              <a:cs typeface="Sakkal Majalla" panose="02000000000000000000" pitchFamily="2" charset="-78"/>
            </a:endParaRPr>
          </a:p>
          <a:p>
            <a:pPr rtl="1"/>
            <a:endParaRPr lang="en-GB" sz="1600" kern="0"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CEAE8882-766B-43C0-8C62-D32B5380C5CE}"/>
              </a:ext>
            </a:extLst>
          </p:cNvPr>
          <p:cNvSpPr txBox="1"/>
          <p:nvPr/>
        </p:nvSpPr>
        <p:spPr>
          <a:xfrm>
            <a:off x="2872523" y="116632"/>
            <a:ext cx="6261810" cy="923330"/>
          </a:xfrm>
          <a:prstGeom prst="rect">
            <a:avLst/>
          </a:prstGeom>
          <a:noFill/>
        </p:spPr>
        <p:txBody>
          <a:bodyPr wrap="square" rtlCol="1">
            <a:spAutoFit/>
          </a:bodyPr>
          <a:lstStyle/>
          <a:p>
            <a:pPr rtl="1"/>
            <a:r>
              <a:rPr lang="ar" sz="1800" b="1" dirty="0">
                <a:latin typeface="Sakkal Majalla" panose="02000000000000000000" pitchFamily="2" charset="-78"/>
                <a:cs typeface="Sakkal Majalla" panose="02000000000000000000" pitchFamily="2" charset="-78"/>
              </a:rPr>
              <a:t>أ5 القيود التنظيمية والفرص</a:t>
            </a:r>
            <a:br>
              <a:rPr lang="en-GB" altLang="en-US" sz="1800" dirty="0">
                <a:latin typeface="Sakkal Majalla" panose="02000000000000000000" pitchFamily="2" charset="-78"/>
                <a:cs typeface="Sakkal Majalla" panose="02000000000000000000" pitchFamily="2" charset="-78"/>
              </a:rPr>
            </a:br>
            <a:r>
              <a:rPr lang="ar" sz="1800" dirty="0">
                <a:latin typeface="Sakkal Majalla" panose="02000000000000000000" pitchFamily="2" charset="-78"/>
                <a:cs typeface="Sakkal Majalla" panose="02000000000000000000" pitchFamily="2" charset="-78"/>
              </a:rPr>
              <a:t>العوامل التنظيمية التي تضع قيودًا على تصميم المنتجات الهندسية </a:t>
            </a:r>
            <a:br>
              <a:rPr lang="en-US" sz="1800" dirty="0">
                <a:latin typeface="Sakkal Majalla" panose="02000000000000000000" pitchFamily="2" charset="-78"/>
                <a:cs typeface="Sakkal Majalla" panose="02000000000000000000" pitchFamily="2" charset="-78"/>
              </a:rPr>
            </a:br>
            <a:r>
              <a:rPr lang="ar" sz="1800" dirty="0">
                <a:latin typeface="Sakkal Majalla" panose="02000000000000000000" pitchFamily="2" charset="-78"/>
                <a:cs typeface="Sakkal Majalla" panose="02000000000000000000" pitchFamily="2" charset="-78"/>
              </a:rPr>
              <a:t>وتوفر فرصًا لها، بما فيها:</a:t>
            </a:r>
            <a:endParaRPr lang="en-GB" dirty="0">
              <a:latin typeface="Sakkal Majalla" panose="02000000000000000000" pitchFamily="2" charset="-78"/>
              <a:cs typeface="Sakkal Majalla" panose="02000000000000000000" pitchFamily="2" charset="-78"/>
            </a:endParaRPr>
          </a:p>
        </p:txBody>
      </p:sp>
      <p:sp>
        <p:nvSpPr>
          <p:cNvPr id="7" name="Content Placeholder 2">
            <a:extLst>
              <a:ext uri="{FF2B5EF4-FFF2-40B4-BE49-F238E27FC236}">
                <a16:creationId xmlns:a16="http://schemas.microsoft.com/office/drawing/2014/main" id="{9D0A91E6-5E5F-935A-A1B1-03C26437AAE4}"/>
              </a:ext>
            </a:extLst>
          </p:cNvPr>
          <p:cNvSpPr txBox="1">
            <a:spLocks/>
          </p:cNvSpPr>
          <p:nvPr/>
        </p:nvSpPr>
        <p:spPr bwMode="auto">
          <a:xfrm>
            <a:off x="702546" y="3369768"/>
            <a:ext cx="8136904" cy="3246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b="1" dirty="0">
                <a:latin typeface="Sakkal Majalla" panose="02000000000000000000" pitchFamily="2" charset="-78"/>
                <a:cs typeface="Sakkal Majalla" panose="02000000000000000000" pitchFamily="2" charset="-78"/>
              </a:rPr>
              <a:t>متطلبات الاعتماد</a:t>
            </a:r>
          </a:p>
          <a:p>
            <a:pPr rtl="1"/>
            <a:endParaRPr lang="en-GB" sz="1600" kern="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r>
              <a:rPr lang="ar" sz="1600" b="1" dirty="0">
                <a:effectLst/>
                <a:latin typeface="Sakkal Majalla" panose="02000000000000000000" pitchFamily="2" charset="-78"/>
                <a:cs typeface="Sakkal Majalla" panose="02000000000000000000" pitchFamily="2" charset="-78"/>
              </a:rPr>
              <a:t>شهادات الاعتماد الوطنية</a:t>
            </a:r>
            <a:r>
              <a:rPr lang="ar" sz="1600" dirty="0">
                <a:effectLst/>
                <a:latin typeface="Sakkal Majalla" panose="02000000000000000000" pitchFamily="2" charset="-78"/>
                <a:cs typeface="Sakkal Majalla" panose="02000000000000000000" pitchFamily="2" charset="-78"/>
              </a:rPr>
              <a:t> خاصة ببلد معين وتضمن أن المنتج يلبي المتطلبات التنظيمية التي وضعتها حكومة ذلك البلد.</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وغالبًا ما تكون هذه الشهادات إلزامية للمنتجات التي ستُباع داخل الدولة.</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ومن أمثلة شهادات الاعتماد الوطنية علامة CE في أوروبا وشهادة FCC في الولايات المتحدة.</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وتعترف العديد من الدول </a:t>
            </a:r>
            <a:r>
              <a:rPr lang="ar" sz="1600" b="1" dirty="0">
                <a:effectLst/>
                <a:latin typeface="Sakkal Majalla" panose="02000000000000000000" pitchFamily="2" charset="-78"/>
                <a:cs typeface="Sakkal Majalla" panose="02000000000000000000" pitchFamily="2" charset="-78"/>
              </a:rPr>
              <a:t>بشهادات الاعتماد الدولية</a:t>
            </a:r>
            <a:r>
              <a:rPr lang="ar" sz="1600" dirty="0">
                <a:effectLst/>
                <a:latin typeface="Sakkal Majalla" panose="02000000000000000000" pitchFamily="2" charset="-78"/>
                <a:cs typeface="Sakkal Majalla" panose="02000000000000000000" pitchFamily="2" charset="-78"/>
              </a:rPr>
              <a:t> وتقبلها.</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تثبت هذه الشهادات أن المنتج يلبي المعايير العالمية ويمكن بيعه في أسواق مختلفة.</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تشمل أمثلة شهادات الاعتماد الدولية شهادة ISO 9001 لأنظمة إدارة الجودة وشهادة IECEx للأجواء المتفجرة.</a:t>
            </a:r>
          </a:p>
          <a:p>
            <a:pPr rtl="1"/>
            <a:endParaRPr lang="en-GB" sz="1600" kern="0" dirty="0">
              <a:latin typeface="Sakkal Majalla" panose="02000000000000000000" pitchFamily="2" charset="-78"/>
              <a:cs typeface="Sakkal Majalla" panose="02000000000000000000" pitchFamily="2" charset="-78"/>
            </a:endParaRPr>
          </a:p>
          <a:p>
            <a:pPr rtl="1"/>
            <a:endParaRPr lang="en-GB" sz="16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E1A0FD0-951F-F0BA-AFA0-B8BAA1D6520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220880922"/>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7EBF75-6A82-412D-82ED-1B7FC68519BF}"/>
              </a:ext>
            </a:extLst>
          </p:cNvPr>
          <p:cNvSpPr>
            <a:spLocks noGrp="1"/>
          </p:cNvSpPr>
          <p:nvPr>
            <p:ph sz="half" idx="2"/>
          </p:nvPr>
        </p:nvSpPr>
        <p:spPr>
          <a:xfrm>
            <a:off x="901005" y="1556792"/>
            <a:ext cx="7991475" cy="3744416"/>
          </a:xfrm>
        </p:spPr>
        <p:txBody>
          <a:bodyPr rtlCol="1"/>
          <a:lstStyle/>
          <a:p>
            <a:pPr rtl="1"/>
            <a:r>
              <a:rPr lang="ar" sz="1600" b="1" dirty="0">
                <a:effectLst/>
                <a:latin typeface="Sakkal Majalla" panose="02000000000000000000" pitchFamily="2" charset="-78"/>
                <a:cs typeface="Sakkal Majalla" panose="02000000000000000000" pitchFamily="2" charset="-78"/>
              </a:rPr>
              <a:t>الاستدامة: </a:t>
            </a:r>
            <a:r>
              <a:rPr lang="ar" sz="1600" dirty="0">
                <a:effectLst/>
                <a:latin typeface="Sakkal Majalla" panose="02000000000000000000" pitchFamily="2" charset="-78"/>
                <a:cs typeface="Sakkal Majalla" panose="02000000000000000000" pitchFamily="2" charset="-78"/>
              </a:rPr>
              <a:t>يجب تصميم المنتجات الهندسية مع مراعاة الاستدامة، مع مراعاة استخدام المواد المتجددة وكفاءة الطاقة والحد من النفايات.</a:t>
            </a:r>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البصمة/الانبعاثات الكربونية: </a:t>
            </a:r>
            <a:r>
              <a:rPr lang="ar" sz="1600" dirty="0">
                <a:effectLst/>
                <a:latin typeface="Sakkal Majalla" panose="02000000000000000000" pitchFamily="2" charset="-78"/>
                <a:cs typeface="Sakkal Majalla" panose="02000000000000000000" pitchFamily="2" charset="-78"/>
              </a:rPr>
              <a:t>يعد الحد من البصمة الكربونية للمنتجات الهندسية أمرًا بالغ الأهمية، مع مراعاة استهلاك الطاقة والانبعاثات واستخدام المواد غير الضارة بالبيئة.</a:t>
            </a:r>
            <a:endParaRPr lang="en-GB" sz="1600" dirty="0">
              <a:latin typeface="Sakkal Majalla" panose="02000000000000000000" pitchFamily="2" charset="-78"/>
              <a:cs typeface="Sakkal Majalla" panose="02000000000000000000" pitchFamily="2" charset="-78"/>
            </a:endParaRPr>
          </a:p>
          <a:p>
            <a:pPr rtl="1"/>
            <a:r>
              <a:rPr lang="ar" sz="1600" b="1" kern="0" dirty="0">
                <a:latin typeface="Sakkal Majalla" panose="02000000000000000000" pitchFamily="2" charset="-78"/>
                <a:cs typeface="Sakkal Majalla" panose="02000000000000000000" pitchFamily="2" charset="-78"/>
              </a:rPr>
              <a:t>القيود التنظيمية: </a:t>
            </a:r>
            <a:r>
              <a:rPr lang="ar" sz="1600" kern="0" dirty="0">
                <a:latin typeface="Sakkal Majalla" panose="02000000000000000000" pitchFamily="2" charset="-78"/>
                <a:cs typeface="Sakkal Majalla" panose="02000000000000000000" pitchFamily="2" charset="-78"/>
              </a:rPr>
              <a:t>يعد الامتثال للوائح المحلية والوطنية والدولية أمرًا ضروريًّا لضمان سلامة المنتجات الهندسية.</a:t>
            </a:r>
          </a:p>
          <a:p>
            <a:pPr marL="374650" indent="0" rtl="1">
              <a:buNone/>
            </a:pPr>
            <a:r>
              <a:rPr lang="ar" sz="1600" kern="0" dirty="0">
                <a:latin typeface="Sakkal Majalla" panose="02000000000000000000" pitchFamily="2" charset="-78"/>
                <a:cs typeface="Sakkal Majalla" panose="02000000000000000000" pitchFamily="2" charset="-78"/>
              </a:rPr>
              <a:t>ويجب أن تستوفي المنتجات معايير وشهادات محددة لبيعها واستخدامها بشكل قانوني في السوق.</a:t>
            </a:r>
          </a:p>
          <a:p>
            <a:pPr rtl="1"/>
            <a:r>
              <a:rPr lang="ar" sz="1600" b="1" kern="0" dirty="0">
                <a:latin typeface="Sakkal Majalla" panose="02000000000000000000" pitchFamily="2" charset="-78"/>
                <a:cs typeface="Sakkal Majalla" panose="02000000000000000000" pitchFamily="2" charset="-78"/>
              </a:rPr>
              <a:t>إرشادات لسلامة المنتج: </a:t>
            </a:r>
            <a:r>
              <a:rPr lang="ar" sz="1600" kern="0" dirty="0">
                <a:latin typeface="Sakkal Majalla" panose="02000000000000000000" pitchFamily="2" charset="-78"/>
                <a:cs typeface="Sakkal Majalla" panose="02000000000000000000" pitchFamily="2" charset="-78"/>
              </a:rPr>
              <a:t>يجب أن تلتزم المنتجات الهندسية بإرشادات السلامة الخاصة بالصناعة لمنع الحوادث والإصابات.</a:t>
            </a:r>
          </a:p>
          <a:p>
            <a:pPr marL="374650" indent="0" rtl="1">
              <a:buNone/>
            </a:pPr>
            <a:r>
              <a:rPr lang="ar" sz="1600" kern="0" dirty="0">
                <a:latin typeface="Sakkal Majalla" panose="02000000000000000000" pitchFamily="2" charset="-78"/>
                <a:cs typeface="Sakkal Majalla" panose="02000000000000000000" pitchFamily="2" charset="-78"/>
              </a:rPr>
              <a:t>ويجب إجراء تقييمات المخاطر وتحليل المخاطر في أثناء عمليات التصميم والتصنيع.</a:t>
            </a:r>
          </a:p>
          <a:p>
            <a:pPr marL="0" indent="0" rtl="1">
              <a:buNone/>
            </a:pPr>
            <a:endParaRPr lang="en-GB" sz="1600" dirty="0">
              <a:effectLst/>
              <a:latin typeface="Sakkal Majalla" panose="02000000000000000000" pitchFamily="2" charset="-78"/>
              <a:cs typeface="Sakkal Majalla" panose="02000000000000000000" pitchFamily="2" charset="-78"/>
            </a:endParaRPr>
          </a:p>
        </p:txBody>
      </p:sp>
      <p:sp>
        <p:nvSpPr>
          <p:cNvPr id="4" name="Content Placeholder 2">
            <a:extLst>
              <a:ext uri="{FF2B5EF4-FFF2-40B4-BE49-F238E27FC236}">
                <a16:creationId xmlns:a16="http://schemas.microsoft.com/office/drawing/2014/main" id="{5D78A6F4-1ECA-66EB-9464-2E4A621AF80F}"/>
              </a:ext>
            </a:extLst>
          </p:cNvPr>
          <p:cNvSpPr txBox="1">
            <a:spLocks/>
          </p:cNvSpPr>
          <p:nvPr/>
        </p:nvSpPr>
        <p:spPr bwMode="auto">
          <a:xfrm>
            <a:off x="6084168" y="332656"/>
            <a:ext cx="2880320" cy="359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b="1" kern="0" dirty="0">
                <a:latin typeface="Sakkal Majalla" panose="02000000000000000000" pitchFamily="2" charset="-78"/>
                <a:cs typeface="Sakkal Majalla" panose="02000000000000000000" pitchFamily="2" charset="-78"/>
              </a:rPr>
              <a:t>القيود البيئية</a:t>
            </a:r>
          </a:p>
          <a:p>
            <a:pPr rtl="1">
              <a:buFont typeface="Arial" panose="020B0604020202020204" pitchFamily="34" charset="0"/>
              <a:buChar char="•"/>
            </a:pPr>
            <a:endParaRPr lang="en-GB" sz="18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EADA207-C805-C4C4-4393-40A9207BD7E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059931586"/>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044FB8F-C73A-109C-FD50-98CF5045291F}"/>
              </a:ext>
            </a:extLst>
          </p:cNvPr>
          <p:cNvSpPr txBox="1">
            <a:spLocks/>
          </p:cNvSpPr>
          <p:nvPr/>
        </p:nvSpPr>
        <p:spPr bwMode="auto">
          <a:xfrm>
            <a:off x="539552" y="1074985"/>
            <a:ext cx="7992888"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buFont typeface="Arial" panose="020B0604020202020204" pitchFamily="34" charset="0"/>
              <a:buChar char="•"/>
            </a:pPr>
            <a:endParaRPr lang="en-GB" sz="1600" kern="0" dirty="0">
              <a:latin typeface="Sakkal Majalla" panose="02000000000000000000" pitchFamily="2" charset="-78"/>
              <a:cs typeface="Sakkal Majalla" panose="02000000000000000000" pitchFamily="2" charset="-78"/>
            </a:endParaRPr>
          </a:p>
          <a:p>
            <a:pPr marL="0" indent="0" rtl="1">
              <a:buNone/>
            </a:pPr>
            <a:endParaRPr lang="en-GB" sz="1600" b="1" kern="0" dirty="0">
              <a:latin typeface="Sakkal Majalla" panose="02000000000000000000" pitchFamily="2" charset="-78"/>
              <a:cs typeface="Sakkal Majalla" panose="02000000000000000000" pitchFamily="2" charset="-78"/>
            </a:endParaRPr>
          </a:p>
          <a:p>
            <a:pPr marL="0" indent="0" rtl="1">
              <a:buNone/>
            </a:pPr>
            <a:r>
              <a:rPr lang="ar" sz="1600" b="1" kern="0" dirty="0">
                <a:latin typeface="Sakkal Majalla" panose="02000000000000000000" pitchFamily="2" charset="-78"/>
                <a:cs typeface="Sakkal Majalla" panose="02000000000000000000" pitchFamily="2" charset="-78"/>
              </a:rPr>
              <a:t>تدابير أمان المنتج: </a:t>
            </a:r>
          </a:p>
          <a:p>
            <a:pPr rtl="1"/>
            <a:r>
              <a:rPr lang="ar" sz="1600" kern="0" dirty="0">
                <a:latin typeface="Sakkal Majalla" panose="02000000000000000000" pitchFamily="2" charset="-78"/>
                <a:cs typeface="Sakkal Majalla" panose="02000000000000000000" pitchFamily="2" charset="-78"/>
              </a:rPr>
              <a:t>تنفيذ بروتوكولات المصادقة والترخيص الآمنة لحماية بيانات المستخدم.</a:t>
            </a:r>
          </a:p>
          <a:p>
            <a:pPr marL="628650" indent="-269875"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تحديث البرامج وتصحيحها بانتظام لمعالجة الثغرات الأمنية.</a:t>
            </a:r>
          </a:p>
          <a:p>
            <a:pPr marL="628650" indent="-269875"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إجراء عمليات تدقيق الأمان واختبار الاختراق لتحديد نقاط الضعف المحتملة ومعالجتها.</a:t>
            </a:r>
          </a:p>
          <a:p>
            <a:pPr marL="628650" indent="-269875" rtl="1">
              <a:buFont typeface="Arial" panose="020B0604020202020204" pitchFamily="34" charset="0"/>
              <a:buChar char="•"/>
            </a:pPr>
            <a:endParaRPr lang="en-GB" sz="1600" kern="0" dirty="0">
              <a:latin typeface="Sakkal Majalla" panose="02000000000000000000" pitchFamily="2" charset="-78"/>
              <a:cs typeface="Sakkal Majalla" panose="02000000000000000000" pitchFamily="2" charset="-78"/>
            </a:endParaRPr>
          </a:p>
          <a:p>
            <a:pPr marL="0" indent="0" rtl="1">
              <a:buNone/>
            </a:pPr>
            <a:r>
              <a:rPr lang="ar" sz="1600" b="1" kern="0" dirty="0">
                <a:latin typeface="Sakkal Majalla" panose="02000000000000000000" pitchFamily="2" charset="-78"/>
                <a:cs typeface="Sakkal Majalla" panose="02000000000000000000" pitchFamily="2" charset="-78"/>
              </a:rPr>
              <a:t>تدابير أمان العمليات: </a:t>
            </a:r>
          </a:p>
          <a:p>
            <a:pPr rtl="1"/>
            <a:r>
              <a:rPr lang="ar" sz="1600" kern="0" dirty="0">
                <a:latin typeface="Sakkal Majalla" panose="02000000000000000000" pitchFamily="2" charset="-78"/>
                <a:cs typeface="Sakkal Majalla" panose="02000000000000000000" pitchFamily="2" charset="-78"/>
              </a:rPr>
              <a:t>تنفيذ ضوابط الوصول وأنظمة المراقبة لمنع الوصول غير المصرح به.</a:t>
            </a:r>
          </a:p>
          <a:p>
            <a:pPr marL="628650" indent="-269875"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تدريب الموظفين بانتظام على أفضل الممارسات والبروتوكولات الأمنية.</a:t>
            </a:r>
          </a:p>
          <a:p>
            <a:pPr marL="628650" indent="-269875"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إجراء تقييمات منتظمة للمخاطر وتنفيذ التدابير الأمنية المناسبة.</a:t>
            </a:r>
          </a:p>
          <a:p>
            <a:pPr rtl="1">
              <a:buFont typeface="Arial" panose="020B0604020202020204" pitchFamily="34" charset="0"/>
              <a:buChar char="•"/>
            </a:pPr>
            <a:endParaRPr lang="en-GB" sz="1600" kern="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C07DF82D-33DC-97F4-CF90-A5A1DFB48636}"/>
              </a:ext>
            </a:extLst>
          </p:cNvPr>
          <p:cNvSpPr txBox="1">
            <a:spLocks/>
          </p:cNvSpPr>
          <p:nvPr/>
        </p:nvSpPr>
        <p:spPr bwMode="auto">
          <a:xfrm>
            <a:off x="7956376" y="332656"/>
            <a:ext cx="1008112" cy="359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b="1" kern="0" dirty="0">
                <a:latin typeface="Sakkal Majalla" panose="02000000000000000000" pitchFamily="2" charset="-78"/>
                <a:cs typeface="Sakkal Majalla" panose="02000000000000000000" pitchFamily="2" charset="-78"/>
              </a:rPr>
              <a:t>الأمان</a:t>
            </a:r>
          </a:p>
          <a:p>
            <a:pPr rtl="1">
              <a:buFont typeface="Arial" panose="020B0604020202020204" pitchFamily="34" charset="0"/>
              <a:buChar char="•"/>
            </a:pPr>
            <a:endParaRPr lang="en-GB" sz="18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1F95530-6EB0-5F4E-79EA-35F49E7FF62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758333728"/>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804248" y="332656"/>
            <a:ext cx="237626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أ6 تحليل السوق</a:t>
            </a:r>
          </a:p>
        </p:txBody>
      </p:sp>
      <p:sp>
        <p:nvSpPr>
          <p:cNvPr id="3" name="Content Placeholder 2">
            <a:extLst>
              <a:ext uri="{FF2B5EF4-FFF2-40B4-BE49-F238E27FC236}">
                <a16:creationId xmlns:a16="http://schemas.microsoft.com/office/drawing/2014/main" id="{917EBF75-6A82-412D-82ED-1B7FC68519BF}"/>
              </a:ext>
            </a:extLst>
          </p:cNvPr>
          <p:cNvSpPr>
            <a:spLocks noGrp="1"/>
          </p:cNvSpPr>
          <p:nvPr>
            <p:ph sz="half" idx="2"/>
          </p:nvPr>
        </p:nvSpPr>
        <p:spPr>
          <a:xfrm>
            <a:off x="611560" y="1484412"/>
            <a:ext cx="8064896" cy="4536876"/>
          </a:xfrm>
        </p:spPr>
        <p:txBody>
          <a:bodyPr rtlCol="1"/>
          <a:lstStyle/>
          <a:p>
            <a:pPr marL="0" indent="0" rtl="1">
              <a:buNone/>
            </a:pPr>
            <a:r>
              <a:rPr lang="ar" sz="1600" b="1" dirty="0">
                <a:effectLst/>
                <a:latin typeface="Sakkal Majalla" panose="02000000000000000000" pitchFamily="2" charset="-78"/>
                <a:cs typeface="Sakkal Majalla" panose="02000000000000000000" pitchFamily="2" charset="-78"/>
              </a:rPr>
              <a:t>القيود التنظيمية: </a:t>
            </a:r>
          </a:p>
          <a:p>
            <a:pPr rtl="1"/>
            <a:r>
              <a:rPr lang="ar" sz="1600" dirty="0">
                <a:effectLst/>
                <a:latin typeface="Sakkal Majalla" panose="02000000000000000000" pitchFamily="2" charset="-78"/>
                <a:cs typeface="Sakkal Majalla" panose="02000000000000000000" pitchFamily="2" charset="-78"/>
              </a:rPr>
              <a:t>يعد الامتثال للوائح المحلية والوطنية والدولية أمرًا ضروريًّا لضمان سلامة المنتجات الهندسية.</a:t>
            </a:r>
          </a:p>
          <a:p>
            <a:pPr rtl="1"/>
            <a:r>
              <a:rPr lang="ar" sz="1600" dirty="0">
                <a:effectLst/>
                <a:latin typeface="Sakkal Majalla" panose="02000000000000000000" pitchFamily="2" charset="-78"/>
                <a:cs typeface="Sakkal Majalla" panose="02000000000000000000" pitchFamily="2" charset="-78"/>
              </a:rPr>
              <a:t>ويجب أن تستوفي المنتجات معايير وشهادات محددة لبيعها واستخدامها بشكل قانوني في السوق.</a:t>
            </a:r>
          </a:p>
          <a:p>
            <a:pPr marL="0" indent="0" rtl="1">
              <a:buNone/>
            </a:pPr>
            <a:r>
              <a:rPr lang="ar" sz="1600" b="1" dirty="0">
                <a:effectLst/>
                <a:latin typeface="Sakkal Majalla" panose="02000000000000000000" pitchFamily="2" charset="-78"/>
                <a:cs typeface="Sakkal Majalla" panose="02000000000000000000" pitchFamily="2" charset="-78"/>
              </a:rPr>
              <a:t>إرشادات لسلامة المنتج: </a:t>
            </a:r>
          </a:p>
          <a:p>
            <a:pPr rtl="1"/>
            <a:r>
              <a:rPr lang="ar" sz="1600" dirty="0">
                <a:effectLst/>
                <a:latin typeface="Sakkal Majalla" panose="02000000000000000000" pitchFamily="2" charset="-78"/>
                <a:cs typeface="Sakkal Majalla" panose="02000000000000000000" pitchFamily="2" charset="-78"/>
              </a:rPr>
              <a:t>يجب أن تلتزم المنتجات الهندسية بإرشادات السلامة الخاصة بالصناعة لمنع الحوادث والإصابات.</a:t>
            </a:r>
          </a:p>
          <a:p>
            <a:pPr rtl="1"/>
            <a:r>
              <a:rPr lang="ar" sz="1600" dirty="0">
                <a:effectLst/>
                <a:latin typeface="Sakkal Majalla" panose="02000000000000000000" pitchFamily="2" charset="-78"/>
                <a:cs typeface="Sakkal Majalla" panose="02000000000000000000" pitchFamily="2" charset="-78"/>
              </a:rPr>
              <a:t>ويجب إجراء تقييمات المخاطر وتحليل المخاطر في أثناء عمليات التصميم والتصنيع.</a:t>
            </a: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تدابير أمان المنتج: </a:t>
            </a:r>
          </a:p>
          <a:p>
            <a:pPr rtl="1"/>
            <a:r>
              <a:rPr lang="ar" sz="1600" dirty="0">
                <a:effectLst/>
                <a:latin typeface="Sakkal Majalla" panose="02000000000000000000" pitchFamily="2" charset="-78"/>
                <a:cs typeface="Sakkal Majalla" panose="02000000000000000000" pitchFamily="2" charset="-78"/>
              </a:rPr>
              <a:t>تنفيذ بروتوكولات المصادقة والترخيص الآمنة لحماية بيانات المستخدم.</a:t>
            </a:r>
          </a:p>
          <a:p>
            <a:pPr rtl="1"/>
            <a:r>
              <a:rPr lang="ar" sz="1600" dirty="0">
                <a:effectLst/>
                <a:latin typeface="Sakkal Majalla" panose="02000000000000000000" pitchFamily="2" charset="-78"/>
                <a:cs typeface="Sakkal Majalla" panose="02000000000000000000" pitchFamily="2" charset="-78"/>
              </a:rPr>
              <a:t>تحديث البرامج وتصحيحها بانتظام لمعالجة الثغرات الأمنية.</a:t>
            </a:r>
          </a:p>
          <a:p>
            <a:pPr rtl="1"/>
            <a:r>
              <a:rPr lang="ar" sz="1600" dirty="0">
                <a:effectLst/>
                <a:latin typeface="Sakkal Majalla" panose="02000000000000000000" pitchFamily="2" charset="-78"/>
                <a:cs typeface="Sakkal Majalla" panose="02000000000000000000" pitchFamily="2" charset="-78"/>
              </a:rPr>
              <a:t>إجراء عمليات تدقيق الأمان واختبار الاختراق لتحديد نقاط الضعف المحتملة ومعالجتها.</a:t>
            </a:r>
          </a:p>
          <a:p>
            <a:pPr marL="0" indent="0" rtl="1">
              <a:buNone/>
            </a:pPr>
            <a:r>
              <a:rPr lang="ar" sz="1600" b="1" dirty="0">
                <a:effectLst/>
                <a:latin typeface="Sakkal Majalla" panose="02000000000000000000" pitchFamily="2" charset="-78"/>
                <a:cs typeface="Sakkal Majalla" panose="02000000000000000000" pitchFamily="2" charset="-78"/>
              </a:rPr>
              <a:t>تدابير أمان العمليات: </a:t>
            </a:r>
          </a:p>
          <a:p>
            <a:pPr rtl="1"/>
            <a:r>
              <a:rPr lang="ar" sz="1600" dirty="0">
                <a:effectLst/>
                <a:latin typeface="Sakkal Majalla" panose="02000000000000000000" pitchFamily="2" charset="-78"/>
                <a:cs typeface="Sakkal Majalla" panose="02000000000000000000" pitchFamily="2" charset="-78"/>
              </a:rPr>
              <a:t>تنفيذ ضوابط الوصول وأنظمة المراقبة لمنع الوصول غير المصرح به.</a:t>
            </a:r>
          </a:p>
          <a:p>
            <a:pPr rtl="1"/>
            <a:r>
              <a:rPr lang="ar" sz="1600" dirty="0">
                <a:effectLst/>
                <a:latin typeface="Sakkal Majalla" panose="02000000000000000000" pitchFamily="2" charset="-78"/>
                <a:cs typeface="Sakkal Majalla" panose="02000000000000000000" pitchFamily="2" charset="-78"/>
              </a:rPr>
              <a:t>تدريب الموظفين بانتظام على أفضل الممارسات والبروتوكولات الأمنية.</a:t>
            </a:r>
          </a:p>
          <a:p>
            <a:pPr rtl="1"/>
            <a:r>
              <a:rPr lang="ar" sz="1600" dirty="0">
                <a:effectLst/>
                <a:latin typeface="Sakkal Majalla" panose="02000000000000000000" pitchFamily="2" charset="-78"/>
                <a:cs typeface="Sakkal Majalla" panose="02000000000000000000" pitchFamily="2" charset="-78"/>
              </a:rPr>
              <a:t>إجراء تقييمات منتظمة للمخاطر وتنفيذ التدابير الأمنية المناسبة.</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957A1E0-8160-4363-E0F8-02260F3C8F5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4416880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B445895-5585-3A08-56FD-2E019A9D4D3E}"/>
              </a:ext>
            </a:extLst>
          </p:cNvPr>
          <p:cNvSpPr txBox="1">
            <a:spLocks/>
          </p:cNvSpPr>
          <p:nvPr/>
        </p:nvSpPr>
        <p:spPr bwMode="auto">
          <a:xfrm>
            <a:off x="539552" y="1268760"/>
            <a:ext cx="8136904" cy="388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600" b="1" kern="0" dirty="0">
                <a:latin typeface="Sakkal Majalla" panose="02000000000000000000" pitchFamily="2" charset="-78"/>
                <a:cs typeface="Sakkal Majalla" panose="02000000000000000000" pitchFamily="2" charset="-78"/>
              </a:rPr>
              <a:t>نقطة البيع الفريدة (USP): </a:t>
            </a:r>
          </a:p>
          <a:p>
            <a:pPr rtl="1"/>
            <a:r>
              <a:rPr lang="ar" sz="1600" kern="0" dirty="0">
                <a:latin typeface="Sakkal Majalla" panose="02000000000000000000" pitchFamily="2" charset="-78"/>
                <a:cs typeface="Sakkal Majalla" panose="02000000000000000000" pitchFamily="2" charset="-78"/>
              </a:rPr>
              <a:t>تكمن نقطة البيع الفريدة لمنتجنا الهندسي في سماته وتجهيزاته الرئيسة التي تميزه عن المنافسين:</a:t>
            </a:r>
          </a:p>
          <a:p>
            <a:pPr marL="717550"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تكنولوجيا متقدمة: يستخدم منتجنا أحدث التقنيات لتقديم أداء فائق ودقة.</a:t>
            </a:r>
          </a:p>
          <a:p>
            <a:pPr marL="717550"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المتانة والاعتمادية: صُمم منتجنا ليتحمل الظروف القاسية والاستخدام المكثف، وقد صُمم ليدوم لسنوات.</a:t>
            </a:r>
          </a:p>
          <a:p>
            <a:pPr marL="717550"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قابلية التخصيص: من خلال مجموعة كبيرة من الخيارات والتكوينات، يمكن تصميم منتجنا لتلبية الاحتياجات والمتطلبات المحددة لعملائنا.</a:t>
            </a:r>
          </a:p>
          <a:p>
            <a:pPr marL="717550"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الفوائد والميزات المحسنة للتصميم</a:t>
            </a:r>
          </a:p>
          <a:p>
            <a:pPr rtl="1"/>
            <a:r>
              <a:rPr lang="ar" sz="1600" b="1" kern="0" dirty="0">
                <a:latin typeface="Sakkal Majalla" panose="02000000000000000000" pitchFamily="2" charset="-78"/>
                <a:cs typeface="Sakkal Majalla" panose="02000000000000000000" pitchFamily="2" charset="-78"/>
              </a:rPr>
              <a:t>تجربة مستخدم محسنة: </a:t>
            </a:r>
            <a:r>
              <a:rPr lang="ar" sz="1600" kern="0" dirty="0">
                <a:latin typeface="Sakkal Majalla" panose="02000000000000000000" pitchFamily="2" charset="-78"/>
                <a:cs typeface="Sakkal Majalla" panose="02000000000000000000" pitchFamily="2" charset="-78"/>
              </a:rPr>
              <a:t>يشتمل تصميمنا على عناصر تحكم بديهية وواجهة سهلة الاستخدام، ما يجعل من السهل على العملاء التنقل بين وظائف المنتج وتشغيله. وهذا يعزز تجربة المستخدم الكلية ويضمن تفاعلًا سلسًا.</a:t>
            </a:r>
          </a:p>
          <a:p>
            <a:pPr rtl="1"/>
            <a:r>
              <a:rPr lang="ar" sz="1600" b="1" kern="0" dirty="0">
                <a:latin typeface="Sakkal Majalla" panose="02000000000000000000" pitchFamily="2" charset="-78"/>
                <a:cs typeface="Sakkal Majalla" panose="02000000000000000000" pitchFamily="2" charset="-78"/>
              </a:rPr>
              <a:t>أداء وظيفي محسن: </a:t>
            </a:r>
            <a:r>
              <a:rPr lang="ar" sz="1600" kern="0" dirty="0">
                <a:latin typeface="Sakkal Majalla" panose="02000000000000000000" pitchFamily="2" charset="-78"/>
                <a:cs typeface="Sakkal Majalla" panose="02000000000000000000" pitchFamily="2" charset="-78"/>
              </a:rPr>
              <a:t>يتضمن التصميم الجديد سمات وتجهيزات متقدمة وأداء وظيفي محسن، ما يسمح للعملاء بأداء المهام بشكل أكثر كفاءة وفعالية. يوفر هذا قيمة مضافة ويعزز الأداء العام للمنتج.</a:t>
            </a:r>
            <a:endParaRPr lang="en-GB" sz="1600" kern="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kern="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kern="0" dirty="0">
              <a:latin typeface="Sakkal Majalla" panose="02000000000000000000" pitchFamily="2" charset="-78"/>
              <a:cs typeface="Sakkal Majalla" panose="02000000000000000000" pitchFamily="2" charset="-78"/>
            </a:endParaRPr>
          </a:p>
        </p:txBody>
      </p:sp>
      <p:sp>
        <p:nvSpPr>
          <p:cNvPr id="7" name="Rectangle 1">
            <a:extLst>
              <a:ext uri="{FF2B5EF4-FFF2-40B4-BE49-F238E27FC236}">
                <a16:creationId xmlns:a16="http://schemas.microsoft.com/office/drawing/2014/main" id="{23453612-0967-8B58-17AD-3F5AB4AD783E}"/>
              </a:ext>
            </a:extLst>
          </p:cNvPr>
          <p:cNvSpPr>
            <a:spLocks noChangeArrowheads="1"/>
          </p:cNvSpPr>
          <p:nvPr/>
        </p:nvSpPr>
        <p:spPr bwMode="auto">
          <a:xfrm>
            <a:off x="6765280" y="404664"/>
            <a:ext cx="237626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أ6 تحليل السوق</a:t>
            </a:r>
          </a:p>
        </p:txBody>
      </p:sp>
      <p:sp>
        <p:nvSpPr>
          <p:cNvPr id="2" name="Footer Placeholder 2">
            <a:extLst>
              <a:ext uri="{FF2B5EF4-FFF2-40B4-BE49-F238E27FC236}">
                <a16:creationId xmlns:a16="http://schemas.microsoft.com/office/drawing/2014/main" id="{E4207750-6927-A98A-6EA3-7F0B6D1CFD6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15777987"/>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B445895-5585-3A08-56FD-2E019A9D4D3E}"/>
              </a:ext>
            </a:extLst>
          </p:cNvPr>
          <p:cNvSpPr txBox="1">
            <a:spLocks/>
          </p:cNvSpPr>
          <p:nvPr/>
        </p:nvSpPr>
        <p:spPr bwMode="auto">
          <a:xfrm>
            <a:off x="611560" y="1268760"/>
            <a:ext cx="8136904"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600" b="1" kern="0" dirty="0">
                <a:latin typeface="Sakkal Majalla" panose="02000000000000000000" pitchFamily="2" charset="-78"/>
                <a:cs typeface="Sakkal Majalla" panose="02000000000000000000" pitchFamily="2" charset="-78"/>
              </a:rPr>
              <a:t>التقادم</a:t>
            </a:r>
          </a:p>
          <a:p>
            <a:pPr rtl="1"/>
            <a:r>
              <a:rPr lang="ar" sz="1600" b="1" kern="0" dirty="0">
                <a:latin typeface="Sakkal Majalla" panose="02000000000000000000" pitchFamily="2" charset="-78"/>
                <a:cs typeface="Sakkal Majalla" panose="02000000000000000000" pitchFamily="2" charset="-78"/>
              </a:rPr>
              <a:t>التصميم للمستقبل: </a:t>
            </a:r>
            <a:r>
              <a:rPr lang="ar" sz="1600" kern="0" dirty="0">
                <a:latin typeface="Sakkal Majalla" panose="02000000000000000000" pitchFamily="2" charset="-78"/>
                <a:cs typeface="Sakkal Majalla" panose="02000000000000000000" pitchFamily="2" charset="-78"/>
              </a:rPr>
              <a:t>صُمم المنتج الهندسي مع وضع التطورات المستقبلية في الاعتبار، ما يضمن قدرته على التكيف واستمرار توافقه مع تطور التكنولوجيا.</a:t>
            </a:r>
          </a:p>
          <a:p>
            <a:pPr marL="717550"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ومن خلال دمج المكونات المعيارية والبنى المرنة، يمكن للمنتج استيعاب الترقيات والتحسينات بسهولة.</a:t>
            </a:r>
          </a:p>
          <a:p>
            <a:pPr rtl="1"/>
            <a:r>
              <a:rPr lang="ar" sz="1600" b="1" kern="0" dirty="0">
                <a:latin typeface="Sakkal Majalla" panose="02000000000000000000" pitchFamily="2" charset="-78"/>
                <a:cs typeface="Sakkal Majalla" panose="02000000000000000000" pitchFamily="2" charset="-78"/>
              </a:rPr>
              <a:t>تمديد عمر المنتج: </a:t>
            </a:r>
            <a:r>
              <a:rPr lang="ar" sz="1600" kern="0" dirty="0">
                <a:latin typeface="Sakkal Majalla" panose="02000000000000000000" pitchFamily="2" charset="-78"/>
                <a:cs typeface="Sakkal Majalla" panose="02000000000000000000" pitchFamily="2" charset="-78"/>
              </a:rPr>
              <a:t>المنتج مُصمم ليدوم طويلًا، مع استخدام مواد متينة وبنية قوية.</a:t>
            </a:r>
          </a:p>
          <a:p>
            <a:pPr marL="717550"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يتم توفير الصيانة الدورية وتحديثات البرامج الثابتة للحفاظ على عمل المنتج على النحو الأمثل ومعالجة أي مشكلات تقادم محتملة.</a:t>
            </a:r>
          </a:p>
          <a:p>
            <a:pPr rtl="1"/>
            <a:endParaRPr lang="en-GB" sz="1600" kern="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kern="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kern="0" dirty="0">
              <a:latin typeface="Sakkal Majalla" panose="02000000000000000000" pitchFamily="2" charset="-78"/>
              <a:cs typeface="Sakkal Majalla" panose="02000000000000000000" pitchFamily="2" charset="-78"/>
            </a:endParaRPr>
          </a:p>
        </p:txBody>
      </p:sp>
      <p:sp>
        <p:nvSpPr>
          <p:cNvPr id="7" name="Rectangle 1">
            <a:extLst>
              <a:ext uri="{FF2B5EF4-FFF2-40B4-BE49-F238E27FC236}">
                <a16:creationId xmlns:a16="http://schemas.microsoft.com/office/drawing/2014/main" id="{23453612-0967-8B58-17AD-3F5AB4AD783E}"/>
              </a:ext>
            </a:extLst>
          </p:cNvPr>
          <p:cNvSpPr>
            <a:spLocks noChangeArrowheads="1"/>
          </p:cNvSpPr>
          <p:nvPr/>
        </p:nvSpPr>
        <p:spPr bwMode="auto">
          <a:xfrm>
            <a:off x="6765280" y="404664"/>
            <a:ext cx="237626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أ6 تحليل السوق</a:t>
            </a:r>
          </a:p>
        </p:txBody>
      </p:sp>
      <p:sp>
        <p:nvSpPr>
          <p:cNvPr id="2" name="Footer Placeholder 2">
            <a:extLst>
              <a:ext uri="{FF2B5EF4-FFF2-40B4-BE49-F238E27FC236}">
                <a16:creationId xmlns:a16="http://schemas.microsoft.com/office/drawing/2014/main" id="{117E625D-9650-7188-4FF8-9830B2BC27A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962734043"/>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372200" y="332656"/>
            <a:ext cx="2736304"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أ7 تحليل الأداء</a:t>
            </a:r>
          </a:p>
        </p:txBody>
      </p:sp>
      <p:sp>
        <p:nvSpPr>
          <p:cNvPr id="3" name="Content Placeholder 2">
            <a:extLst>
              <a:ext uri="{FF2B5EF4-FFF2-40B4-BE49-F238E27FC236}">
                <a16:creationId xmlns:a16="http://schemas.microsoft.com/office/drawing/2014/main" id="{917EBF75-6A82-412D-82ED-1B7FC68519BF}"/>
              </a:ext>
            </a:extLst>
          </p:cNvPr>
          <p:cNvSpPr>
            <a:spLocks noGrp="1"/>
          </p:cNvSpPr>
          <p:nvPr>
            <p:ph sz="half" idx="2"/>
          </p:nvPr>
        </p:nvSpPr>
        <p:spPr>
          <a:xfrm>
            <a:off x="755575" y="1781100"/>
            <a:ext cx="7920880" cy="4096172"/>
          </a:xfrm>
        </p:spPr>
        <p:txBody>
          <a:bodyPr rtlCol="1"/>
          <a:lstStyle/>
          <a:p>
            <a:pPr rtl="1">
              <a:buFont typeface="Arial" panose="020B0604020202020204" pitchFamily="34" charset="0"/>
              <a:buChar char="•"/>
            </a:pPr>
            <a:r>
              <a:rPr lang="ar" sz="1600" b="1" dirty="0">
                <a:latin typeface="Sakkal Majalla" panose="02000000000000000000" pitchFamily="2" charset="-78"/>
                <a:cs typeface="Sakkal Majalla" panose="02000000000000000000" pitchFamily="2" charset="-78"/>
              </a:rPr>
              <a:t>شكل المنتج و</a:t>
            </a:r>
            <a:r>
              <a:rPr lang="ar" sz="1600" b="1" dirty="0">
                <a:effectLst/>
                <a:latin typeface="Sakkal Majalla" panose="02000000000000000000" pitchFamily="2" charset="-78"/>
                <a:cs typeface="Sakkal Majalla" panose="02000000000000000000" pitchFamily="2" charset="-78"/>
              </a:rPr>
              <a:t>المظهر المرئي: </a:t>
            </a:r>
            <a:r>
              <a:rPr lang="ar" sz="1600" dirty="0">
                <a:effectLst/>
                <a:latin typeface="Sakkal Majalla" panose="02000000000000000000" pitchFamily="2" charset="-78"/>
                <a:cs typeface="Sakkal Majalla" panose="02000000000000000000" pitchFamily="2" charset="-78"/>
              </a:rPr>
              <a:t>يؤدي شكل المنتج دورًا مهمًا في تصميم المنتج الهندسي لأنه يحدد المظهر المرئي والعناصر الجمالية للمنتج. ويمكن أن تؤثر الجاذبية المرئية للمنتج بشكل كبير في تصور المستهلك وقرارات الشراء.</a:t>
            </a:r>
            <a:endParaRPr lang="en-GB" sz="16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r>
              <a:rPr lang="ar" sz="1600" b="1" dirty="0">
                <a:latin typeface="Sakkal Majalla" panose="02000000000000000000" pitchFamily="2" charset="-78"/>
                <a:cs typeface="Sakkal Majalla" panose="02000000000000000000" pitchFamily="2" charset="-78"/>
              </a:rPr>
              <a:t>وظيفة المنتج و</a:t>
            </a:r>
            <a:r>
              <a:rPr lang="ar" sz="1600" b="1" dirty="0">
                <a:effectLst/>
                <a:latin typeface="Sakkal Majalla" panose="02000000000000000000" pitchFamily="2" charset="-78"/>
                <a:cs typeface="Sakkal Majalla" panose="02000000000000000000" pitchFamily="2" charset="-78"/>
              </a:rPr>
              <a:t>الغرض منه: </a:t>
            </a:r>
            <a:r>
              <a:rPr lang="ar" sz="1600" dirty="0">
                <a:effectLst/>
                <a:latin typeface="Sakkal Majalla" panose="02000000000000000000" pitchFamily="2" charset="-78"/>
                <a:cs typeface="Sakkal Majalla" panose="02000000000000000000" pitchFamily="2" charset="-78"/>
              </a:rPr>
              <a:t>الغرض من المنتج توفير حل لمشكلة أو حاجة معينة. وهو مصمم لأداء وظيفة معينة أو مجموعة من الوظائف.</a:t>
            </a:r>
            <a:endParaRPr lang="en-GB" sz="16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الاستخدام المقصود: </a:t>
            </a:r>
            <a:r>
              <a:rPr lang="ar" sz="1600" dirty="0">
                <a:effectLst/>
                <a:latin typeface="Sakkal Majalla" panose="02000000000000000000" pitchFamily="2" charset="-78"/>
                <a:cs typeface="Sakkal Majalla" panose="02000000000000000000" pitchFamily="2" charset="-78"/>
              </a:rPr>
              <a:t>المنتج مخصص لاستخدام فئة مستهدفة ومحددة من الجمهور أو مجموعة مستخدمين. ومصمم لتلبية احتياجاتهم ومتطلباتهم الخاصة.</a:t>
            </a:r>
            <a:endParaRPr lang="en-GB" sz="16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rtl="1">
              <a:buFont typeface="Arial" panose="020B0604020202020204" pitchFamily="34" charset="0"/>
              <a:buChar char="•"/>
            </a:pPr>
            <a:r>
              <a:rPr lang="ar" sz="1600" b="1" dirty="0">
                <a:effectLst/>
                <a:latin typeface="Sakkal Majalla" panose="02000000000000000000" pitchFamily="2" charset="-78"/>
                <a:cs typeface="Sakkal Majalla" panose="02000000000000000000" pitchFamily="2" charset="-78"/>
              </a:rPr>
              <a:t>المتطلبات التقنية: </a:t>
            </a:r>
            <a:r>
              <a:rPr lang="ar" sz="1600" dirty="0">
                <a:effectLst/>
                <a:latin typeface="Sakkal Majalla" panose="02000000000000000000" pitchFamily="2" charset="-78"/>
                <a:cs typeface="Sakkal Majalla" panose="02000000000000000000" pitchFamily="2" charset="-78"/>
              </a:rPr>
              <a:t>يجب أن يلبي المنتج جميع المتطلبات الوظيفية وأن يؤدي الغرض المقصود منه بفعالية. ويجب أن يُصمم لتحمل الأحمال والقوى والظروف البيئية المتوقعة. يجب أن يكون المنتج آمنًا للاستخدام ومتوافقًا مع جميع اللوائح والمعايير ذات الصلة.</a:t>
            </a: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القيود: </a:t>
            </a:r>
            <a:r>
              <a:rPr lang="ar" sz="1600" dirty="0">
                <a:effectLst/>
                <a:latin typeface="Sakkal Majalla" panose="02000000000000000000" pitchFamily="2" charset="-78"/>
                <a:cs typeface="Sakkal Majalla" panose="02000000000000000000" pitchFamily="2" charset="-78"/>
              </a:rPr>
              <a:t>يجب أن يراعي تصميم المنتج قيود التكلفة وأن يكون مجديًا اقتصاديًا للتصنيع. ويجب أن يُصمم ضمن حدود المساحة والحجم المتاحة. كما يجب أن يراعي التصميم قيود المواد المتاحة وعمليات التصنيع وتقنياته.</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p:txBody>
      </p:sp>
      <p:sp>
        <p:nvSpPr>
          <p:cNvPr id="2" name="Rectangle 1">
            <a:extLst>
              <a:ext uri="{FF2B5EF4-FFF2-40B4-BE49-F238E27FC236}">
                <a16:creationId xmlns:a16="http://schemas.microsoft.com/office/drawing/2014/main" id="{2DAF7A75-DC85-57BF-C0CA-91F55186BF00}"/>
              </a:ext>
            </a:extLst>
          </p:cNvPr>
          <p:cNvSpPr>
            <a:spLocks noChangeArrowheads="1"/>
          </p:cNvSpPr>
          <p:nvPr/>
        </p:nvSpPr>
        <p:spPr bwMode="auto">
          <a:xfrm>
            <a:off x="5616624" y="1340768"/>
            <a:ext cx="334786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dirty="0">
                <a:latin typeface="Sakkal Majalla" panose="02000000000000000000" pitchFamily="2" charset="-78"/>
                <a:cs typeface="Sakkal Majalla" panose="02000000000000000000" pitchFamily="2" charset="-78"/>
              </a:rPr>
              <a:t>اختيار المواد والمكونات</a:t>
            </a:r>
          </a:p>
        </p:txBody>
      </p:sp>
      <p:sp>
        <p:nvSpPr>
          <p:cNvPr id="4" name="Footer Placeholder 2">
            <a:extLst>
              <a:ext uri="{FF2B5EF4-FFF2-40B4-BE49-F238E27FC236}">
                <a16:creationId xmlns:a16="http://schemas.microsoft.com/office/drawing/2014/main" id="{E23B9ACD-799D-9969-CF55-EA3806650E2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936110015"/>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6C7BE06-25FB-2E91-B0C4-D04EB4B3F72B}"/>
              </a:ext>
            </a:extLst>
          </p:cNvPr>
          <p:cNvSpPr txBox="1">
            <a:spLocks/>
          </p:cNvSpPr>
          <p:nvPr/>
        </p:nvSpPr>
        <p:spPr bwMode="auto">
          <a:xfrm>
            <a:off x="683568" y="1412776"/>
            <a:ext cx="8064897" cy="48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400" b="1" kern="0" dirty="0">
                <a:latin typeface="Sakkal Majalla" panose="02000000000000000000" pitchFamily="2" charset="-78"/>
                <a:cs typeface="Sakkal Majalla" panose="02000000000000000000" pitchFamily="2" charset="-78"/>
              </a:rPr>
              <a:t>عملية الاختيار: </a:t>
            </a:r>
            <a:r>
              <a:rPr lang="ar" sz="1400" kern="0" dirty="0">
                <a:latin typeface="Sakkal Majalla" panose="02000000000000000000" pitchFamily="2" charset="-78"/>
                <a:cs typeface="Sakkal Majalla" panose="02000000000000000000" pitchFamily="2" charset="-78"/>
              </a:rPr>
              <a:t>يتضمن اختيار المواد والمكونات في تصميم المنتجات الهندسية عملية اختيار منهجية تراعي العوامل والاعتبارات المختلفة.</a:t>
            </a:r>
          </a:p>
          <a:p>
            <a:pPr rtl="1"/>
            <a:r>
              <a:rPr lang="ar" sz="1400" b="1" kern="0" dirty="0">
                <a:latin typeface="Sakkal Majalla" panose="02000000000000000000" pitchFamily="2" charset="-78"/>
                <a:cs typeface="Sakkal Majalla" panose="02000000000000000000" pitchFamily="2" charset="-78"/>
              </a:rPr>
              <a:t>الاعتبارات: شكل المنتج</a:t>
            </a:r>
            <a:r>
              <a:rPr lang="ar" sz="1400" kern="0" dirty="0">
                <a:latin typeface="Sakkal Majalla" panose="02000000000000000000" pitchFamily="2" charset="-78"/>
                <a:cs typeface="Sakkal Majalla" panose="02000000000000000000" pitchFamily="2" charset="-78"/>
              </a:rPr>
              <a:t>: يجب أن تتوافق المواد والمكونات المختارة مع الشكل المطلوب والعناصر الجمالية للمنتج.</a:t>
            </a:r>
          </a:p>
          <a:p>
            <a:pPr marL="717550" defTabSz="900113" rtl="1">
              <a:buFont typeface="Arial" panose="020B0604020202020204" pitchFamily="34" charset="0"/>
              <a:buChar char="•"/>
            </a:pPr>
            <a:r>
              <a:rPr lang="ar" sz="1400" b="1" kern="0" dirty="0">
                <a:latin typeface="Sakkal Majalla" panose="02000000000000000000" pitchFamily="2" charset="-78"/>
                <a:cs typeface="Sakkal Majalla" panose="02000000000000000000" pitchFamily="2" charset="-78"/>
              </a:rPr>
              <a:t>الأداء الوظيفي</a:t>
            </a:r>
            <a:r>
              <a:rPr lang="ar" sz="1400" kern="0" dirty="0">
                <a:latin typeface="Sakkal Majalla" panose="02000000000000000000" pitchFamily="2" charset="-78"/>
                <a:cs typeface="Sakkal Majalla" panose="02000000000000000000" pitchFamily="2" charset="-78"/>
              </a:rPr>
              <a:t>: يجب أن تكون المواد والمكونات المحددة قادرة على أداء الوظائف المقصودة للمنتج بفعالية.</a:t>
            </a:r>
          </a:p>
          <a:p>
            <a:pPr marL="717550" defTabSz="900113" rtl="1">
              <a:buFont typeface="Arial" panose="020B0604020202020204" pitchFamily="34" charset="0"/>
              <a:buChar char="•"/>
            </a:pPr>
            <a:r>
              <a:rPr lang="ar" sz="1400" b="1" kern="0" dirty="0">
                <a:latin typeface="Sakkal Majalla" panose="02000000000000000000" pitchFamily="2" charset="-78"/>
                <a:cs typeface="Sakkal Majalla" panose="02000000000000000000" pitchFamily="2" charset="-78"/>
              </a:rPr>
              <a:t>الاعتبارات الفنية</a:t>
            </a:r>
            <a:r>
              <a:rPr lang="ar" sz="1400" kern="0" dirty="0">
                <a:latin typeface="Sakkal Majalla" panose="02000000000000000000" pitchFamily="2" charset="-78"/>
                <a:cs typeface="Sakkal Majalla" panose="02000000000000000000" pitchFamily="2" charset="-78"/>
              </a:rPr>
              <a:t>: يجب مراعاة عوامل مثل القوة والمتانة والتوافق مع المكونات الأخرى في أثناء عملية الاختيار.</a:t>
            </a:r>
          </a:p>
          <a:p>
            <a:pPr marL="717550" defTabSz="900113" rtl="1">
              <a:buFont typeface="Arial" panose="020B0604020202020204" pitchFamily="34" charset="0"/>
              <a:buChar char="•"/>
            </a:pPr>
            <a:r>
              <a:rPr lang="ar" sz="1400" b="1" kern="0" dirty="0">
                <a:latin typeface="Sakkal Majalla" panose="02000000000000000000" pitchFamily="2" charset="-78"/>
                <a:cs typeface="Sakkal Majalla" panose="02000000000000000000" pitchFamily="2" charset="-78"/>
              </a:rPr>
              <a:t>الاستدامة البيئية:</a:t>
            </a:r>
            <a:r>
              <a:rPr lang="ar" sz="1400" kern="0" dirty="0">
                <a:latin typeface="Sakkal Majalla" panose="02000000000000000000" pitchFamily="2" charset="-78"/>
                <a:cs typeface="Sakkal Majalla" panose="02000000000000000000" pitchFamily="2" charset="-78"/>
              </a:rPr>
              <a:t>: يجب تقييم التأثير البيئي للمواد والمكونات، ويجب إعطاء الأولوية للخيارات المستدامة.</a:t>
            </a:r>
          </a:p>
          <a:p>
            <a:pPr marL="717550" defTabSz="900113" rtl="1">
              <a:buFont typeface="Arial" panose="020B0604020202020204" pitchFamily="34" charset="0"/>
              <a:buChar char="•"/>
            </a:pPr>
            <a:r>
              <a:rPr lang="ar" sz="1400" b="1" kern="0" dirty="0">
                <a:latin typeface="Sakkal Majalla" panose="02000000000000000000" pitchFamily="2" charset="-78"/>
                <a:cs typeface="Sakkal Majalla" panose="02000000000000000000" pitchFamily="2" charset="-78"/>
              </a:rPr>
              <a:t>التفاعلات مع الجوانب/المكونات الأخرى</a:t>
            </a:r>
            <a:r>
              <a:rPr lang="ar" sz="1400" kern="0" dirty="0">
                <a:latin typeface="Sakkal Majalla" panose="02000000000000000000" pitchFamily="2" charset="-78"/>
                <a:cs typeface="Sakkal Majalla" panose="02000000000000000000" pitchFamily="2" charset="-78"/>
              </a:rPr>
              <a:t>: يجب مراعاة التوافق والتفاعلات بين المواد والمكونات المختارة مع الجوانب أو المكونات الأخرى للمنتج.</a:t>
            </a:r>
          </a:p>
          <a:p>
            <a:pPr marL="717550" defTabSz="900113" rtl="1">
              <a:buFont typeface="Arial" panose="020B0604020202020204" pitchFamily="34" charset="0"/>
              <a:buChar char="•"/>
            </a:pPr>
            <a:r>
              <a:rPr lang="ar" sz="1400" b="1" kern="0" dirty="0">
                <a:latin typeface="Sakkal Majalla" panose="02000000000000000000" pitchFamily="2" charset="-78"/>
                <a:cs typeface="Sakkal Majalla" panose="02000000000000000000" pitchFamily="2" charset="-78"/>
              </a:rPr>
              <a:t>احتمالية التعطل أو التآكل</a:t>
            </a:r>
            <a:r>
              <a:rPr lang="ar" sz="1400" kern="0" dirty="0">
                <a:latin typeface="Sakkal Majalla" panose="02000000000000000000" pitchFamily="2" charset="-78"/>
                <a:cs typeface="Sakkal Majalla" panose="02000000000000000000" pitchFamily="2" charset="-78"/>
              </a:rPr>
              <a:t>: يجب اختيار المواد والمكونات لتقليل احتمالية التعطل أو التآكل على مدى عمر المنتج.</a:t>
            </a:r>
          </a:p>
          <a:p>
            <a:pPr rtl="1"/>
            <a:r>
              <a:rPr lang="ar" sz="1400" b="1" kern="0" dirty="0">
                <a:latin typeface="Sakkal Majalla" panose="02000000000000000000" pitchFamily="2" charset="-78"/>
                <a:cs typeface="Sakkal Majalla" panose="02000000000000000000" pitchFamily="2" charset="-78"/>
              </a:rPr>
              <a:t>الاستدامة البيئية</a:t>
            </a:r>
          </a:p>
          <a:p>
            <a:pPr marL="717550" rtl="1">
              <a:buFont typeface="Arial" panose="020B0604020202020204" pitchFamily="34" charset="0"/>
              <a:buChar char="•"/>
            </a:pPr>
            <a:r>
              <a:rPr lang="ar" sz="1400" b="1" kern="0" dirty="0">
                <a:latin typeface="Sakkal Majalla" panose="02000000000000000000" pitchFamily="2" charset="-78"/>
                <a:cs typeface="Sakkal Majalla" panose="02000000000000000000" pitchFamily="2" charset="-78"/>
              </a:rPr>
              <a:t>التأثير: </a:t>
            </a:r>
            <a:r>
              <a:rPr lang="ar" sz="1400" kern="0" dirty="0">
                <a:latin typeface="Sakkal Majalla" panose="02000000000000000000" pitchFamily="2" charset="-78"/>
                <a:cs typeface="Sakkal Majalla" panose="02000000000000000000" pitchFamily="2" charset="-78"/>
              </a:rPr>
              <a:t>يراعي تصميم المنتج الهندسي التأثير البيئي للمنتج طوال دورة حياته. ويشمل ذلك تقليل توليد النفايات وتقليل استهلاك الطاقة وتحسين استخدام الموارد.</a:t>
            </a:r>
          </a:p>
          <a:p>
            <a:pPr marL="717550" rtl="1">
              <a:buFont typeface="Arial" panose="020B0604020202020204" pitchFamily="34" charset="0"/>
              <a:buChar char="•"/>
            </a:pPr>
            <a:r>
              <a:rPr lang="ar" sz="1400" b="1" kern="0" dirty="0">
                <a:latin typeface="Sakkal Majalla" panose="02000000000000000000" pitchFamily="2" charset="-78"/>
                <a:cs typeface="Sakkal Majalla" panose="02000000000000000000" pitchFamily="2" charset="-78"/>
              </a:rPr>
              <a:t>البصمة/الانبعاثات الكربونية: </a:t>
            </a:r>
            <a:r>
              <a:rPr lang="ar" sz="1400" kern="0" dirty="0">
                <a:latin typeface="Sakkal Majalla" panose="02000000000000000000" pitchFamily="2" charset="-78"/>
                <a:cs typeface="Sakkal Majalla" panose="02000000000000000000" pitchFamily="2" charset="-78"/>
              </a:rPr>
              <a:t>يراعي تصميم المنتج أيضًا البصمة الكربونية للمنتج. ويتضمن ذلك تقليل انبعاثات غازات الاحتباس الحراري في أثناء مراحل التصنيع والنقل والاستخدام من دورة حياة المنتج.</a:t>
            </a:r>
          </a:p>
          <a:p>
            <a:pPr marL="717550" rtl="1">
              <a:buFont typeface="Arial" panose="020B0604020202020204" pitchFamily="34" charset="0"/>
              <a:buChar char="•"/>
            </a:pPr>
            <a:r>
              <a:rPr lang="ar" sz="1400" b="1" kern="0" dirty="0">
                <a:latin typeface="Sakkal Majalla" panose="02000000000000000000" pitchFamily="2" charset="-78"/>
                <a:cs typeface="Sakkal Majalla" panose="02000000000000000000" pitchFamily="2" charset="-78"/>
              </a:rPr>
              <a:t>استدامة التصنيع: </a:t>
            </a:r>
            <a:r>
              <a:rPr lang="ar" sz="1400" kern="0" dirty="0">
                <a:latin typeface="Sakkal Majalla" panose="02000000000000000000" pitchFamily="2" charset="-78"/>
                <a:cs typeface="Sakkal Majalla" panose="02000000000000000000" pitchFamily="2" charset="-78"/>
              </a:rPr>
              <a:t>يهدف تصميم المنتجات الهندسية إلى جعل عملية التصنيع أكثر استدامة. ويشمل ذلك استخدام مواد غير ضارة بالبيئة، وتنفيذ تقنيات تصنيع فعالة، والحد من استخدام المواد الخطرة.</a:t>
            </a:r>
          </a:p>
          <a:p>
            <a:pPr rtl="1">
              <a:buFont typeface="Arial" panose="020B0604020202020204" pitchFamily="34" charset="0"/>
              <a:buChar char="•"/>
            </a:pPr>
            <a:endParaRPr lang="en-GB" sz="1400" kern="0" dirty="0">
              <a:latin typeface="Sakkal Majalla" panose="02000000000000000000" pitchFamily="2" charset="-78"/>
              <a:cs typeface="Sakkal Majalla" panose="02000000000000000000" pitchFamily="2" charset="-78"/>
            </a:endParaRPr>
          </a:p>
        </p:txBody>
      </p:sp>
      <p:sp>
        <p:nvSpPr>
          <p:cNvPr id="6" name="Rectangle 5">
            <a:extLst>
              <a:ext uri="{FF2B5EF4-FFF2-40B4-BE49-F238E27FC236}">
                <a16:creationId xmlns:a16="http://schemas.microsoft.com/office/drawing/2014/main" id="{73C5B61E-A950-72B5-6369-5594D0CF5772}"/>
              </a:ext>
            </a:extLst>
          </p:cNvPr>
          <p:cNvSpPr>
            <a:spLocks noChangeArrowheads="1"/>
          </p:cNvSpPr>
          <p:nvPr/>
        </p:nvSpPr>
        <p:spPr bwMode="auto">
          <a:xfrm>
            <a:off x="5688632" y="404664"/>
            <a:ext cx="334786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dirty="0">
                <a:latin typeface="Sakkal Majalla" panose="02000000000000000000" pitchFamily="2" charset="-78"/>
                <a:cs typeface="Sakkal Majalla" panose="02000000000000000000" pitchFamily="2" charset="-78"/>
              </a:rPr>
              <a:t>اختيار المواد والمكونات</a:t>
            </a:r>
          </a:p>
        </p:txBody>
      </p:sp>
      <p:sp>
        <p:nvSpPr>
          <p:cNvPr id="2" name="Footer Placeholder 2">
            <a:extLst>
              <a:ext uri="{FF2B5EF4-FFF2-40B4-BE49-F238E27FC236}">
                <a16:creationId xmlns:a16="http://schemas.microsoft.com/office/drawing/2014/main" id="{422933C8-82B8-7C4E-EF58-462F957170B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639074800"/>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508104" y="404664"/>
            <a:ext cx="3528392" cy="30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dirty="0">
                <a:latin typeface="Sakkal Majalla" panose="02000000000000000000" pitchFamily="2" charset="-78"/>
                <a:cs typeface="Sakkal Majalla" panose="02000000000000000000" pitchFamily="2" charset="-78"/>
              </a:rPr>
              <a:t>اختيار المواد والمكونات</a:t>
            </a:r>
          </a:p>
        </p:txBody>
      </p:sp>
      <p:sp>
        <p:nvSpPr>
          <p:cNvPr id="3" name="Content Placeholder 2">
            <a:extLst>
              <a:ext uri="{FF2B5EF4-FFF2-40B4-BE49-F238E27FC236}">
                <a16:creationId xmlns:a16="http://schemas.microsoft.com/office/drawing/2014/main" id="{917EBF75-6A82-412D-82ED-1B7FC68519BF}"/>
              </a:ext>
            </a:extLst>
          </p:cNvPr>
          <p:cNvSpPr>
            <a:spLocks noGrp="1"/>
          </p:cNvSpPr>
          <p:nvPr>
            <p:ph sz="half" idx="2"/>
          </p:nvPr>
        </p:nvSpPr>
        <p:spPr>
          <a:xfrm>
            <a:off x="3059832" y="1268760"/>
            <a:ext cx="5832648" cy="3609975"/>
          </a:xfrm>
        </p:spPr>
        <p:txBody>
          <a:bodyPr rtlCol="1"/>
          <a:lstStyle/>
          <a:p>
            <a:pPr marL="0" indent="0" rtl="1">
              <a:buNone/>
            </a:pPr>
            <a:r>
              <a:rPr lang="ar" sz="1400" b="1" dirty="0">
                <a:latin typeface="Sakkal Majalla" panose="02000000000000000000" pitchFamily="2" charset="-78"/>
                <a:cs typeface="Sakkal Majalla" panose="02000000000000000000" pitchFamily="2" charset="-78"/>
              </a:rPr>
              <a:t>التفاعلات مع الجوانب/المكونات الأخرى</a:t>
            </a:r>
          </a:p>
          <a:p>
            <a:pPr rtl="1"/>
            <a:r>
              <a:rPr lang="ar" sz="1400" b="1" dirty="0">
                <a:effectLst/>
                <a:latin typeface="Sakkal Majalla" panose="02000000000000000000" pitchFamily="2" charset="-78"/>
                <a:cs typeface="Sakkal Majalla" panose="02000000000000000000" pitchFamily="2" charset="-78"/>
              </a:rPr>
              <a:t>التكامل مع الأنظمة الأخرى: </a:t>
            </a:r>
            <a:r>
              <a:rPr lang="ar" sz="1400" dirty="0">
                <a:effectLst/>
                <a:latin typeface="Sakkal Majalla" panose="02000000000000000000" pitchFamily="2" charset="-78"/>
                <a:cs typeface="Sakkal Majalla" panose="02000000000000000000" pitchFamily="2" charset="-78"/>
              </a:rPr>
              <a:t>في تصميم المنتجات الهندسية، من الضروري مراعاة تكامل المنتج وتوافقه مع الأنظمة الأخرى. ويتضمن ذلك ضمان قدرة المنتج على الاتصال والتفاعل بسلاسة مع المكونات أو الأنظمة الفرعية الأخرى داخل النظام الأكبر. من المهم تحديد نقاط التفاعل المحتملة وتصميم المنتج بطريقة تسمح بالتكامل السلس.</a:t>
            </a: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التوافق مع المكونات الموجودة: </a:t>
            </a:r>
            <a:r>
              <a:rPr lang="ar" sz="1400" dirty="0">
                <a:effectLst/>
                <a:latin typeface="Sakkal Majalla" panose="02000000000000000000" pitchFamily="2" charset="-78"/>
                <a:cs typeface="Sakkal Majalla" panose="02000000000000000000" pitchFamily="2" charset="-78"/>
              </a:rPr>
              <a:t>عند تصميم منتج جديد، من المهم مراعاة توافق المنتج مع المكونات أو الأنظمة الحالية. ويتضمن ذلك التأكد من أن المنتج يمكن أن يعمل بفعالية مع البنية الأساسية أو المكونات الحالية دون أي تعارضات أو مشكلات. ويجب إجراء اختبار التوافق والتحقق من الصحة لضمان التكامل السلس والأداء الوظيفي.</a:t>
            </a:r>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latin typeface="Sakkal Majalla" panose="02000000000000000000" pitchFamily="2" charset="-78"/>
                <a:cs typeface="Sakkal Majalla" panose="02000000000000000000" pitchFamily="2" charset="-78"/>
              </a:rPr>
              <a:t>احتمالية التعطل أو التآكل.</a:t>
            </a:r>
          </a:p>
          <a:p>
            <a:pPr rtl="1"/>
            <a:r>
              <a:rPr lang="ar" sz="1400" b="1" dirty="0">
                <a:effectLst/>
                <a:latin typeface="Sakkal Majalla" panose="02000000000000000000" pitchFamily="2" charset="-78"/>
                <a:cs typeface="Sakkal Majalla" panose="02000000000000000000" pitchFamily="2" charset="-78"/>
              </a:rPr>
              <a:t>المخاطر المحتملة: </a:t>
            </a:r>
            <a:r>
              <a:rPr lang="ar" sz="1400" dirty="0">
                <a:effectLst/>
                <a:latin typeface="Sakkal Majalla" panose="02000000000000000000" pitchFamily="2" charset="-78"/>
                <a:cs typeface="Sakkal Majalla" panose="02000000000000000000" pitchFamily="2" charset="-78"/>
              </a:rPr>
              <a:t>يمكن أن يؤدي الاختيار غير الكافي للمواد إلى التآكل المبكر أو التعطل. ويمكن أن يؤدي التصميم السيئ إلى تركيزات الإجهاد والضعف الهيكلي. كما يمكن أن تؤدي الاختبارات غير الكافية ومراقبة الجودة إلى عيوب أو نقاط ضعف غير مكتشفة في المنتج. يمكن للعوامل البيئية مثل درجة الحرارة والرطوبة والتعرض للمواد الكيميائية تسريع التآكل أو البلى.</a:t>
            </a:r>
          </a:p>
          <a:p>
            <a:pPr rtl="1"/>
            <a:r>
              <a:rPr lang="ar" sz="1400" b="1" dirty="0">
                <a:effectLst/>
                <a:latin typeface="Sakkal Majalla" panose="02000000000000000000" pitchFamily="2" charset="-78"/>
                <a:cs typeface="Sakkal Majalla" panose="02000000000000000000" pitchFamily="2" charset="-78"/>
              </a:rPr>
              <a:t>الاعتبارات: </a:t>
            </a:r>
            <a:r>
              <a:rPr lang="ar" sz="1400" dirty="0">
                <a:effectLst/>
                <a:latin typeface="Sakkal Majalla" panose="02000000000000000000" pitchFamily="2" charset="-78"/>
                <a:cs typeface="Sakkal Majalla" panose="02000000000000000000" pitchFamily="2" charset="-78"/>
              </a:rPr>
              <a:t>تحليل واختبار شامل للمواد والمكونات لضمان ملاءمتها للتطبيق المقصود. وممارسات تصميم قوية لتقليل تركيزات الإجهاد وضمان السلامة الهيكلية. مع تنفيذ تدابير مراقبة الجودة طوال عملية التصنيع لاكتشاف ومعالجة أي عيوب أو نقاط ضعف. الصيانة والتفتيش المنتظمان لتحديد أي علامات تآكل أو فشل محتمل ومعالجتها. مع مراعاة العوامل البيئية والاختيار المناسب للمواد والطلاء للتخفيف من التآكل والبلى.</a:t>
            </a:r>
          </a:p>
          <a:p>
            <a:pPr marL="0" indent="0" rtl="1">
              <a:buNone/>
            </a:pPr>
            <a:endParaRPr lang="en-GB" sz="1400" dirty="0">
              <a:effectLst/>
              <a:latin typeface="Sakkal Majalla" panose="02000000000000000000" pitchFamily="2" charset="-78"/>
              <a:cs typeface="Sakkal Majalla" panose="02000000000000000000" pitchFamily="2" charset="-78"/>
            </a:endParaRPr>
          </a:p>
        </p:txBody>
      </p:sp>
      <p:pic>
        <p:nvPicPr>
          <p:cNvPr id="4" name="Picture 3" descr="A close-up of electrical tools&#10;&#10;Description automatically generated">
            <a:extLst>
              <a:ext uri="{FF2B5EF4-FFF2-40B4-BE49-F238E27FC236}">
                <a16:creationId xmlns:a16="http://schemas.microsoft.com/office/drawing/2014/main" id="{1E719D71-6B3B-4665-FF7A-DB7D8FC2DD5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4016" y="1700808"/>
            <a:ext cx="2700300" cy="1800200"/>
          </a:xfrm>
          <a:prstGeom prst="rect">
            <a:avLst/>
          </a:prstGeom>
        </p:spPr>
      </p:pic>
      <p:pic>
        <p:nvPicPr>
          <p:cNvPr id="7" name="Picture 6" descr="Water spraying out of a pipe&#10;&#10;Description automatically generated">
            <a:extLst>
              <a:ext uri="{FF2B5EF4-FFF2-40B4-BE49-F238E27FC236}">
                <a16:creationId xmlns:a16="http://schemas.microsoft.com/office/drawing/2014/main" id="{D3562E18-4934-E631-22AD-32750561759C}"/>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44018" y="4581128"/>
            <a:ext cx="2700299" cy="1800199"/>
          </a:xfrm>
          <a:prstGeom prst="rect">
            <a:avLst/>
          </a:prstGeom>
        </p:spPr>
      </p:pic>
      <p:sp>
        <p:nvSpPr>
          <p:cNvPr id="2" name="Footer Placeholder 2">
            <a:extLst>
              <a:ext uri="{FF2B5EF4-FFF2-40B4-BE49-F238E27FC236}">
                <a16:creationId xmlns:a16="http://schemas.microsoft.com/office/drawing/2014/main" id="{C26E73FB-AD73-E7AC-D69B-A2684715C45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822994241"/>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63887" y="113533"/>
            <a:ext cx="5580112"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a:latin typeface="Sakkal Majalla" panose="02000000000000000000" pitchFamily="2" charset="-78"/>
                <a:cs typeface="Sakkal Majalla" panose="02000000000000000000" pitchFamily="2" charset="-78"/>
              </a:rPr>
              <a:t>أ8 تحليل التصنيع </a:t>
            </a:r>
          </a:p>
          <a:p>
            <a:pPr rtl="1"/>
            <a:r>
              <a:rPr lang="ar" sz="1600" b="1">
                <a:latin typeface="Sakkal Majalla" panose="02000000000000000000" pitchFamily="2" charset="-78"/>
                <a:cs typeface="Sakkal Majalla" panose="02000000000000000000" pitchFamily="2" charset="-78"/>
              </a:rPr>
              <a:t>الأهداف الهندسية من حيث التصنيع عند تصميم منتج هندسي</a:t>
            </a:r>
          </a:p>
        </p:txBody>
      </p:sp>
      <p:sp>
        <p:nvSpPr>
          <p:cNvPr id="3" name="Content Placeholder 2">
            <a:extLst>
              <a:ext uri="{FF2B5EF4-FFF2-40B4-BE49-F238E27FC236}">
                <a16:creationId xmlns:a16="http://schemas.microsoft.com/office/drawing/2014/main" id="{917EBF75-6A82-412D-82ED-1B7FC68519BF}"/>
              </a:ext>
            </a:extLst>
          </p:cNvPr>
          <p:cNvSpPr>
            <a:spLocks noGrp="1"/>
          </p:cNvSpPr>
          <p:nvPr>
            <p:ph sz="half" idx="2"/>
          </p:nvPr>
        </p:nvSpPr>
        <p:spPr>
          <a:xfrm>
            <a:off x="5256584" y="1340768"/>
            <a:ext cx="3563888" cy="287661"/>
          </a:xfrm>
        </p:spPr>
        <p:txBody>
          <a:bodyPr rtlCol="1"/>
          <a:lstStyle/>
          <a:p>
            <a:pPr marL="0" indent="0" rtl="1">
              <a:buNone/>
            </a:pPr>
            <a:r>
              <a:rPr lang="ar" sz="1600" b="1" dirty="0">
                <a:latin typeface="Sakkal Majalla" panose="02000000000000000000" pitchFamily="2" charset="-78"/>
                <a:cs typeface="Sakkal Majalla" panose="02000000000000000000" pitchFamily="2" charset="-78"/>
              </a:rPr>
              <a:t>عمليات التصنيع/التجميع</a:t>
            </a:r>
            <a:endParaRPr lang="en-GB" sz="1600" b="1" dirty="0">
              <a:effectLst/>
              <a:latin typeface="Sakkal Majalla" panose="02000000000000000000" pitchFamily="2" charset="-78"/>
              <a:cs typeface="Sakkal Majalla" panose="02000000000000000000" pitchFamily="2" charset="-78"/>
            </a:endParaRPr>
          </a:p>
        </p:txBody>
      </p:sp>
      <p:graphicFrame>
        <p:nvGraphicFramePr>
          <p:cNvPr id="5" name="Table 4">
            <a:extLst>
              <a:ext uri="{FF2B5EF4-FFF2-40B4-BE49-F238E27FC236}">
                <a16:creationId xmlns:a16="http://schemas.microsoft.com/office/drawing/2014/main" id="{07B6A46B-A11B-D957-2048-B1C19BF41D37}"/>
              </a:ext>
            </a:extLst>
          </p:cNvPr>
          <p:cNvGraphicFramePr>
            <a:graphicFrameLocks noGrp="1"/>
          </p:cNvGraphicFramePr>
          <p:nvPr>
            <p:extLst>
              <p:ext uri="{D42A27DB-BD31-4B8C-83A1-F6EECF244321}">
                <p14:modId xmlns:p14="http://schemas.microsoft.com/office/powerpoint/2010/main" val="2119511657"/>
              </p:ext>
            </p:extLst>
          </p:nvPr>
        </p:nvGraphicFramePr>
        <p:xfrm>
          <a:off x="755575" y="1920302"/>
          <a:ext cx="7704857" cy="3582529"/>
        </p:xfrm>
        <a:graphic>
          <a:graphicData uri="http://schemas.openxmlformats.org/drawingml/2006/table">
            <a:tbl>
              <a:tblPr rtl="1">
                <a:tableStyleId>{5C22544A-7EE6-4342-B048-85BDC9FD1C3A}</a:tableStyleId>
              </a:tblPr>
              <a:tblGrid>
                <a:gridCol w="1396295">
                  <a:extLst>
                    <a:ext uri="{9D8B030D-6E8A-4147-A177-3AD203B41FA5}">
                      <a16:colId xmlns:a16="http://schemas.microsoft.com/office/drawing/2014/main" val="3014468926"/>
                    </a:ext>
                  </a:extLst>
                </a:gridCol>
                <a:gridCol w="1581346">
                  <a:extLst>
                    <a:ext uri="{9D8B030D-6E8A-4147-A177-3AD203B41FA5}">
                      <a16:colId xmlns:a16="http://schemas.microsoft.com/office/drawing/2014/main" val="1439297136"/>
                    </a:ext>
                  </a:extLst>
                </a:gridCol>
                <a:gridCol w="1857630">
                  <a:extLst>
                    <a:ext uri="{9D8B030D-6E8A-4147-A177-3AD203B41FA5}">
                      <a16:colId xmlns:a16="http://schemas.microsoft.com/office/drawing/2014/main" val="2240778462"/>
                    </a:ext>
                  </a:extLst>
                </a:gridCol>
                <a:gridCol w="1439645">
                  <a:extLst>
                    <a:ext uri="{9D8B030D-6E8A-4147-A177-3AD203B41FA5}">
                      <a16:colId xmlns:a16="http://schemas.microsoft.com/office/drawing/2014/main" val="3988578919"/>
                    </a:ext>
                  </a:extLst>
                </a:gridCol>
                <a:gridCol w="1429941">
                  <a:extLst>
                    <a:ext uri="{9D8B030D-6E8A-4147-A177-3AD203B41FA5}">
                      <a16:colId xmlns:a16="http://schemas.microsoft.com/office/drawing/2014/main" val="3095152568"/>
                    </a:ext>
                  </a:extLst>
                </a:gridCol>
              </a:tblGrid>
              <a:tr h="284562">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التصميم</a:t>
                      </a:r>
                      <a:endParaRPr lang="en-GB" sz="1300" b="1" i="0" u="none" strike="noStrike">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اختيار المواد</a:t>
                      </a:r>
                      <a:endParaRPr lang="en-GB" sz="1300" b="1" i="0" u="none" strike="noStrike">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التصنيع</a:t>
                      </a:r>
                      <a:endParaRPr lang="en-GB" sz="1300" b="1" i="0" u="none" strike="noStrike">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التجميع</a:t>
                      </a:r>
                      <a:endParaRPr lang="en-GB" sz="1300" b="1" i="0" u="none" strike="noStrike">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tc>
                  <a:txBody>
                    <a:bodyPr/>
                    <a:lstStyle/>
                    <a:p>
                      <a:pPr algn="ctr" rtl="1" fontAlgn="b"/>
                      <a:r>
                        <a:rPr lang="ar" sz="1300" b="1" u="none" strike="noStrike" dirty="0">
                          <a:effectLst/>
                          <a:latin typeface="Sakkal Majalla" panose="02000000000000000000" pitchFamily="2" charset="-78"/>
                          <a:cs typeface="Sakkal Majalla" panose="02000000000000000000" pitchFamily="2" charset="-78"/>
                        </a:rPr>
                        <a:t>مراقبة الجودة</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extLst>
                  <a:ext uri="{0D108BD9-81ED-4DB2-BD59-A6C34878D82A}">
                    <a16:rowId xmlns:a16="http://schemas.microsoft.com/office/drawing/2014/main" val="4102378757"/>
                  </a:ext>
                </a:extLst>
              </a:tr>
              <a:tr h="298505">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1</a:t>
                      </a:r>
                      <a:endParaRPr lang="en-GB" sz="1300" b="1" i="0" u="none" strike="noStrike">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2</a:t>
                      </a:r>
                      <a:endParaRPr lang="en-GB" sz="1300" b="1" i="0" u="none" strike="noStrike">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3</a:t>
                      </a:r>
                      <a:endParaRPr lang="en-GB" sz="1300" b="1" i="0" u="none" strike="noStrike">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4</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5</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350" marR="6350" marT="6350" marB="0" anchor="b"/>
                </a:tc>
                <a:extLst>
                  <a:ext uri="{0D108BD9-81ED-4DB2-BD59-A6C34878D82A}">
                    <a16:rowId xmlns:a16="http://schemas.microsoft.com/office/drawing/2014/main" val="999474561"/>
                  </a:ext>
                </a:extLst>
              </a:tr>
              <a:tr h="2999462">
                <a:tc>
                  <a:txBody>
                    <a:bodyPr/>
                    <a:lstStyle/>
                    <a:p>
                      <a:pPr algn="ctr" rtl="1" fontAlgn="ctr"/>
                      <a:r>
                        <a:rPr lang="ar" sz="1300" u="none" strike="noStrike">
                          <a:effectLst/>
                          <a:latin typeface="Sakkal Majalla" panose="02000000000000000000" pitchFamily="2" charset="-78"/>
                          <a:cs typeface="Sakkal Majalla" panose="02000000000000000000" pitchFamily="2" charset="-78"/>
                        </a:rPr>
                        <a:t>تتضمن عملية التصميم وضع خطة مفصلة ومواصفات للمنتج الهندسي</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350" marR="6350" marT="6350" marB="0" anchor="ctr"/>
                </a:tc>
                <a:tc>
                  <a:txBody>
                    <a:bodyPr/>
                    <a:lstStyle/>
                    <a:p>
                      <a:pPr algn="ctr" rtl="1" fontAlgn="ctr"/>
                      <a:r>
                        <a:rPr lang="ar" sz="1300" u="none" strike="noStrike">
                          <a:effectLst/>
                          <a:latin typeface="Sakkal Majalla" panose="02000000000000000000" pitchFamily="2" charset="-78"/>
                          <a:cs typeface="Sakkal Majalla" panose="02000000000000000000" pitchFamily="2" charset="-78"/>
                        </a:rPr>
                        <a:t>يمثل اختيار المواد إحدى خطوات عملية التصنيع، حيث إنه يؤثر في أداء المنتجات ومتانتها</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350" marR="6350" marT="6350" marB="0" anchor="ctr"/>
                </a:tc>
                <a:tc>
                  <a:txBody>
                    <a:bodyPr/>
                    <a:lstStyle/>
                    <a:p>
                      <a:pPr algn="ctr" rtl="1" fontAlgn="ctr"/>
                      <a:r>
                        <a:rPr lang="ar" sz="1300" u="none" strike="noStrike">
                          <a:effectLst/>
                          <a:latin typeface="Sakkal Majalla" panose="02000000000000000000" pitchFamily="2" charset="-78"/>
                          <a:cs typeface="Sakkal Majalla" panose="02000000000000000000" pitchFamily="2" charset="-78"/>
                        </a:rPr>
                        <a:t>تتضمن عملية التصنيع تحويل المواد الخام إلى منتج تام الصنع من خلال تقنيات مختلفة مثل المعالجة الآلية أو القولبة أو الطباعة ثلاثية الأبعاد</a:t>
                      </a:r>
                      <a:endParaRPr lang="en-GB" sz="1300" b="0" i="0" u="none" strike="noStrike">
                        <a:solidFill>
                          <a:srgbClr val="000000"/>
                        </a:solidFill>
                        <a:effectLst/>
                        <a:latin typeface="Sakkal Majalla" panose="02000000000000000000" pitchFamily="2" charset="-78"/>
                        <a:cs typeface="Sakkal Majalla" panose="02000000000000000000" pitchFamily="2" charset="-78"/>
                      </a:endParaRPr>
                    </a:p>
                  </a:txBody>
                  <a:tcPr marL="6350" marR="6350" marT="6350" marB="0" anchor="ctr"/>
                </a:tc>
                <a:tc>
                  <a:txBody>
                    <a:bodyPr/>
                    <a:lstStyle/>
                    <a:p>
                      <a:pPr algn="ctr" rtl="1" fontAlgn="ctr"/>
                      <a:r>
                        <a:rPr lang="ar" sz="1300" u="none" strike="noStrike">
                          <a:effectLst/>
                          <a:latin typeface="Sakkal Majalla" panose="02000000000000000000" pitchFamily="2" charset="-78"/>
                          <a:cs typeface="Sakkal Majalla" panose="02000000000000000000" pitchFamily="2" charset="-78"/>
                        </a:rPr>
                        <a:t>تتضمن عملية التجميع تجميع مكونات مختلفة للمنتج لإنشاء التجميع النهائي.</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350" marR="6350" marT="6350" marB="0" anchor="ctr"/>
                </a:tc>
                <a:tc>
                  <a:txBody>
                    <a:bodyPr/>
                    <a:lstStyle/>
                    <a:p>
                      <a:pPr algn="ctr" rtl="1" fontAlgn="ctr"/>
                      <a:r>
                        <a:rPr lang="ar" sz="1300" u="none" strike="noStrike" dirty="0">
                          <a:effectLst/>
                          <a:latin typeface="Sakkal Majalla" panose="02000000000000000000" pitchFamily="2" charset="-78"/>
                          <a:cs typeface="Sakkal Majalla" panose="02000000000000000000" pitchFamily="2" charset="-78"/>
                        </a:rPr>
                        <a:t>تضمن مراقبة الجودة أن المنتج المصنّع يلبي المواصفات والمعايير المطلوبة</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350" marR="6350" marT="6350" marB="0" anchor="ctr"/>
                </a:tc>
                <a:extLst>
                  <a:ext uri="{0D108BD9-81ED-4DB2-BD59-A6C34878D82A}">
                    <a16:rowId xmlns:a16="http://schemas.microsoft.com/office/drawing/2014/main" val="1095465227"/>
                  </a:ext>
                </a:extLst>
              </a:tr>
            </a:tbl>
          </a:graphicData>
        </a:graphic>
      </p:graphicFrame>
      <p:sp>
        <p:nvSpPr>
          <p:cNvPr id="2" name="Footer Placeholder 2">
            <a:extLst>
              <a:ext uri="{FF2B5EF4-FFF2-40B4-BE49-F238E27FC236}">
                <a16:creationId xmlns:a16="http://schemas.microsoft.com/office/drawing/2014/main" id="{770E3F90-A720-8986-FE85-40361B51760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534281152"/>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084168" y="332656"/>
            <a:ext cx="3024336" cy="364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متطلبات التصنيع</a:t>
            </a:r>
          </a:p>
        </p:txBody>
      </p:sp>
      <p:sp>
        <p:nvSpPr>
          <p:cNvPr id="3" name="Content Placeholder 2">
            <a:extLst>
              <a:ext uri="{FF2B5EF4-FFF2-40B4-BE49-F238E27FC236}">
                <a16:creationId xmlns:a16="http://schemas.microsoft.com/office/drawing/2014/main" id="{917EBF75-6A82-412D-82ED-1B7FC68519BF}"/>
              </a:ext>
            </a:extLst>
          </p:cNvPr>
          <p:cNvSpPr>
            <a:spLocks noGrp="1"/>
          </p:cNvSpPr>
          <p:nvPr>
            <p:ph sz="half" idx="2"/>
          </p:nvPr>
        </p:nvSpPr>
        <p:spPr>
          <a:xfrm>
            <a:off x="36512" y="1052736"/>
            <a:ext cx="9144000" cy="3888432"/>
          </a:xfrm>
        </p:spPr>
        <p:txBody>
          <a:bodyPr rtlCol="1"/>
          <a:lstStyle/>
          <a:p>
            <a:pPr marL="0" indent="0" rtl="1">
              <a:buNone/>
            </a:pPr>
            <a:r>
              <a:rPr lang="ar" sz="1600" b="1" dirty="0">
                <a:latin typeface="Sakkal Majalla" panose="02000000000000000000" pitchFamily="2" charset="-78"/>
                <a:cs typeface="Sakkal Majalla" panose="02000000000000000000" pitchFamily="2" charset="-78"/>
              </a:rPr>
              <a:t>من أجل إنتاج المنتج الهندسي بنجاح، يجب تلبية متطلبات التصنيع الآتية. تتضمن هذه المتطلبات المواد والمعدات والموارد اللازمة للإنتاج.</a:t>
            </a:r>
            <a:endParaRPr lang="en-GB" sz="1600" b="1" dirty="0">
              <a:effectLst/>
              <a:latin typeface="Sakkal Majalla" panose="02000000000000000000" pitchFamily="2" charset="-78"/>
              <a:cs typeface="Sakkal Majalla" panose="02000000000000000000" pitchFamily="2" charset="-78"/>
            </a:endParaRPr>
          </a:p>
        </p:txBody>
      </p:sp>
      <p:graphicFrame>
        <p:nvGraphicFramePr>
          <p:cNvPr id="2" name="Table 1">
            <a:extLst>
              <a:ext uri="{FF2B5EF4-FFF2-40B4-BE49-F238E27FC236}">
                <a16:creationId xmlns:a16="http://schemas.microsoft.com/office/drawing/2014/main" id="{38ED982B-ACA5-00DB-C5DA-CE9AD4BC95E8}"/>
              </a:ext>
            </a:extLst>
          </p:cNvPr>
          <p:cNvGraphicFramePr>
            <a:graphicFrameLocks noGrp="1"/>
          </p:cNvGraphicFramePr>
          <p:nvPr>
            <p:extLst>
              <p:ext uri="{D42A27DB-BD31-4B8C-83A1-F6EECF244321}">
                <p14:modId xmlns:p14="http://schemas.microsoft.com/office/powerpoint/2010/main" val="1207180410"/>
              </p:ext>
            </p:extLst>
          </p:nvPr>
        </p:nvGraphicFramePr>
        <p:xfrm>
          <a:off x="1403648" y="1628800"/>
          <a:ext cx="6264696" cy="5115892"/>
        </p:xfrm>
        <a:graphic>
          <a:graphicData uri="http://schemas.openxmlformats.org/drawingml/2006/table">
            <a:tbl>
              <a:tblPr rtl="1">
                <a:tableStyleId>{5C22544A-7EE6-4342-B048-85BDC9FD1C3A}</a:tableStyleId>
              </a:tblPr>
              <a:tblGrid>
                <a:gridCol w="1390292">
                  <a:extLst>
                    <a:ext uri="{9D8B030D-6E8A-4147-A177-3AD203B41FA5}">
                      <a16:colId xmlns:a16="http://schemas.microsoft.com/office/drawing/2014/main" val="2881009893"/>
                    </a:ext>
                  </a:extLst>
                </a:gridCol>
                <a:gridCol w="4874404">
                  <a:extLst>
                    <a:ext uri="{9D8B030D-6E8A-4147-A177-3AD203B41FA5}">
                      <a16:colId xmlns:a16="http://schemas.microsoft.com/office/drawing/2014/main" val="1568525232"/>
                    </a:ext>
                  </a:extLst>
                </a:gridCol>
              </a:tblGrid>
              <a:tr h="319461">
                <a:tc>
                  <a:txBody>
                    <a:bodyPr/>
                    <a:lstStyle/>
                    <a:p>
                      <a:pPr algn="ctr" rtl="1" fontAlgn="ctr"/>
                      <a:r>
                        <a:rPr lang="ar" sz="1200" b="1" u="none" strike="noStrike">
                          <a:effectLst/>
                          <a:latin typeface="Sakkal Majalla" panose="02000000000000000000" pitchFamily="2" charset="-78"/>
                          <a:cs typeface="Sakkal Majalla" panose="02000000000000000000" pitchFamily="2" charset="-78"/>
                        </a:rPr>
                        <a:t>المطلب</a:t>
                      </a:r>
                      <a:endParaRPr lang="en-GB" sz="1200" b="1"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tc>
                  <a:txBody>
                    <a:bodyPr/>
                    <a:lstStyle/>
                    <a:p>
                      <a:pPr algn="ctr" rtl="1" fontAlgn="ctr"/>
                      <a:r>
                        <a:rPr lang="ar" sz="1200" b="1" u="none" strike="noStrike">
                          <a:effectLst/>
                          <a:latin typeface="Sakkal Majalla" panose="02000000000000000000" pitchFamily="2" charset="-78"/>
                          <a:cs typeface="Sakkal Majalla" panose="02000000000000000000" pitchFamily="2" charset="-78"/>
                        </a:rPr>
                        <a:t>الوصف</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extLst>
                  <a:ext uri="{0D108BD9-81ED-4DB2-BD59-A6C34878D82A}">
                    <a16:rowId xmlns:a16="http://schemas.microsoft.com/office/drawing/2014/main" val="1176860513"/>
                  </a:ext>
                </a:extLst>
              </a:tr>
              <a:tr h="484544">
                <a:tc>
                  <a:txBody>
                    <a:bodyPr/>
                    <a:lstStyle/>
                    <a:p>
                      <a:pPr algn="ctr" rtl="1" fontAlgn="ctr"/>
                      <a:r>
                        <a:rPr lang="ar" sz="1200" b="1" u="none" strike="noStrike">
                          <a:effectLst/>
                          <a:latin typeface="Sakkal Majalla" panose="02000000000000000000" pitchFamily="2" charset="-78"/>
                          <a:cs typeface="Sakkal Majalla" panose="02000000000000000000" pitchFamily="2" charset="-78"/>
                        </a:rPr>
                        <a:t>المواد الخام</a:t>
                      </a:r>
                      <a:endParaRPr lang="en-GB" sz="1200" b="1"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tc>
                  <a:txBody>
                    <a:bodyPr/>
                    <a:lstStyle/>
                    <a:p>
                      <a:pPr algn="ctr" rtl="1" fontAlgn="ctr"/>
                      <a:r>
                        <a:rPr lang="ar" sz="1200" u="none" strike="noStrike">
                          <a:effectLst/>
                          <a:latin typeface="Sakkal Majalla" panose="02000000000000000000" pitchFamily="2" charset="-78"/>
                          <a:cs typeface="Sakkal Majalla" panose="02000000000000000000" pitchFamily="2" charset="-78"/>
                        </a:rPr>
                        <a:t>ستكون هناك حاجة إلى مواد عالية الجودة مثل الفولاذ والألمنيوم والبلاستيك لإنتاج المنتج الهندسي</a:t>
                      </a:r>
                      <a:endParaRPr lang="en-GB" sz="1200" b="0"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extLst>
                  <a:ext uri="{0D108BD9-81ED-4DB2-BD59-A6C34878D82A}">
                    <a16:rowId xmlns:a16="http://schemas.microsoft.com/office/drawing/2014/main" val="4157246164"/>
                  </a:ext>
                </a:extLst>
              </a:tr>
              <a:tr h="1309085">
                <a:tc>
                  <a:txBody>
                    <a:bodyPr/>
                    <a:lstStyle/>
                    <a:p>
                      <a:pPr algn="ctr" rtl="1" fontAlgn="ctr"/>
                      <a:r>
                        <a:rPr lang="ar" sz="1200" b="1" u="none" strike="noStrike">
                          <a:effectLst/>
                          <a:latin typeface="Sakkal Majalla" panose="02000000000000000000" pitchFamily="2" charset="-78"/>
                          <a:cs typeface="Sakkal Majalla" panose="02000000000000000000" pitchFamily="2" charset="-78"/>
                        </a:rPr>
                        <a:t>معدات التصنيع</a:t>
                      </a:r>
                      <a:endParaRPr lang="en-GB" sz="1200" b="1"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tc>
                  <a:txBody>
                    <a:bodyPr/>
                    <a:lstStyle/>
                    <a:p>
                      <a:pPr algn="ctr" rtl="1" fontAlgn="ctr"/>
                      <a:r>
                        <a:rPr lang="ar" sz="1200" u="none" strike="noStrike" dirty="0">
                          <a:effectLst/>
                          <a:latin typeface="Sakkal Majalla" panose="02000000000000000000" pitchFamily="2" charset="-78"/>
                          <a:cs typeface="Sakkal Majalla" panose="02000000000000000000" pitchFamily="2" charset="-78"/>
                        </a:rPr>
                        <a:t>ستكون هناك حاجة إلى الآلات والمعدات المتخصصة بما في ذلك الآلات ذات التحكم العددي باستخدام الحاسوب والطابعات ثلاثية الأبعاد وأنظمة خطوط التجميع للتصنيع الفعال والدقيق</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extLst>
                  <a:ext uri="{0D108BD9-81ED-4DB2-BD59-A6C34878D82A}">
                    <a16:rowId xmlns:a16="http://schemas.microsoft.com/office/drawing/2014/main" val="3586055405"/>
                  </a:ext>
                </a:extLst>
              </a:tr>
              <a:tr h="633090">
                <a:tc>
                  <a:txBody>
                    <a:bodyPr/>
                    <a:lstStyle/>
                    <a:p>
                      <a:pPr algn="ctr" rtl="1" fontAlgn="ctr"/>
                      <a:r>
                        <a:rPr lang="ar" sz="1200" b="1" u="none" strike="noStrike">
                          <a:effectLst/>
                          <a:latin typeface="Sakkal Majalla" panose="02000000000000000000" pitchFamily="2" charset="-78"/>
                          <a:cs typeface="Sakkal Majalla" panose="02000000000000000000" pitchFamily="2" charset="-78"/>
                        </a:rPr>
                        <a:t>القوى العاملة الماهرة</a:t>
                      </a:r>
                      <a:endParaRPr lang="en-GB" sz="1200" b="1"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tc>
                  <a:txBody>
                    <a:bodyPr/>
                    <a:lstStyle/>
                    <a:p>
                      <a:pPr algn="ctr" rtl="1" fontAlgn="ctr"/>
                      <a:r>
                        <a:rPr lang="ar" sz="1200" u="none" strike="noStrike">
                          <a:effectLst/>
                          <a:latin typeface="Sakkal Majalla" panose="02000000000000000000" pitchFamily="2" charset="-78"/>
                          <a:cs typeface="Sakkal Majalla" panose="02000000000000000000" pitchFamily="2" charset="-78"/>
                        </a:rPr>
                        <a:t>سيُطلب من فريق من المهندسين والفنيين والمشغلين المهرة تشغيل معدات التصنيع وضمان جودة المنتج تام الصنع</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extLst>
                  <a:ext uri="{0D108BD9-81ED-4DB2-BD59-A6C34878D82A}">
                    <a16:rowId xmlns:a16="http://schemas.microsoft.com/office/drawing/2014/main" val="1031400177"/>
                  </a:ext>
                </a:extLst>
              </a:tr>
              <a:tr h="789904">
                <a:tc>
                  <a:txBody>
                    <a:bodyPr/>
                    <a:lstStyle/>
                    <a:p>
                      <a:pPr algn="ctr" rtl="1" fontAlgn="ctr"/>
                      <a:r>
                        <a:rPr lang="ar" sz="1200" b="1" u="none" strike="noStrike">
                          <a:effectLst/>
                          <a:latin typeface="Sakkal Majalla" panose="02000000000000000000" pitchFamily="2" charset="-78"/>
                          <a:cs typeface="Sakkal Majalla" panose="02000000000000000000" pitchFamily="2" charset="-78"/>
                        </a:rPr>
                        <a:t>تدابير مراقبة الجودة</a:t>
                      </a:r>
                      <a:endParaRPr lang="en-GB" sz="1200" b="1"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tc>
                  <a:txBody>
                    <a:bodyPr/>
                    <a:lstStyle/>
                    <a:p>
                      <a:pPr algn="ctr" rtl="1" fontAlgn="ctr"/>
                      <a:r>
                        <a:rPr lang="ar" sz="1200" u="none" strike="noStrike">
                          <a:effectLst/>
                          <a:latin typeface="Sakkal Majalla" panose="02000000000000000000" pitchFamily="2" charset="-78"/>
                          <a:cs typeface="Sakkal Majalla" panose="02000000000000000000" pitchFamily="2" charset="-78"/>
                        </a:rPr>
                        <a:t>سيتم تنفيذ عمليات مراقبة الجودة والفحص الدقيقة والفعالة طوال عملية التصنيع للتأكد من أن المنتج يلبي المواصفات والمعايير المطلوبة</a:t>
                      </a:r>
                      <a:endParaRPr lang="en-GB" sz="1200" b="0"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extLst>
                  <a:ext uri="{0D108BD9-81ED-4DB2-BD59-A6C34878D82A}">
                    <a16:rowId xmlns:a16="http://schemas.microsoft.com/office/drawing/2014/main" val="3186409130"/>
                  </a:ext>
                </a:extLst>
              </a:tr>
              <a:tr h="789904">
                <a:tc>
                  <a:txBody>
                    <a:bodyPr/>
                    <a:lstStyle/>
                    <a:p>
                      <a:pPr algn="ctr" rtl="1" fontAlgn="ctr"/>
                      <a:r>
                        <a:rPr lang="ar" sz="1200" b="1" u="none" strike="noStrike">
                          <a:effectLst/>
                          <a:latin typeface="Sakkal Majalla" panose="02000000000000000000" pitchFamily="2" charset="-78"/>
                          <a:cs typeface="Sakkal Majalla" panose="02000000000000000000" pitchFamily="2" charset="-78"/>
                        </a:rPr>
                        <a:t>القدرة الإنتاجية</a:t>
                      </a:r>
                      <a:endParaRPr lang="en-GB" sz="1200" b="1"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tc>
                  <a:txBody>
                    <a:bodyPr/>
                    <a:lstStyle/>
                    <a:p>
                      <a:pPr algn="ctr" rtl="1" fontAlgn="ctr"/>
                      <a:r>
                        <a:rPr lang="ar" sz="1200" u="none" strike="noStrike">
                          <a:effectLst/>
                          <a:latin typeface="Sakkal Majalla" panose="02000000000000000000" pitchFamily="2" charset="-78"/>
                          <a:cs typeface="Sakkal Majalla" panose="02000000000000000000" pitchFamily="2" charset="-78"/>
                        </a:rPr>
                        <a:t>ستكون القدرة الإنتاجية الكافية ضرورية لتلبية الطلب المتوقع على المنتج الهندسي. وهذا يشمل توافر مرافق التصنيع والقدرة على توسيع نطاق الإنتاج إذا لزم الأمر.</a:t>
                      </a:r>
                      <a:endParaRPr lang="en-GB" sz="1200" b="0" i="0" u="none" strike="noStrike">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extLst>
                  <a:ext uri="{0D108BD9-81ED-4DB2-BD59-A6C34878D82A}">
                    <a16:rowId xmlns:a16="http://schemas.microsoft.com/office/drawing/2014/main" val="397260744"/>
                  </a:ext>
                </a:extLst>
              </a:tr>
              <a:tr h="789904">
                <a:tc>
                  <a:txBody>
                    <a:bodyPr/>
                    <a:lstStyle/>
                    <a:p>
                      <a:pPr algn="ctr" rtl="1" fontAlgn="ctr"/>
                      <a:r>
                        <a:rPr lang="ar" sz="1200" b="1" u="none" strike="noStrike">
                          <a:effectLst/>
                          <a:latin typeface="Sakkal Majalla" panose="02000000000000000000" pitchFamily="2" charset="-78"/>
                          <a:cs typeface="Sakkal Majalla" panose="02000000000000000000" pitchFamily="2" charset="-78"/>
                        </a:rPr>
                        <a:t>إدارة سلاسل التوريد</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tc>
                  <a:txBody>
                    <a:bodyPr/>
                    <a:lstStyle/>
                    <a:p>
                      <a:pPr algn="ctr" rtl="1" fontAlgn="ctr"/>
                      <a:r>
                        <a:rPr lang="ar" sz="1200" u="none" strike="noStrike" dirty="0">
                          <a:effectLst/>
                          <a:latin typeface="Sakkal Majalla" panose="02000000000000000000" pitchFamily="2" charset="-78"/>
                          <a:cs typeface="Sakkal Majalla" panose="02000000000000000000" pitchFamily="2" charset="-78"/>
                        </a:rPr>
                        <a:t>يجب إدارة سلسلة التوريد بفعالية لضمان تسليم المواد الخام والمكونات في الوقت المناسب، بالإضافة إلى تنسيق الخدمات اللوجستية لتوزيع المنتج تام الصنع. </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5668" marR="5668" marT="5668" marB="0" anchor="ctr"/>
                </a:tc>
                <a:extLst>
                  <a:ext uri="{0D108BD9-81ED-4DB2-BD59-A6C34878D82A}">
                    <a16:rowId xmlns:a16="http://schemas.microsoft.com/office/drawing/2014/main" val="2643945829"/>
                  </a:ext>
                </a:extLst>
              </a:tr>
            </a:tbl>
          </a:graphicData>
        </a:graphic>
      </p:graphicFrame>
      <p:sp>
        <p:nvSpPr>
          <p:cNvPr id="4" name="Footer Placeholder 2">
            <a:extLst>
              <a:ext uri="{FF2B5EF4-FFF2-40B4-BE49-F238E27FC236}">
                <a16:creationId xmlns:a16="http://schemas.microsoft.com/office/drawing/2014/main" id="{D6F068AA-709B-C308-EB2A-16A26D170DC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086213909"/>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012554" y="430840"/>
            <a:ext cx="2131446" cy="310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dirty="0"/>
              <a:t>مؤشرات الجودة</a:t>
            </a:r>
          </a:p>
        </p:txBody>
      </p:sp>
      <p:sp>
        <p:nvSpPr>
          <p:cNvPr id="3" name="Content Placeholder 2">
            <a:extLst>
              <a:ext uri="{FF2B5EF4-FFF2-40B4-BE49-F238E27FC236}">
                <a16:creationId xmlns:a16="http://schemas.microsoft.com/office/drawing/2014/main" id="{917EBF75-6A82-412D-82ED-1B7FC68519BF}"/>
              </a:ext>
            </a:extLst>
          </p:cNvPr>
          <p:cNvSpPr>
            <a:spLocks noGrp="1"/>
          </p:cNvSpPr>
          <p:nvPr>
            <p:ph sz="half" idx="2"/>
          </p:nvPr>
        </p:nvSpPr>
        <p:spPr>
          <a:xfrm>
            <a:off x="611560" y="1340768"/>
            <a:ext cx="8064896" cy="3911493"/>
          </a:xfrm>
        </p:spPr>
        <p:txBody>
          <a:bodyPr rtlCol="1"/>
          <a:lstStyle/>
          <a:p>
            <a:pPr rtl="1"/>
            <a:r>
              <a:rPr lang="ar" sz="1600" b="1" dirty="0">
                <a:effectLst/>
                <a:latin typeface="Sakkal Majalla" panose="02000000000000000000" pitchFamily="2" charset="-78"/>
                <a:cs typeface="Sakkal Majalla" panose="02000000000000000000" pitchFamily="2" charset="-78"/>
              </a:rPr>
              <a:t>الاعتمادية: </a:t>
            </a:r>
            <a:r>
              <a:rPr lang="ar" sz="1600" dirty="0">
                <a:effectLst/>
                <a:latin typeface="Sakkal Majalla" panose="02000000000000000000" pitchFamily="2" charset="-78"/>
                <a:cs typeface="Sakkal Majalla" panose="02000000000000000000" pitchFamily="2" charset="-78"/>
              </a:rPr>
              <a:t>متوسط الوقت بين حالات الفشل (MTBF): متوسط الوقت بين حالات فشل المنتج. معدل الفشل: معدل فشل المنتج خلال مدة زمنية معينة.</a:t>
            </a:r>
          </a:p>
          <a:p>
            <a:pPr rtl="1"/>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المتانة: </a:t>
            </a:r>
            <a:r>
              <a:rPr lang="ar" sz="1600" dirty="0">
                <a:effectLst/>
                <a:latin typeface="Sakkal Majalla" panose="02000000000000000000" pitchFamily="2" charset="-78"/>
                <a:cs typeface="Sakkal Majalla" panose="02000000000000000000" pitchFamily="2" charset="-78"/>
              </a:rPr>
              <a:t>مقاومة المواد: قدرة مواد المنتج على تحمل الإجهاد ومقاومة التشوه. مقاومة التآكل: مقاومة المنتج للتآكل والتدهور بمرور الوقت.</a:t>
            </a:r>
          </a:p>
          <a:p>
            <a:pPr rtl="1"/>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الأداء: </a:t>
            </a:r>
            <a:r>
              <a:rPr lang="ar" sz="1600" dirty="0">
                <a:effectLst/>
                <a:latin typeface="Sakkal Majalla" panose="02000000000000000000" pitchFamily="2" charset="-78"/>
                <a:cs typeface="Sakkal Majalla" panose="02000000000000000000" pitchFamily="2" charset="-78"/>
              </a:rPr>
              <a:t>الدقة: الدرجة التي يؤدي بها المنتج وظيفته المقصودة بدقة. </a:t>
            </a:r>
          </a:p>
          <a:p>
            <a:pPr rtl="1"/>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الكفاءة</a:t>
            </a:r>
            <a:r>
              <a:rPr lang="ar" sz="1600" dirty="0">
                <a:effectLst/>
                <a:latin typeface="Sakkal Majalla" panose="02000000000000000000" pitchFamily="2" charset="-78"/>
                <a:cs typeface="Sakkal Majalla" panose="02000000000000000000" pitchFamily="2" charset="-78"/>
              </a:rPr>
              <a:t>: قدرة المنتج على أداء وظيفته المقصودة مع الحد الأدنى من إهدار الموارد.</a:t>
            </a:r>
          </a:p>
          <a:p>
            <a:pPr rtl="1"/>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السلامة: </a:t>
            </a:r>
            <a:r>
              <a:rPr lang="ar" sz="1600" dirty="0">
                <a:effectLst/>
                <a:latin typeface="Sakkal Majalla" panose="02000000000000000000" pitchFamily="2" charset="-78"/>
                <a:cs typeface="Sakkal Majalla" panose="02000000000000000000" pitchFamily="2" charset="-78"/>
              </a:rPr>
              <a:t>الامتثال لمعايير السلامة: التزام المنتج بمعايير السلامة الخاصة بالقطاع والتنظيمية. تقييم المخاطر: تحديد مخاطر السلامة المحتملة المرتبطة بالمنتج والتخفيف من حدتها.</a:t>
            </a:r>
          </a:p>
          <a:p>
            <a:pPr rtl="1"/>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رضا العملاء: </a:t>
            </a:r>
            <a:r>
              <a:rPr lang="ar" sz="1600" dirty="0">
                <a:effectLst/>
                <a:latin typeface="Sakkal Majalla" panose="02000000000000000000" pitchFamily="2" charset="-78"/>
                <a:cs typeface="Sakkal Majalla" panose="02000000000000000000" pitchFamily="2" charset="-78"/>
              </a:rPr>
              <a:t>تقييمات وآراء العملاء: تعليقات العملاء حول مدى رضاهم عن المنتج. معدل الإرجاع: معدل إرجاع العملاء للمنتج بسبب عدم الرضا.</a:t>
            </a:r>
          </a:p>
        </p:txBody>
      </p:sp>
      <p:sp>
        <p:nvSpPr>
          <p:cNvPr id="2" name="Footer Placeholder 2">
            <a:extLst>
              <a:ext uri="{FF2B5EF4-FFF2-40B4-BE49-F238E27FC236}">
                <a16:creationId xmlns:a16="http://schemas.microsoft.com/office/drawing/2014/main" id="{C8480CE4-3929-2F29-23BC-4C21C0D7340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671806938"/>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73B7C497-36D5-7B28-7D0B-4C2A222800CC}"/>
              </a:ext>
            </a:extLst>
          </p:cNvPr>
          <p:cNvSpPr txBox="1">
            <a:spLocks/>
          </p:cNvSpPr>
          <p:nvPr/>
        </p:nvSpPr>
        <p:spPr bwMode="auto">
          <a:xfrm>
            <a:off x="683568" y="1772816"/>
            <a:ext cx="7920880"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600" b="1" kern="0" dirty="0">
                <a:latin typeface="Sakkal Majalla" panose="02000000000000000000" pitchFamily="2" charset="-78"/>
                <a:cs typeface="Sakkal Majalla" panose="02000000000000000000" pitchFamily="2" charset="-78"/>
              </a:rPr>
              <a:t>التصميم للتصنيع</a:t>
            </a:r>
          </a:p>
          <a:p>
            <a:pPr rtl="1"/>
            <a:endParaRPr lang="en-GB" sz="1600" kern="0" dirty="0">
              <a:latin typeface="Sakkal Majalla" panose="02000000000000000000" pitchFamily="2" charset="-78"/>
              <a:cs typeface="Sakkal Majalla" panose="02000000000000000000" pitchFamily="2" charset="-78"/>
            </a:endParaRPr>
          </a:p>
          <a:p>
            <a:pPr rtl="1"/>
            <a:r>
              <a:rPr lang="ar" sz="1600" b="1" kern="0" dirty="0">
                <a:latin typeface="Sakkal Majalla" panose="02000000000000000000" pitchFamily="2" charset="-78"/>
                <a:cs typeface="Sakkal Majalla" panose="02000000000000000000" pitchFamily="2" charset="-78"/>
              </a:rPr>
              <a:t>مبادئ التصميم: </a:t>
            </a:r>
            <a:r>
              <a:rPr lang="ar" sz="1600" kern="0" dirty="0">
                <a:latin typeface="Sakkal Majalla" panose="02000000000000000000" pitchFamily="2" charset="-78"/>
                <a:cs typeface="Sakkal Majalla" panose="02000000000000000000" pitchFamily="2" charset="-78"/>
              </a:rPr>
              <a:t>اعمل على تبسيط التصميم لتقليل عدد القِطع والمكونات بهدف الحد من تعقيد الإنتاج والتكاليف. صمِّم بغرض التوحيد وتعدد الوحدات لتمكين التجميع الفعال وقابلية تبديل القطع. استخدم المواد والمكونات الشائعة لتبسيط سلسلة التوريد وخفض التكاليف.</a:t>
            </a:r>
          </a:p>
          <a:p>
            <a:pPr rtl="1"/>
            <a:endParaRPr lang="en-GB" sz="1600" kern="0" dirty="0">
              <a:latin typeface="Sakkal Majalla" panose="02000000000000000000" pitchFamily="2" charset="-78"/>
              <a:cs typeface="Sakkal Majalla" panose="02000000000000000000" pitchFamily="2" charset="-78"/>
            </a:endParaRPr>
          </a:p>
          <a:p>
            <a:pPr rtl="1"/>
            <a:r>
              <a:rPr lang="ar" sz="1600" b="1" kern="0" dirty="0">
                <a:latin typeface="Sakkal Majalla" panose="02000000000000000000" pitchFamily="2" charset="-78"/>
                <a:cs typeface="Sakkal Majalla" panose="02000000000000000000" pitchFamily="2" charset="-78"/>
              </a:rPr>
              <a:t>إستراتيجيات الإنتاج الفعال: </a:t>
            </a:r>
            <a:r>
              <a:rPr lang="ar" sz="1600" kern="0" dirty="0">
                <a:latin typeface="Sakkal Majalla" panose="02000000000000000000" pitchFamily="2" charset="-78"/>
                <a:cs typeface="Sakkal Majalla" panose="02000000000000000000" pitchFamily="2" charset="-78"/>
              </a:rPr>
              <a:t>اعمل على تحسين عمليات التصنيع من خلال دمج الأتمتة والروبوتات حيثما أمكن، الأمر الذي يقلل تكاليف العمالة ويحسن الإنتاجية. نفِّذ مبادئ التصنيع الرشيق للقضاء على النفايات/الهدر وتحسين الكفاءة العامة. نفِّذ مراجعات وعمليات محاكاة شاملة للتصميم لتحديد مشكلات الإنتاج المحتملة ومعالجتها مبكرًا في عملية التصميم.</a:t>
            </a:r>
          </a:p>
          <a:p>
            <a:pPr rtl="1"/>
            <a:endParaRPr lang="en-GB" sz="1600" kern="0" dirty="0">
              <a:latin typeface="Sakkal Majalla" panose="02000000000000000000" pitchFamily="2" charset="-78"/>
              <a:cs typeface="Sakkal Majalla" panose="02000000000000000000" pitchFamily="2" charset="-78"/>
            </a:endParaRPr>
          </a:p>
          <a:p>
            <a:pPr rtl="1"/>
            <a:endParaRPr lang="en-GB" sz="1600" kern="0" dirty="0">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9E935B5B-3E29-A357-D1D1-1BC96F56C4DD}"/>
              </a:ext>
            </a:extLst>
          </p:cNvPr>
          <p:cNvSpPr>
            <a:spLocks noChangeArrowheads="1"/>
          </p:cNvSpPr>
          <p:nvPr/>
        </p:nvSpPr>
        <p:spPr bwMode="auto">
          <a:xfrm>
            <a:off x="6074970" y="332656"/>
            <a:ext cx="3069030"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الاستدامة البيئية</a:t>
            </a:r>
          </a:p>
        </p:txBody>
      </p:sp>
      <p:sp>
        <p:nvSpPr>
          <p:cNvPr id="2" name="Footer Placeholder 2">
            <a:extLst>
              <a:ext uri="{FF2B5EF4-FFF2-40B4-BE49-F238E27FC236}">
                <a16:creationId xmlns:a16="http://schemas.microsoft.com/office/drawing/2014/main" id="{290BF5C2-EEC9-1B98-C36F-BD84E682EFB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059171003"/>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1" y="111125"/>
            <a:ext cx="4571999" cy="84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a:latin typeface="Sakkal Majalla" panose="02000000000000000000" pitchFamily="2" charset="-78"/>
                <a:cs typeface="Sakkal Majalla" panose="02000000000000000000" pitchFamily="2" charset="-78"/>
              </a:rPr>
              <a:t>أ9 الطرق الإحصائية</a:t>
            </a:r>
          </a:p>
          <a:p>
            <a:pPr rtl="1"/>
            <a:r>
              <a:rPr lang="ar" sz="1600" b="1">
                <a:latin typeface="Sakkal Majalla" panose="02000000000000000000" pitchFamily="2" charset="-78"/>
                <a:cs typeface="Sakkal Majalla" panose="02000000000000000000" pitchFamily="2" charset="-78"/>
              </a:rPr>
              <a:t>الأساليب الإحصائية المطبقة على المسائل الهندسية/نشاط التصميم</a:t>
            </a:r>
          </a:p>
        </p:txBody>
      </p:sp>
      <p:sp>
        <p:nvSpPr>
          <p:cNvPr id="4" name="Rectangle 1">
            <a:extLst>
              <a:ext uri="{FF2B5EF4-FFF2-40B4-BE49-F238E27FC236}">
                <a16:creationId xmlns:a16="http://schemas.microsoft.com/office/drawing/2014/main" id="{F8940944-6797-47BB-A87F-6168B28CF7C4}"/>
              </a:ext>
            </a:extLst>
          </p:cNvPr>
          <p:cNvSpPr>
            <a:spLocks noChangeArrowheads="1"/>
          </p:cNvSpPr>
          <p:nvPr/>
        </p:nvSpPr>
        <p:spPr bwMode="auto">
          <a:xfrm>
            <a:off x="3312967" y="1268760"/>
            <a:ext cx="5651521"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معالجة البيانات والتمثيل الرسومي</a:t>
            </a:r>
          </a:p>
        </p:txBody>
      </p:sp>
      <p:sp>
        <p:nvSpPr>
          <p:cNvPr id="5" name="Content Placeholder 2">
            <a:extLst>
              <a:ext uri="{FF2B5EF4-FFF2-40B4-BE49-F238E27FC236}">
                <a16:creationId xmlns:a16="http://schemas.microsoft.com/office/drawing/2014/main" id="{76DD8F1A-88C1-42AC-BDAA-CDD0A36C0169}"/>
              </a:ext>
            </a:extLst>
          </p:cNvPr>
          <p:cNvSpPr txBox="1">
            <a:spLocks/>
          </p:cNvSpPr>
          <p:nvPr/>
        </p:nvSpPr>
        <p:spPr bwMode="auto">
          <a:xfrm>
            <a:off x="683568" y="1817432"/>
            <a:ext cx="7704856" cy="4635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600" b="1" kern="0" dirty="0">
                <a:latin typeface="Sakkal Majalla" panose="02000000000000000000" pitchFamily="2" charset="-78"/>
                <a:cs typeface="Sakkal Majalla" panose="02000000000000000000" pitchFamily="2" charset="-78"/>
              </a:rPr>
              <a:t>مخططات الأعمدة: </a:t>
            </a:r>
            <a:r>
              <a:rPr lang="ar" sz="1600" kern="0" dirty="0">
                <a:latin typeface="Sakkal Majalla" panose="02000000000000000000" pitchFamily="2" charset="-78"/>
                <a:cs typeface="Sakkal Majalla" panose="02000000000000000000" pitchFamily="2" charset="-78"/>
              </a:rPr>
              <a:t>تُستخدم مخططات الأعمدة بشكل شائع في الهندسة لتمثيل البيانات الفئوية.</a:t>
            </a:r>
          </a:p>
          <a:p>
            <a:pPr marL="0" lvl="1" indent="0" rtl="1">
              <a:buNone/>
            </a:pPr>
            <a:r>
              <a:rPr lang="ar" sz="1600" kern="0" dirty="0">
                <a:latin typeface="Sakkal Majalla" panose="02000000000000000000" pitchFamily="2" charset="-78"/>
                <a:cs typeface="Sakkal Majalla" panose="02000000000000000000" pitchFamily="2" charset="-78"/>
              </a:rPr>
              <a:t>وتوفر تمثيلًا مرئيًا للبيانات باستخدام أعمدة مستطيلة بأطوال تتناسب مع القيم التي تمثلها.</a:t>
            </a:r>
          </a:p>
          <a:p>
            <a:pPr marL="0" indent="0" rtl="1">
              <a:buNone/>
            </a:pPr>
            <a:r>
              <a:rPr lang="ar" sz="1600" b="1" kern="0" dirty="0">
                <a:latin typeface="Sakkal Majalla" panose="02000000000000000000" pitchFamily="2" charset="-78"/>
                <a:cs typeface="Sakkal Majalla" panose="02000000000000000000" pitchFamily="2" charset="-78"/>
              </a:rPr>
              <a:t>المخططات الدائرية: </a:t>
            </a:r>
            <a:r>
              <a:rPr lang="ar" sz="1600" kern="0" dirty="0">
                <a:latin typeface="Sakkal Majalla" panose="02000000000000000000" pitchFamily="2" charset="-78"/>
                <a:cs typeface="Sakkal Majalla" panose="02000000000000000000" pitchFamily="2" charset="-78"/>
              </a:rPr>
              <a:t>تعد المخططات الدائرية مفيدة لإظهار نسبة الفئات المختلفة من مجموع.</a:t>
            </a:r>
          </a:p>
          <a:p>
            <a:pPr marL="0" lvl="1" indent="0" rtl="1">
              <a:buNone/>
            </a:pPr>
            <a:r>
              <a:rPr lang="ar" sz="1600" kern="0" dirty="0">
                <a:latin typeface="Sakkal Majalla" panose="02000000000000000000" pitchFamily="2" charset="-78"/>
                <a:cs typeface="Sakkal Majalla" panose="02000000000000000000" pitchFamily="2" charset="-78"/>
              </a:rPr>
              <a:t>وتُستخدم غالبًا لتمثيل النسب المئوية أو النسب في تحليل البيانات الهندسية.</a:t>
            </a:r>
          </a:p>
          <a:p>
            <a:pPr marL="0" indent="0" rtl="1">
              <a:buNone/>
            </a:pPr>
            <a:r>
              <a:rPr lang="ar" sz="1600" b="1" kern="0" dirty="0">
                <a:latin typeface="Sakkal Majalla" panose="02000000000000000000" pitchFamily="2" charset="-78"/>
                <a:cs typeface="Sakkal Majalla" panose="02000000000000000000" pitchFamily="2" charset="-78"/>
              </a:rPr>
              <a:t>جداول التكرار: </a:t>
            </a:r>
            <a:r>
              <a:rPr lang="ar" sz="1600" kern="0" dirty="0">
                <a:latin typeface="Sakkal Majalla" panose="02000000000000000000" pitchFamily="2" charset="-78"/>
                <a:cs typeface="Sakkal Majalla" panose="02000000000000000000" pitchFamily="2" charset="-78"/>
              </a:rPr>
              <a:t>تُستخدم جداول التكرار لتلخيص البيانات الفئوية.</a:t>
            </a:r>
          </a:p>
          <a:p>
            <a:pPr marL="0" lvl="1" indent="0" rtl="1">
              <a:buNone/>
            </a:pPr>
            <a:r>
              <a:rPr lang="ar" sz="1600" kern="0" dirty="0">
                <a:latin typeface="Sakkal Majalla" panose="02000000000000000000" pitchFamily="2" charset="-78"/>
                <a:cs typeface="Sakkal Majalla" panose="02000000000000000000" pitchFamily="2" charset="-78"/>
              </a:rPr>
              <a:t>وتعرض عدد مرات ظهور كل فئة في مجموعة البيانات.</a:t>
            </a:r>
          </a:p>
          <a:p>
            <a:pPr marL="0" indent="0" rtl="1">
              <a:buNone/>
            </a:pPr>
            <a:r>
              <a:rPr lang="ar" sz="1600" b="1" kern="0" dirty="0">
                <a:latin typeface="Sakkal Majalla" panose="02000000000000000000" pitchFamily="2" charset="-78"/>
                <a:cs typeface="Sakkal Majalla" panose="02000000000000000000" pitchFamily="2" charset="-78"/>
              </a:rPr>
              <a:t>المدرجات التكرارية البيانية: </a:t>
            </a:r>
            <a:r>
              <a:rPr lang="ar" sz="1600" kern="0" dirty="0">
                <a:latin typeface="Sakkal Majalla" panose="02000000000000000000" pitchFamily="2" charset="-78"/>
                <a:cs typeface="Sakkal Majalla" panose="02000000000000000000" pitchFamily="2" charset="-78"/>
              </a:rPr>
              <a:t>تُستخدم المدرجات التكرارية البيانية لتمثيل توزيع البيانات المستمرة. حيث تُجمع البيانات في فترات أو خانات وتعرض تكرار نقاط البيانات التي تقع في كل خانة.</a:t>
            </a:r>
          </a:p>
          <a:p>
            <a:pPr marL="0" indent="0" rtl="1">
              <a:buNone/>
            </a:pPr>
            <a:r>
              <a:rPr lang="ar" sz="1600" b="1" kern="0" dirty="0">
                <a:latin typeface="Sakkal Majalla" panose="02000000000000000000" pitchFamily="2" charset="-78"/>
                <a:cs typeface="Sakkal Majalla" panose="02000000000000000000" pitchFamily="2" charset="-78"/>
              </a:rPr>
              <a:t>مخططات التكرار التراكمي: </a:t>
            </a:r>
            <a:r>
              <a:rPr lang="ar" sz="1600" kern="0" dirty="0">
                <a:latin typeface="Sakkal Majalla" panose="02000000000000000000" pitchFamily="2" charset="-78"/>
                <a:cs typeface="Sakkal Majalla" panose="02000000000000000000" pitchFamily="2" charset="-78"/>
              </a:rPr>
              <a:t>تُظهر مخططات أو الرسوم البيانية للتكرار التراكمي إجمالي التكرارات الجارية.</a:t>
            </a:r>
          </a:p>
          <a:p>
            <a:pPr marL="0" lvl="1" indent="0" rtl="1">
              <a:buNone/>
            </a:pPr>
            <a:r>
              <a:rPr lang="ar" sz="1600" kern="0" dirty="0">
                <a:latin typeface="Sakkal Majalla" panose="02000000000000000000" pitchFamily="2" charset="-78"/>
                <a:cs typeface="Sakkal Majalla" panose="02000000000000000000" pitchFamily="2" charset="-78"/>
              </a:rPr>
              <a:t>وتفيد في تحليل التوزيع التراكمي للبيانات.</a:t>
            </a:r>
          </a:p>
          <a:p>
            <a:pPr rtl="1"/>
            <a:endParaRPr lang="en-GB" sz="1600" kern="0" dirty="0">
              <a:latin typeface="Sakkal Majalla" panose="02000000000000000000" pitchFamily="2" charset="-78"/>
              <a:cs typeface="Sakkal Majalla" panose="02000000000000000000" pitchFamily="2" charset="-78"/>
            </a:endParaRPr>
          </a:p>
          <a:p>
            <a:pPr rtl="1"/>
            <a:endParaRPr lang="en-GB" sz="16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CEF7F35-429B-8591-7AFD-DE656A892D9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47457133"/>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2883D07B-3F82-594B-149C-5746ABA97C66}"/>
              </a:ext>
            </a:extLst>
          </p:cNvPr>
          <p:cNvSpPr>
            <a:spLocks noGrp="1"/>
          </p:cNvSpPr>
          <p:nvPr>
            <p:ph sz="half" idx="1"/>
          </p:nvPr>
        </p:nvSpPr>
        <p:spPr>
          <a:xfrm>
            <a:off x="544513" y="1628800"/>
            <a:ext cx="4027487" cy="4024100"/>
          </a:xfrm>
        </p:spPr>
        <p:txBody>
          <a:bodyPr wrap="square" rtlCol="1" anchor="t">
            <a:normAutofit/>
          </a:bodyPr>
          <a:lstStyle/>
          <a:p>
            <a:pPr rtl="1">
              <a:lnSpc>
                <a:spcPct val="90000"/>
              </a:lnSpc>
            </a:pPr>
            <a:endParaRPr lang="en-GB" sz="1600" dirty="0">
              <a:effectLst/>
              <a:latin typeface="Sakkal Majalla" panose="02000000000000000000" pitchFamily="2" charset="-78"/>
              <a:cs typeface="Sakkal Majalla" panose="02000000000000000000" pitchFamily="2" charset="-78"/>
            </a:endParaRPr>
          </a:p>
          <a:p>
            <a:pPr rtl="1">
              <a:lnSpc>
                <a:spcPct val="90000"/>
              </a:lnSpc>
            </a:pPr>
            <a:r>
              <a:rPr lang="ar" sz="1600" b="1" dirty="0">
                <a:effectLst/>
                <a:latin typeface="Sakkal Majalla" panose="02000000000000000000" pitchFamily="2" charset="-78"/>
                <a:cs typeface="Sakkal Majalla" panose="02000000000000000000" pitchFamily="2" charset="-78"/>
              </a:rPr>
              <a:t>المتغيرات المنفصلة والمستمرة: </a:t>
            </a:r>
            <a:r>
              <a:rPr lang="ar" sz="1600" dirty="0">
                <a:effectLst/>
                <a:latin typeface="Sakkal Majalla" panose="02000000000000000000" pitchFamily="2" charset="-78"/>
                <a:cs typeface="Sakkal Majalla" panose="02000000000000000000" pitchFamily="2" charset="-78"/>
              </a:rPr>
              <a:t>في الهندسة، تُستخدم طرق القياس الإحصائي لتحليل المتغيرات المنفصلة والمستمرة. يمكن للمتغيرات المنفصلة أن تأخذ قيمًا محددة فقط، بينما يمكن للمتغيرات المستمرة أن تأخذ أي قيمة ضمن نطاق معين.</a:t>
            </a:r>
            <a:endParaRPr lang="en-GB" sz="1600" dirty="0">
              <a:latin typeface="Sakkal Majalla" panose="02000000000000000000" pitchFamily="2" charset="-78"/>
              <a:cs typeface="Sakkal Majalla" panose="02000000000000000000" pitchFamily="2" charset="-78"/>
            </a:endParaRPr>
          </a:p>
          <a:p>
            <a:pPr rtl="1">
              <a:lnSpc>
                <a:spcPct val="90000"/>
              </a:lnSpc>
            </a:pPr>
            <a:endParaRPr lang="en-GB" sz="1600" dirty="0">
              <a:latin typeface="Sakkal Majalla" panose="02000000000000000000" pitchFamily="2" charset="-78"/>
              <a:cs typeface="Sakkal Majalla" panose="02000000000000000000" pitchFamily="2" charset="-78"/>
            </a:endParaRPr>
          </a:p>
          <a:p>
            <a:pPr rtl="1">
              <a:lnSpc>
                <a:spcPct val="90000"/>
              </a:lnSpc>
            </a:pPr>
            <a:r>
              <a:rPr lang="ar" sz="1600" b="1" dirty="0">
                <a:effectLst/>
                <a:latin typeface="Sakkal Majalla" panose="02000000000000000000" pitchFamily="2" charset="-78"/>
                <a:cs typeface="Sakkal Majalla" panose="02000000000000000000" pitchFamily="2" charset="-78"/>
              </a:rPr>
              <a:t>المتوسط والوسيط والمنوال: </a:t>
            </a:r>
            <a:r>
              <a:rPr lang="ar" sz="1600" dirty="0">
                <a:effectLst/>
                <a:latin typeface="Sakkal Majalla" panose="02000000000000000000" pitchFamily="2" charset="-78"/>
                <a:cs typeface="Sakkal Majalla" panose="02000000000000000000" pitchFamily="2" charset="-78"/>
              </a:rPr>
              <a:t>تُستخدم هذه المقاييس الإحصائية لوصف الاتجاه المركزي لمجموعة البيانات. المتوسط هو متوسط القيمة، والوسيط هو القيمة المتوسطة، والمنوال هو القيمة الأكثر شيوعًا.</a:t>
            </a:r>
            <a:endParaRPr lang="en-GB" sz="1600" dirty="0">
              <a:latin typeface="Sakkal Majalla" panose="02000000000000000000" pitchFamily="2" charset="-78"/>
              <a:cs typeface="Sakkal Majalla" panose="02000000000000000000" pitchFamily="2" charset="-78"/>
            </a:endParaRPr>
          </a:p>
          <a:p>
            <a:pPr rtl="1">
              <a:lnSpc>
                <a:spcPct val="90000"/>
              </a:lnSpc>
            </a:pPr>
            <a:endParaRPr lang="en-GB" sz="1600" dirty="0">
              <a:latin typeface="Sakkal Majalla" panose="02000000000000000000" pitchFamily="2" charset="-78"/>
              <a:cs typeface="Sakkal Majalla" panose="02000000000000000000" pitchFamily="2" charset="-78"/>
            </a:endParaRPr>
          </a:p>
          <a:p>
            <a:pPr rtl="1">
              <a:lnSpc>
                <a:spcPct val="90000"/>
              </a:lnSpc>
            </a:pPr>
            <a:r>
              <a:rPr lang="ar" sz="1600" b="1" dirty="0">
                <a:effectLst/>
                <a:latin typeface="Sakkal Majalla" panose="02000000000000000000" pitchFamily="2" charset="-78"/>
                <a:cs typeface="Sakkal Majalla" panose="02000000000000000000" pitchFamily="2" charset="-78"/>
              </a:rPr>
              <a:t>التباين: </a:t>
            </a:r>
            <a:r>
              <a:rPr lang="ar" sz="1600" dirty="0">
                <a:effectLst/>
                <a:latin typeface="Sakkal Majalla" panose="02000000000000000000" pitchFamily="2" charset="-78"/>
                <a:cs typeface="Sakkal Majalla" panose="02000000000000000000" pitchFamily="2" charset="-78"/>
              </a:rPr>
              <a:t>التباين مقياس لانتشار أو تشتت مجموعة البيانات. ويحدد كيفية توزيع نقاط البيانات حول المتوسط. يشير التباين المنخفض إلى أن نقاط البيانات قريبة من المتوسط، بينما يشير التباين العالي إلى أن نقاط البيانات أكثر انتشارًا.</a:t>
            </a:r>
            <a:endParaRPr lang="en-GB" sz="1600" dirty="0">
              <a:latin typeface="Sakkal Majalla" panose="02000000000000000000" pitchFamily="2" charset="-78"/>
              <a:cs typeface="Sakkal Majalla" panose="02000000000000000000" pitchFamily="2" charset="-78"/>
            </a:endParaRPr>
          </a:p>
          <a:p>
            <a:pPr rtl="1">
              <a:lnSpc>
                <a:spcPct val="90000"/>
              </a:lnSpc>
            </a:pPr>
            <a:endParaRPr lang="en-GB" sz="1600" dirty="0">
              <a:effectLst/>
              <a:latin typeface="Sakkal Majalla" panose="02000000000000000000" pitchFamily="2" charset="-78"/>
              <a:cs typeface="Sakkal Majalla" panose="02000000000000000000" pitchFamily="2" charset="-78"/>
            </a:endParaRPr>
          </a:p>
        </p:txBody>
      </p:sp>
      <p:sp>
        <p:nvSpPr>
          <p:cNvPr id="3" name="Rectangle 1">
            <a:extLst>
              <a:ext uri="{FF2B5EF4-FFF2-40B4-BE49-F238E27FC236}">
                <a16:creationId xmlns:a16="http://schemas.microsoft.com/office/drawing/2014/main" id="{7D4AA976-2B95-604C-D5AA-487B3A7E334D}"/>
              </a:ext>
            </a:extLst>
          </p:cNvPr>
          <p:cNvSpPr>
            <a:spLocks noChangeArrowheads="1"/>
          </p:cNvSpPr>
          <p:nvPr/>
        </p:nvSpPr>
        <p:spPr bwMode="auto">
          <a:xfrm>
            <a:off x="5508104" y="332656"/>
            <a:ext cx="3635896"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الطرق الإحصائية في الهندسة</a:t>
            </a:r>
          </a:p>
        </p:txBody>
      </p:sp>
      <p:pic>
        <p:nvPicPr>
          <p:cNvPr id="8" name="Picture 7" descr="A group of people working on a project&#10;&#10;Description automatically generated">
            <a:extLst>
              <a:ext uri="{FF2B5EF4-FFF2-40B4-BE49-F238E27FC236}">
                <a16:creationId xmlns:a16="http://schemas.microsoft.com/office/drawing/2014/main" id="{C08AFE96-6186-E96B-B460-7201C5D4E37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96544" y="2420888"/>
            <a:ext cx="3779912" cy="2362445"/>
          </a:xfrm>
          <a:prstGeom prst="rect">
            <a:avLst/>
          </a:prstGeom>
        </p:spPr>
      </p:pic>
      <p:sp>
        <p:nvSpPr>
          <p:cNvPr id="2" name="Footer Placeholder 2">
            <a:extLst>
              <a:ext uri="{FF2B5EF4-FFF2-40B4-BE49-F238E27FC236}">
                <a16:creationId xmlns:a16="http://schemas.microsoft.com/office/drawing/2014/main" id="{BBDABE80-D69E-2173-0009-47F75952A93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800164239"/>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87872" y="2102006"/>
            <a:ext cx="5357554" cy="198441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1600" b="1" dirty="0">
                <a:latin typeface="Sakkal Majalla" panose="02000000000000000000" pitchFamily="2" charset="-78"/>
                <a:cs typeface="Sakkal Majalla" panose="02000000000000000000" pitchFamily="2" charset="-78"/>
              </a:rPr>
              <a:t>معايير التصميم الفني</a:t>
            </a:r>
          </a:p>
          <a:p>
            <a:pPr rtl="1"/>
            <a:r>
              <a:rPr lang="ar" sz="1600" b="1" dirty="0">
                <a:effectLst/>
                <a:latin typeface="Sakkal Majalla" panose="02000000000000000000" pitchFamily="2" charset="-78"/>
                <a:cs typeface="Sakkal Majalla" panose="02000000000000000000" pitchFamily="2" charset="-78"/>
              </a:rPr>
              <a:t>المتانة: </a:t>
            </a:r>
            <a:r>
              <a:rPr lang="ar" sz="1600" dirty="0">
                <a:effectLst/>
                <a:latin typeface="Sakkal Majalla" panose="02000000000000000000" pitchFamily="2" charset="-78"/>
                <a:cs typeface="Sakkal Majalla" panose="02000000000000000000" pitchFamily="2" charset="-78"/>
              </a:rPr>
              <a:t>يجب أن يتمتع المنتج الهندسي المحسن بمتانة محسنة لضمان الأداء والاعتمادية على المدى الطويل.</a:t>
            </a:r>
          </a:p>
          <a:p>
            <a:pPr rtl="1"/>
            <a:r>
              <a:rPr lang="ar" sz="1600" b="1" dirty="0">
                <a:effectLst/>
                <a:latin typeface="Sakkal Majalla" panose="02000000000000000000" pitchFamily="2" charset="-78"/>
                <a:cs typeface="Sakkal Majalla" panose="02000000000000000000" pitchFamily="2" charset="-78"/>
              </a:rPr>
              <a:t>الكفاءة: </a:t>
            </a:r>
            <a:r>
              <a:rPr lang="ar" sz="1600" dirty="0">
                <a:effectLst/>
                <a:latin typeface="Sakkal Majalla" panose="02000000000000000000" pitchFamily="2" charset="-78"/>
                <a:cs typeface="Sakkal Majalla" panose="02000000000000000000" pitchFamily="2" charset="-78"/>
              </a:rPr>
              <a:t>يجب أن يهدف التصميم إلى تحسين كفاءة المنتج الهندسي وتقليل استهلاك الطاقة وتعظيم الإنتاج.</a:t>
            </a:r>
          </a:p>
          <a:p>
            <a:pPr indent="0" rtl="1">
              <a:buFont typeface="Wingdings" panose="05000000000000000000" pitchFamily="2" charset="2"/>
              <a:buNone/>
            </a:pPr>
            <a:endParaRPr lang="en-GB" altLang="en-US" sz="16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1600" dirty="0">
              <a:latin typeface="Sakkal Majalla" panose="02000000000000000000" pitchFamily="2" charset="-78"/>
              <a:cs typeface="Sakkal Majalla" panose="02000000000000000000" pitchFamily="2" charset="-78"/>
            </a:endParaRPr>
          </a:p>
          <a:p>
            <a:pPr marL="685800"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600094" y="1619950"/>
            <a:ext cx="2245955" cy="2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ب1 مقترحات التصميم</a:t>
            </a:r>
          </a:p>
        </p:txBody>
      </p:sp>
      <p:sp>
        <p:nvSpPr>
          <p:cNvPr id="6" name="Rectangle 1">
            <a:extLst>
              <a:ext uri="{FF2B5EF4-FFF2-40B4-BE49-F238E27FC236}">
                <a16:creationId xmlns:a16="http://schemas.microsoft.com/office/drawing/2014/main" id="{AE269EB7-00F4-44EC-ACAC-BFD05A8D58D7}"/>
              </a:ext>
            </a:extLst>
          </p:cNvPr>
          <p:cNvSpPr>
            <a:spLocks noChangeArrowheads="1"/>
          </p:cNvSpPr>
          <p:nvPr/>
        </p:nvSpPr>
        <p:spPr bwMode="auto">
          <a:xfrm>
            <a:off x="3977499" y="189012"/>
            <a:ext cx="516650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نتاج التعلم ب: استخدام عملية تكرارية لتطوير </a:t>
            </a:r>
            <a:br>
              <a:rPr lang="en-US" b="1" dirty="0">
                <a:latin typeface="Sakkal Majalla" panose="02000000000000000000" pitchFamily="2" charset="-78"/>
                <a:cs typeface="Sakkal Majalla" panose="02000000000000000000" pitchFamily="2" charset="-78"/>
              </a:rPr>
            </a:br>
            <a:r>
              <a:rPr lang="ar" b="1" dirty="0">
                <a:latin typeface="Sakkal Majalla" panose="02000000000000000000" pitchFamily="2" charset="-78"/>
                <a:cs typeface="Sakkal Majalla" panose="02000000000000000000" pitchFamily="2" charset="-78"/>
              </a:rPr>
              <a:t>الأفكار وتصميم المنتج المعدل. </a:t>
            </a:r>
          </a:p>
        </p:txBody>
      </p:sp>
      <p:pic>
        <p:nvPicPr>
          <p:cNvPr id="3" name="Picture 2" descr="A finger pressing a red button&#10;&#10;Description automatically generated">
            <a:extLst>
              <a:ext uri="{FF2B5EF4-FFF2-40B4-BE49-F238E27FC236}">
                <a16:creationId xmlns:a16="http://schemas.microsoft.com/office/drawing/2014/main" id="{6F3C0542-E99E-C6CD-E050-890276C5CA9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33060" y="2564904"/>
            <a:ext cx="2354764" cy="2354764"/>
          </a:xfrm>
          <a:prstGeom prst="rect">
            <a:avLst/>
          </a:prstGeom>
        </p:spPr>
      </p:pic>
      <p:sp>
        <p:nvSpPr>
          <p:cNvPr id="2" name="Footer Placeholder 2">
            <a:extLst>
              <a:ext uri="{FF2B5EF4-FFF2-40B4-BE49-F238E27FC236}">
                <a16:creationId xmlns:a16="http://schemas.microsoft.com/office/drawing/2014/main" id="{A3051DC5-8194-061D-653C-C3F1AB06B05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AF1658-D56C-4568-8CD5-D34F98F468C5}"/>
              </a:ext>
            </a:extLst>
          </p:cNvPr>
          <p:cNvSpPr txBox="1">
            <a:spLocks noChangeArrowheads="1"/>
          </p:cNvSpPr>
          <p:nvPr/>
        </p:nvSpPr>
        <p:spPr bwMode="auto">
          <a:xfrm>
            <a:off x="3046125" y="1970745"/>
            <a:ext cx="5918363" cy="2916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600" b="1" kern="0" dirty="0">
                <a:latin typeface="Sakkal Majalla" panose="02000000000000000000" pitchFamily="2" charset="-78"/>
                <a:cs typeface="Sakkal Majalla" panose="02000000000000000000" pitchFamily="2" charset="-78"/>
              </a:rPr>
              <a:t>العصف الذهني: </a:t>
            </a:r>
            <a:r>
              <a:rPr lang="ar" sz="1600" kern="0" dirty="0">
                <a:latin typeface="Sakkal Majalla" panose="02000000000000000000" pitchFamily="2" charset="-78"/>
                <a:cs typeface="Sakkal Majalla" panose="02000000000000000000" pitchFamily="2" charset="-78"/>
              </a:rPr>
              <a:t>اعقد جلسات العصف الذهني مع فرق من عدة وظائف/وحدات إدارية لتحصيل مجموعة متنوعة من الأفكار. شجع المشاركين على التفكير الابتكاري وإيجاد حلول إبداعية.</a:t>
            </a:r>
          </a:p>
          <a:p>
            <a:pPr rtl="1"/>
            <a:r>
              <a:rPr lang="ar" sz="1600" b="1" kern="0" dirty="0">
                <a:latin typeface="Sakkal Majalla" panose="02000000000000000000" pitchFamily="2" charset="-78"/>
                <a:cs typeface="Sakkal Majalla" panose="02000000000000000000" pitchFamily="2" charset="-78"/>
              </a:rPr>
              <a:t>تعليقات المستخدم: </a:t>
            </a:r>
            <a:r>
              <a:rPr lang="ar" sz="1600" kern="0" dirty="0">
                <a:latin typeface="Sakkal Majalla" panose="02000000000000000000" pitchFamily="2" charset="-78"/>
                <a:cs typeface="Sakkal Majalla" panose="02000000000000000000" pitchFamily="2" charset="-78"/>
              </a:rPr>
              <a:t>اجمع التعليقات من المستخدمين النهائيين لفهم جوانب الضعف في المنتج وتحديد جوانب التحسين. وأجرِ استطلاعات الرأي والمقابلات واختبار المستخدم لجمع رؤى قيمة.</a:t>
            </a:r>
          </a:p>
          <a:p>
            <a:pPr rtl="1"/>
            <a:r>
              <a:rPr lang="ar" sz="1600" b="1" kern="0" dirty="0">
                <a:latin typeface="Sakkal Majalla" panose="02000000000000000000" pitchFamily="2" charset="-78"/>
                <a:cs typeface="Sakkal Majalla" panose="02000000000000000000" pitchFamily="2" charset="-78"/>
              </a:rPr>
              <a:t>تحليل المنافسين: </a:t>
            </a:r>
            <a:r>
              <a:rPr lang="ar" sz="1600" kern="0" dirty="0">
                <a:latin typeface="Sakkal Majalla" panose="02000000000000000000" pitchFamily="2" charset="-78"/>
                <a:cs typeface="Sakkal Majalla" panose="02000000000000000000" pitchFamily="2" charset="-78"/>
              </a:rPr>
              <a:t>تحليل منتجات المنافسين لتحديد نقاط القوة والضعف لديهم. استخدم هذه المعلومات لتوليد أفكار لإجراء التحسينات وإضافة السمات الفريدة.</a:t>
            </a:r>
          </a:p>
          <a:p>
            <a:pPr rtl="1"/>
            <a:r>
              <a:rPr lang="ar" sz="1600" b="1" kern="0" dirty="0">
                <a:latin typeface="Sakkal Majalla" panose="02000000000000000000" pitchFamily="2" charset="-78"/>
                <a:cs typeface="Sakkal Majalla" panose="02000000000000000000" pitchFamily="2" charset="-78"/>
              </a:rPr>
              <a:t>البحث والتطوير: </a:t>
            </a:r>
            <a:r>
              <a:rPr lang="ar" sz="1600" kern="0" dirty="0">
                <a:latin typeface="Sakkal Majalla" panose="02000000000000000000" pitchFamily="2" charset="-78"/>
                <a:cs typeface="Sakkal Majalla" panose="02000000000000000000" pitchFamily="2" charset="-78"/>
              </a:rPr>
              <a:t>استثمر في البحث والتطوير لاستكشاف التقنيات والمواد الجديدة. وابق على اطلاع دائم باتجاهات الصناعة والتطورات لتوليد أفكار مبتكرة.</a:t>
            </a:r>
          </a:p>
          <a:p>
            <a:pPr indent="0" rtl="1">
              <a:buFont typeface="Wingdings" panose="05000000000000000000" pitchFamily="2" charset="2"/>
              <a:buNone/>
            </a:pPr>
            <a:endParaRPr lang="en-GB" altLang="en-US" sz="1600" kern="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1600" kern="0" dirty="0">
              <a:latin typeface="Sakkal Majalla" panose="02000000000000000000" pitchFamily="2" charset="-78"/>
              <a:cs typeface="Sakkal Majalla" panose="02000000000000000000" pitchFamily="2" charset="-78"/>
            </a:endParaRPr>
          </a:p>
          <a:p>
            <a:pPr marL="685800" rtl="1"/>
            <a:endParaRPr lang="en-GB" altLang="en-US" sz="1600" kern="0" dirty="0">
              <a:latin typeface="Sakkal Majalla" panose="02000000000000000000" pitchFamily="2" charset="-78"/>
              <a:cs typeface="Sakkal Majalla" panose="02000000000000000000" pitchFamily="2" charset="-78"/>
            </a:endParaRPr>
          </a:p>
        </p:txBody>
      </p:sp>
      <p:sp>
        <p:nvSpPr>
          <p:cNvPr id="5" name="Rectangle 1">
            <a:extLst>
              <a:ext uri="{FF2B5EF4-FFF2-40B4-BE49-F238E27FC236}">
                <a16:creationId xmlns:a16="http://schemas.microsoft.com/office/drawing/2014/main" id="{26DF6471-803E-4466-96B1-5E852D3360F1}"/>
              </a:ext>
            </a:extLst>
          </p:cNvPr>
          <p:cNvSpPr>
            <a:spLocks noChangeArrowheads="1"/>
          </p:cNvSpPr>
          <p:nvPr/>
        </p:nvSpPr>
        <p:spPr bwMode="auto">
          <a:xfrm>
            <a:off x="408607" y="1323045"/>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توليد الأفكار</a:t>
            </a:r>
          </a:p>
        </p:txBody>
      </p:sp>
      <p:sp>
        <p:nvSpPr>
          <p:cNvPr id="6" name="Rectangle 1">
            <a:extLst>
              <a:ext uri="{FF2B5EF4-FFF2-40B4-BE49-F238E27FC236}">
                <a16:creationId xmlns:a16="http://schemas.microsoft.com/office/drawing/2014/main" id="{AE269EB7-00F4-44EC-ACAC-BFD05A8D58D7}"/>
              </a:ext>
            </a:extLst>
          </p:cNvPr>
          <p:cNvSpPr>
            <a:spLocks noChangeArrowheads="1"/>
          </p:cNvSpPr>
          <p:nvPr/>
        </p:nvSpPr>
        <p:spPr bwMode="auto">
          <a:xfrm>
            <a:off x="3977499" y="189012"/>
            <a:ext cx="516650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نتاج التعلم ب: استخدام عملية تكرارية لتطوير الأفكار</a:t>
            </a:r>
            <a:br>
              <a:rPr lang="en-US" b="1" dirty="0">
                <a:latin typeface="Sakkal Majalla" panose="02000000000000000000" pitchFamily="2" charset="-78"/>
                <a:cs typeface="Sakkal Majalla" panose="02000000000000000000" pitchFamily="2" charset="-78"/>
              </a:rPr>
            </a:br>
            <a:r>
              <a:rPr lang="ar" b="1" dirty="0">
                <a:latin typeface="Sakkal Majalla" panose="02000000000000000000" pitchFamily="2" charset="-78"/>
                <a:cs typeface="Sakkal Majalla" panose="02000000000000000000" pitchFamily="2" charset="-78"/>
              </a:rPr>
              <a:t> وتصميم المنتج المعدل. </a:t>
            </a:r>
          </a:p>
        </p:txBody>
      </p:sp>
      <p:pic>
        <p:nvPicPr>
          <p:cNvPr id="3" name="Picture 2" descr="A finger pressing a red button&#10;&#10;Description automatically generated">
            <a:extLst>
              <a:ext uri="{FF2B5EF4-FFF2-40B4-BE49-F238E27FC236}">
                <a16:creationId xmlns:a16="http://schemas.microsoft.com/office/drawing/2014/main" id="{6F3C0542-E99E-C6CD-E050-890276C5CA9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33060" y="2420888"/>
            <a:ext cx="2354764" cy="2354764"/>
          </a:xfrm>
          <a:prstGeom prst="rect">
            <a:avLst/>
          </a:prstGeom>
        </p:spPr>
      </p:pic>
      <p:sp>
        <p:nvSpPr>
          <p:cNvPr id="2" name="Footer Placeholder 2">
            <a:extLst>
              <a:ext uri="{FF2B5EF4-FFF2-40B4-BE49-F238E27FC236}">
                <a16:creationId xmlns:a16="http://schemas.microsoft.com/office/drawing/2014/main" id="{F31C08DC-5C5A-53A2-B2EE-C1DDD3D75B4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714039759"/>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117432" y="332656"/>
            <a:ext cx="202656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r>
              <a:rPr lang="ar" sz="1700" b="1" dirty="0">
                <a:solidFill>
                  <a:schemeClr val="tx2"/>
                </a:solidFill>
                <a:latin typeface="Sakkal Majalla" panose="02000000000000000000" pitchFamily="2" charset="-78"/>
                <a:cs typeface="Sakkal Majalla" panose="02000000000000000000" pitchFamily="2" charset="-78"/>
              </a:rPr>
              <a:t>أفكار التصميم الأولية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2504" y="1844824"/>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lnSpc>
                <a:spcPct val="90000"/>
              </a:lnSpc>
            </a:pPr>
            <a:r>
              <a:rPr lang="ar" sz="1700" b="1" dirty="0">
                <a:effectLst/>
                <a:latin typeface="Sakkal Majalla" panose="02000000000000000000" pitchFamily="2" charset="-78"/>
                <a:cs typeface="Sakkal Majalla" panose="02000000000000000000" pitchFamily="2" charset="-78"/>
              </a:rPr>
              <a:t>الملاءمة للغرض: </a:t>
            </a:r>
            <a:r>
              <a:rPr lang="ar" sz="1700" dirty="0">
                <a:effectLst/>
                <a:latin typeface="Sakkal Majalla" panose="02000000000000000000" pitchFamily="2" charset="-78"/>
                <a:cs typeface="Sakkal Majalla" panose="02000000000000000000" pitchFamily="2" charset="-78"/>
              </a:rPr>
              <a:t>طوِّرت أفكار التصميم الأولية بعناية لضمان تلبية المنتج الهندسي للوظائف المطلوبة ومعايير الأداء. وقُيّمت كل فكرة تصميم بناءً على قدرتها على تلبية الاحتياجات والمتطلبات المحددة للمنتج.</a:t>
            </a:r>
            <a:endParaRPr lang="en-GB" sz="1700" dirty="0">
              <a:latin typeface="Sakkal Majalla" panose="02000000000000000000" pitchFamily="2" charset="-78"/>
              <a:cs typeface="Sakkal Majalla" panose="02000000000000000000" pitchFamily="2" charset="-78"/>
            </a:endParaRPr>
          </a:p>
          <a:p>
            <a:pPr rtl="1">
              <a:lnSpc>
                <a:spcPct val="90000"/>
              </a:lnSpc>
            </a:pPr>
            <a:r>
              <a:rPr lang="ar" sz="1700" b="1" dirty="0">
                <a:effectLst/>
                <a:latin typeface="Sakkal Majalla" panose="02000000000000000000" pitchFamily="2" charset="-78"/>
                <a:cs typeface="Sakkal Majalla" panose="02000000000000000000" pitchFamily="2" charset="-78"/>
              </a:rPr>
              <a:t>مراجعات الأفكار: </a:t>
            </a:r>
            <a:r>
              <a:rPr lang="ar" sz="1700" dirty="0">
                <a:effectLst/>
                <a:latin typeface="Sakkal Majalla" panose="02000000000000000000" pitchFamily="2" charset="-78"/>
                <a:cs typeface="Sakkal Majalla" panose="02000000000000000000" pitchFamily="2" charset="-78"/>
              </a:rPr>
              <a:t>خضعت أفكار التصميم الأولية للعديد من المراجعات لمعالجة أي مشكلات أو قيود محتملة. سمحت هذه العملية التكرارية بتحديد المراجعات وتنفيذها لتحسين التصميم العام والأداء الوظيفي للمنتج.</a:t>
            </a:r>
          </a:p>
          <a:p>
            <a:pPr rtl="1">
              <a:lnSpc>
                <a:spcPct val="90000"/>
              </a:lnSpc>
            </a:pPr>
            <a:r>
              <a:rPr lang="ar" sz="1700" dirty="0">
                <a:latin typeface="Sakkal Majalla" panose="02000000000000000000" pitchFamily="2" charset="-78"/>
                <a:cs typeface="Sakkal Majalla" panose="02000000000000000000" pitchFamily="2" charset="-78"/>
              </a:rPr>
              <a:t>فكرة تصميم مطورة</a:t>
            </a:r>
            <a:endParaRPr lang="en-GB" altLang="en-US" sz="1700" dirty="0">
              <a:latin typeface="Sakkal Majalla" panose="02000000000000000000" pitchFamily="2" charset="-78"/>
              <a:cs typeface="Sakkal Majalla" panose="02000000000000000000" pitchFamily="2" charset="-78"/>
            </a:endParaRPr>
          </a:p>
        </p:txBody>
      </p:sp>
      <p:graphicFrame>
        <p:nvGraphicFramePr>
          <p:cNvPr id="2" name="Table 1">
            <a:extLst>
              <a:ext uri="{FF2B5EF4-FFF2-40B4-BE49-F238E27FC236}">
                <a16:creationId xmlns:a16="http://schemas.microsoft.com/office/drawing/2014/main" id="{8F024D5F-20A6-00F0-F2DF-F7CD03A40F85}"/>
              </a:ext>
            </a:extLst>
          </p:cNvPr>
          <p:cNvGraphicFramePr>
            <a:graphicFrameLocks noGrp="1"/>
          </p:cNvGraphicFramePr>
          <p:nvPr>
            <p:extLst>
              <p:ext uri="{D42A27DB-BD31-4B8C-83A1-F6EECF244321}">
                <p14:modId xmlns:p14="http://schemas.microsoft.com/office/powerpoint/2010/main" val="973645482"/>
              </p:ext>
            </p:extLst>
          </p:nvPr>
        </p:nvGraphicFramePr>
        <p:xfrm>
          <a:off x="4720975" y="1628800"/>
          <a:ext cx="4027489" cy="4001042"/>
        </p:xfrm>
        <a:graphic>
          <a:graphicData uri="http://schemas.openxmlformats.org/drawingml/2006/table">
            <a:tbl>
              <a:tblPr rtl="1"/>
              <a:tblGrid>
                <a:gridCol w="884206">
                  <a:extLst>
                    <a:ext uri="{9D8B030D-6E8A-4147-A177-3AD203B41FA5}">
                      <a16:colId xmlns:a16="http://schemas.microsoft.com/office/drawing/2014/main" val="4136052345"/>
                    </a:ext>
                  </a:extLst>
                </a:gridCol>
                <a:gridCol w="918351">
                  <a:extLst>
                    <a:ext uri="{9D8B030D-6E8A-4147-A177-3AD203B41FA5}">
                      <a16:colId xmlns:a16="http://schemas.microsoft.com/office/drawing/2014/main" val="2616601433"/>
                    </a:ext>
                  </a:extLst>
                </a:gridCol>
                <a:gridCol w="951230">
                  <a:extLst>
                    <a:ext uri="{9D8B030D-6E8A-4147-A177-3AD203B41FA5}">
                      <a16:colId xmlns:a16="http://schemas.microsoft.com/office/drawing/2014/main" val="1988581458"/>
                    </a:ext>
                  </a:extLst>
                </a:gridCol>
                <a:gridCol w="1273702">
                  <a:extLst>
                    <a:ext uri="{9D8B030D-6E8A-4147-A177-3AD203B41FA5}">
                      <a16:colId xmlns:a16="http://schemas.microsoft.com/office/drawing/2014/main" val="3861818484"/>
                    </a:ext>
                  </a:extLst>
                </a:gridCol>
              </a:tblGrid>
              <a:tr h="301278">
                <a:tc>
                  <a:txBody>
                    <a:bodyPr/>
                    <a:lstStyle/>
                    <a:p>
                      <a:pPr algn="ctr" rtl="1" fontAlgn="b">
                        <a:spcBef>
                          <a:spcPts val="0"/>
                        </a:spcBef>
                        <a:spcAft>
                          <a:spcPts val="0"/>
                        </a:spcAft>
                      </a:pPr>
                      <a:r>
                        <a:rPr lang="ar" sz="1200" b="1" i="0" u="none" strike="noStrike">
                          <a:solidFill>
                            <a:srgbClr val="000000"/>
                          </a:solidFill>
                          <a:effectLst/>
                          <a:latin typeface="Sakkal Majalla" panose="02000000000000000000" pitchFamily="2" charset="-78"/>
                          <a:cs typeface="Sakkal Majalla" panose="02000000000000000000" pitchFamily="2" charset="-78"/>
                        </a:rPr>
                        <a:t>العناصر الجمالية</a:t>
                      </a:r>
                      <a:endParaRPr lang="en-GB" sz="1200" b="1" i="0" u="none" strike="noStrike">
                        <a:effectLst/>
                        <a:latin typeface="Sakkal Majalla" panose="02000000000000000000" pitchFamily="2" charset="-78"/>
                        <a:cs typeface="Sakkal Majalla" panose="02000000000000000000" pitchFamily="2" charset="-78"/>
                      </a:endParaRPr>
                    </a:p>
                  </a:txBody>
                  <a:tcPr marL="5058" marR="5058" marT="50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b">
                        <a:spcBef>
                          <a:spcPts val="0"/>
                        </a:spcBef>
                        <a:spcAft>
                          <a:spcPts val="0"/>
                        </a:spcAft>
                      </a:pPr>
                      <a:r>
                        <a:rPr lang="ar" sz="1200" b="1" i="0" u="none" strike="noStrike">
                          <a:solidFill>
                            <a:srgbClr val="000000"/>
                          </a:solidFill>
                          <a:effectLst/>
                          <a:latin typeface="Sakkal Majalla" panose="02000000000000000000" pitchFamily="2" charset="-78"/>
                          <a:cs typeface="Sakkal Majalla" panose="02000000000000000000" pitchFamily="2" charset="-78"/>
                        </a:rPr>
                        <a:t>الملاءمة والراحة</a:t>
                      </a:r>
                      <a:endParaRPr lang="en-GB" sz="1200" b="1" i="0" u="none" strike="noStrike">
                        <a:effectLst/>
                        <a:latin typeface="Sakkal Majalla" panose="02000000000000000000" pitchFamily="2" charset="-78"/>
                        <a:cs typeface="Sakkal Majalla" panose="02000000000000000000" pitchFamily="2" charset="-78"/>
                      </a:endParaRPr>
                    </a:p>
                  </a:txBody>
                  <a:tcPr marL="5058" marR="5058" marT="50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b">
                        <a:spcBef>
                          <a:spcPts val="0"/>
                        </a:spcBef>
                        <a:spcAft>
                          <a:spcPts val="0"/>
                        </a:spcAft>
                      </a:pPr>
                      <a:r>
                        <a:rPr lang="ar" sz="1200" b="1" i="0" u="none" strike="noStrike" dirty="0">
                          <a:solidFill>
                            <a:srgbClr val="000000"/>
                          </a:solidFill>
                          <a:effectLst/>
                          <a:latin typeface="Sakkal Majalla" panose="02000000000000000000" pitchFamily="2" charset="-78"/>
                          <a:cs typeface="Sakkal Majalla" panose="02000000000000000000" pitchFamily="2" charset="-78"/>
                        </a:rPr>
                        <a:t>الأحجام</a:t>
                      </a:r>
                      <a:endParaRPr lang="en-GB" sz="1200" b="1" i="0" u="none" strike="noStrike" dirty="0">
                        <a:effectLst/>
                        <a:latin typeface="Sakkal Majalla" panose="02000000000000000000" pitchFamily="2" charset="-78"/>
                        <a:cs typeface="Sakkal Majalla" panose="02000000000000000000" pitchFamily="2" charset="-78"/>
                      </a:endParaRPr>
                    </a:p>
                  </a:txBody>
                  <a:tcPr marL="5058" marR="5058" marT="50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b">
                        <a:spcBef>
                          <a:spcPts val="0"/>
                        </a:spcBef>
                        <a:spcAft>
                          <a:spcPts val="0"/>
                        </a:spcAft>
                      </a:pPr>
                      <a:r>
                        <a:rPr lang="ar" sz="1200" b="1" i="0" u="none" strike="noStrike">
                          <a:solidFill>
                            <a:srgbClr val="000000"/>
                          </a:solidFill>
                          <a:effectLst/>
                          <a:latin typeface="Sakkal Majalla" panose="02000000000000000000" pitchFamily="2" charset="-78"/>
                          <a:cs typeface="Sakkal Majalla" panose="02000000000000000000" pitchFamily="2" charset="-78"/>
                        </a:rPr>
                        <a:t>المبادئ الميكانيكية والإلكترونية</a:t>
                      </a:r>
                      <a:endParaRPr lang="en-GB" sz="1200" b="1" i="0" u="none" strike="noStrike" dirty="0">
                        <a:effectLst/>
                        <a:latin typeface="Sakkal Majalla" panose="02000000000000000000" pitchFamily="2" charset="-78"/>
                        <a:cs typeface="Sakkal Majalla" panose="02000000000000000000" pitchFamily="2" charset="-78"/>
                      </a:endParaRPr>
                    </a:p>
                  </a:txBody>
                  <a:tcPr marL="5058" marR="5058" marT="50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4090602"/>
                  </a:ext>
                </a:extLst>
              </a:tr>
              <a:tr h="1102526">
                <a:tc>
                  <a:txBody>
                    <a:bodyPr/>
                    <a:lstStyle/>
                    <a:p>
                      <a:pPr algn="ctr" rtl="1" fontAlgn="ctr">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تتضمن فكرة التصميم المطورة خطوطًا أنيقة وجمالية حديثة لتعزيز جاذبيتها البصرية </a:t>
                      </a:r>
                      <a:endParaRPr lang="en-GB" sz="1200" b="0" i="0" u="none" strike="noStrike" dirty="0">
                        <a:effectLst/>
                        <a:latin typeface="Sakkal Majalla" panose="02000000000000000000" pitchFamily="2" charset="-78"/>
                        <a:cs typeface="Sakkal Majalla" panose="02000000000000000000" pitchFamily="2" charset="-78"/>
                      </a:endParaRPr>
                    </a:p>
                  </a:txBody>
                  <a:tcPr marL="5058" marR="5058" marT="50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يعطي التصميم الأولوية لراحة المستخدم وسهولة الاستخدام، مع سمات مريحة مثل الإعدادات القابلة للتعديل وأدوات التحكم البديهية</a:t>
                      </a:r>
                      <a:endParaRPr lang="en-GB" sz="1200" b="0" i="0" u="none" strike="noStrike">
                        <a:effectLst/>
                        <a:latin typeface="Sakkal Majalla" panose="02000000000000000000" pitchFamily="2" charset="-78"/>
                        <a:cs typeface="Sakkal Majalla" panose="02000000000000000000" pitchFamily="2" charset="-78"/>
                      </a:endParaRPr>
                    </a:p>
                  </a:txBody>
                  <a:tcPr marL="5058" marR="5058" marT="50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المنتج متوافر بأحجام مختلفة لتلبية احتياجات وتفضيلات المستخدم المختلفة. </a:t>
                      </a:r>
                      <a:endParaRPr lang="en-GB" sz="1200" b="0" i="0" u="none" strike="noStrike">
                        <a:effectLst/>
                        <a:latin typeface="Sakkal Majalla" panose="02000000000000000000" pitchFamily="2" charset="-78"/>
                        <a:cs typeface="Sakkal Majalla" panose="02000000000000000000" pitchFamily="2" charset="-78"/>
                      </a:endParaRPr>
                    </a:p>
                  </a:txBody>
                  <a:tcPr marL="5058" marR="5058" marT="50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spcBef>
                          <a:spcPts val="0"/>
                        </a:spcBef>
                        <a:spcAft>
                          <a:spcPts val="0"/>
                        </a:spcAft>
                      </a:pPr>
                      <a:r>
                        <a:rPr lang="ar" sz="1200" b="0" i="0" u="none" strike="noStrike" dirty="0">
                          <a:solidFill>
                            <a:srgbClr val="000000"/>
                          </a:solidFill>
                          <a:effectLst/>
                          <a:latin typeface="Sakkal Majalla" panose="02000000000000000000" pitchFamily="2" charset="-78"/>
                          <a:cs typeface="Sakkal Majalla" panose="02000000000000000000" pitchFamily="2" charset="-78"/>
                        </a:rPr>
                        <a:t>يتضمن التصميم مبادئ ميكانيكية وإلكترونية متقدمة لتحسين الأداء الوظيفي </a:t>
                      </a:r>
                      <a:endParaRPr lang="en-GB" sz="1200" b="0" i="0" u="none" strike="noStrike" dirty="0">
                        <a:effectLst/>
                        <a:latin typeface="Sakkal Majalla" panose="02000000000000000000" pitchFamily="2" charset="-78"/>
                        <a:cs typeface="Sakkal Majalla" panose="02000000000000000000" pitchFamily="2" charset="-78"/>
                      </a:endParaRPr>
                    </a:p>
                  </a:txBody>
                  <a:tcPr marL="5058" marR="5058" marT="50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2520511"/>
                  </a:ext>
                </a:extLst>
              </a:tr>
              <a:tr h="301278">
                <a:tc>
                  <a:txBody>
                    <a:bodyPr/>
                    <a:lstStyle/>
                    <a:p>
                      <a:pPr algn="ctr" rtl="1" fontAlgn="b">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متطلبات المواد</a:t>
                      </a:r>
                      <a:endParaRPr lang="en-GB" sz="1200" b="0" i="0" u="none" strike="noStrike">
                        <a:effectLst/>
                        <a:latin typeface="Sakkal Majalla" panose="02000000000000000000" pitchFamily="2" charset="-78"/>
                        <a:cs typeface="Sakkal Majalla" panose="02000000000000000000" pitchFamily="2" charset="-78"/>
                      </a:endParaRPr>
                    </a:p>
                  </a:txBody>
                  <a:tcPr marL="5058" marR="5058" marT="50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b">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عملية التصنيع</a:t>
                      </a:r>
                      <a:endParaRPr lang="en-GB" sz="1200" b="0" i="0" u="none" strike="noStrike">
                        <a:effectLst/>
                        <a:latin typeface="Sakkal Majalla" panose="02000000000000000000" pitchFamily="2" charset="-78"/>
                        <a:cs typeface="Sakkal Majalla" panose="02000000000000000000" pitchFamily="2" charset="-78"/>
                      </a:endParaRPr>
                    </a:p>
                  </a:txBody>
                  <a:tcPr marL="5058" marR="5058" marT="50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b">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ترتيبات التجميع</a:t>
                      </a:r>
                      <a:endParaRPr lang="en-GB" sz="1200" b="0" i="0" u="none" strike="noStrike">
                        <a:effectLst/>
                        <a:latin typeface="Sakkal Majalla" panose="02000000000000000000" pitchFamily="2" charset="-78"/>
                        <a:cs typeface="Sakkal Majalla" panose="02000000000000000000" pitchFamily="2" charset="-78"/>
                      </a:endParaRPr>
                    </a:p>
                  </a:txBody>
                  <a:tcPr marL="5058" marR="5058" marT="50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b">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تقديرات التكلفة</a:t>
                      </a:r>
                      <a:endParaRPr lang="en-GB" sz="1200" b="0" i="0" u="none" strike="noStrike" dirty="0">
                        <a:effectLst/>
                        <a:latin typeface="Sakkal Majalla" panose="02000000000000000000" pitchFamily="2" charset="-78"/>
                        <a:cs typeface="Sakkal Majalla" panose="02000000000000000000" pitchFamily="2" charset="-78"/>
                      </a:endParaRPr>
                    </a:p>
                  </a:txBody>
                  <a:tcPr marL="5058" marR="5058" marT="505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92500"/>
                  </a:ext>
                </a:extLst>
              </a:tr>
              <a:tr h="968985">
                <a:tc>
                  <a:txBody>
                    <a:bodyPr/>
                    <a:lstStyle/>
                    <a:p>
                      <a:pPr algn="ctr" rtl="1" fontAlgn="ctr">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تُستخدم مواد عالية الجودة لضمان المتانة وطول عمر المنتج</a:t>
                      </a:r>
                      <a:endParaRPr lang="en-GB" sz="1200" b="0" i="0" u="none" strike="noStrike">
                        <a:effectLst/>
                        <a:latin typeface="Sakkal Majalla" panose="02000000000000000000" pitchFamily="2" charset="-78"/>
                        <a:cs typeface="Sakkal Majalla" panose="02000000000000000000" pitchFamily="2" charset="-78"/>
                      </a:endParaRPr>
                    </a:p>
                  </a:txBody>
                  <a:tcPr marL="5058" marR="5058" marT="50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صُنع المنتج باستخدام عمليات فعالة وموفرة من حيث التكلفة لتبسيط الإنتاج</a:t>
                      </a:r>
                      <a:endParaRPr lang="en-GB" sz="1200" b="0" i="0" u="none" strike="noStrike">
                        <a:effectLst/>
                        <a:latin typeface="Sakkal Majalla" panose="02000000000000000000" pitchFamily="2" charset="-78"/>
                        <a:cs typeface="Sakkal Majalla" panose="02000000000000000000" pitchFamily="2" charset="-78"/>
                      </a:endParaRPr>
                    </a:p>
                  </a:txBody>
                  <a:tcPr marL="5058" marR="5058" marT="50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يتضمن التصميم ترتيبات التجميع متعددة الوحدات لتسهيل الصيانة والإصلاح</a:t>
                      </a:r>
                      <a:endParaRPr lang="en-GB" sz="1200" b="0" i="0" u="none" strike="noStrike" dirty="0">
                        <a:effectLst/>
                        <a:latin typeface="Sakkal Majalla" panose="02000000000000000000" pitchFamily="2" charset="-78"/>
                        <a:cs typeface="Sakkal Majalla" panose="02000000000000000000" pitchFamily="2" charset="-78"/>
                      </a:endParaRPr>
                    </a:p>
                  </a:txBody>
                  <a:tcPr marL="5058" marR="5058" marT="50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بُذلت جهود لتحسين التصميم من أجل فعالية التكلفة دون التخلي عن الجودة</a:t>
                      </a:r>
                      <a:endParaRPr lang="en-GB" sz="1200" b="0" i="0" u="none" strike="noStrike" dirty="0">
                        <a:effectLst/>
                        <a:latin typeface="Sakkal Majalla" panose="02000000000000000000" pitchFamily="2" charset="-78"/>
                        <a:cs typeface="Sakkal Majalla" panose="02000000000000000000" pitchFamily="2" charset="-78"/>
                      </a:endParaRPr>
                    </a:p>
                  </a:txBody>
                  <a:tcPr marL="5058" marR="5058" marT="50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0966733"/>
                  </a:ext>
                </a:extLst>
              </a:tr>
              <a:tr h="235519">
                <a:tc gridSpan="2">
                  <a:txBody>
                    <a:bodyPr/>
                    <a:lstStyle/>
                    <a:p>
                      <a:pPr algn="ctr" rtl="1" fontAlgn="b">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عامل الأمان</a:t>
                      </a:r>
                      <a:endParaRPr lang="en-GB" sz="1200" b="0" i="0" u="none" strike="noStrike">
                        <a:effectLst/>
                        <a:latin typeface="Sakkal Majalla" panose="02000000000000000000" pitchFamily="2" charset="-78"/>
                        <a:cs typeface="Sakkal Majalla" panose="02000000000000000000" pitchFamily="2" charset="-78"/>
                      </a:endParaRPr>
                    </a:p>
                  </a:txBody>
                  <a:tcPr marL="72841" marR="72841" marT="36420" marB="364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rtl="1"/>
                      <a:endParaRPr lang="en-GB"/>
                    </a:p>
                  </a:txBody>
                  <a:tcPr/>
                </a:tc>
                <a:tc gridSpan="2">
                  <a:txBody>
                    <a:bodyPr/>
                    <a:lstStyle/>
                    <a:p>
                      <a:pPr algn="ctr" rtl="1" fontAlgn="b">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السلامة والأمان</a:t>
                      </a:r>
                      <a:endParaRPr lang="en-GB" sz="1200" b="0" i="0" u="none" strike="noStrike" dirty="0">
                        <a:effectLst/>
                        <a:latin typeface="Sakkal Majalla" panose="02000000000000000000" pitchFamily="2" charset="-78"/>
                        <a:cs typeface="Sakkal Majalla" panose="02000000000000000000" pitchFamily="2" charset="-78"/>
                      </a:endParaRPr>
                    </a:p>
                  </a:txBody>
                  <a:tcPr marL="72841" marR="72841" marT="36420" marB="364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rtl="1"/>
                      <a:endParaRPr lang="en-GB"/>
                    </a:p>
                  </a:txBody>
                  <a:tcPr/>
                </a:tc>
                <a:extLst>
                  <a:ext uri="{0D108BD9-81ED-4DB2-BD59-A6C34878D82A}">
                    <a16:rowId xmlns:a16="http://schemas.microsoft.com/office/drawing/2014/main" val="4106350216"/>
                  </a:ext>
                </a:extLst>
              </a:tr>
              <a:tr h="636143">
                <a:tc gridSpan="2">
                  <a:txBody>
                    <a:bodyPr/>
                    <a:lstStyle/>
                    <a:p>
                      <a:pPr algn="ctr" rtl="1" fontAlgn="ctr">
                        <a:spcBef>
                          <a:spcPts val="0"/>
                        </a:spcBef>
                        <a:spcAft>
                          <a:spcPts val="0"/>
                        </a:spcAft>
                      </a:pPr>
                      <a:r>
                        <a:rPr lang="ar" sz="1200" b="0" i="0" u="none" strike="noStrike">
                          <a:solidFill>
                            <a:srgbClr val="000000"/>
                          </a:solidFill>
                          <a:effectLst/>
                          <a:latin typeface="Sakkal Majalla" panose="02000000000000000000" pitchFamily="2" charset="-78"/>
                          <a:cs typeface="Sakkal Majalla" panose="02000000000000000000" pitchFamily="2" charset="-78"/>
                        </a:rPr>
                        <a:t>يتضمن التصميم هوامش أمان مناسبة وعامل أمان لضمان السلامة الهيكلية وسلامة المستخدم</a:t>
                      </a:r>
                      <a:endParaRPr lang="en-GB" sz="1200" b="0" i="0" u="none" strike="noStrike">
                        <a:effectLst/>
                        <a:latin typeface="Sakkal Majalla" panose="02000000000000000000" pitchFamily="2" charset="-78"/>
                        <a:cs typeface="Sakkal Majalla" panose="02000000000000000000" pitchFamily="2" charset="-78"/>
                      </a:endParaRPr>
                    </a:p>
                  </a:txBody>
                  <a:tcPr marL="72841" marR="72841" marT="36420" marB="364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rtl="1"/>
                      <a:endParaRPr lang="en-GB"/>
                    </a:p>
                  </a:txBody>
                  <a:tcPr/>
                </a:tc>
                <a:tc gridSpan="2">
                  <a:txBody>
                    <a:bodyPr/>
                    <a:lstStyle/>
                    <a:p>
                      <a:pPr algn="ctr" rtl="1" fontAlgn="ctr">
                        <a:spcBef>
                          <a:spcPts val="0"/>
                        </a:spcBef>
                        <a:spcAft>
                          <a:spcPts val="0"/>
                        </a:spcAft>
                      </a:pPr>
                      <a:r>
                        <a:rPr lang="ar" sz="1200" b="0" i="0" u="none" strike="noStrike" dirty="0">
                          <a:solidFill>
                            <a:srgbClr val="000000"/>
                          </a:solidFill>
                          <a:effectLst/>
                          <a:latin typeface="Sakkal Majalla" panose="02000000000000000000" pitchFamily="2" charset="-78"/>
                          <a:cs typeface="Sakkal Majalla" panose="02000000000000000000" pitchFamily="2" charset="-78"/>
                        </a:rPr>
                        <a:t>يتضمن التصميم خصائص الأمان لتقليل المخاطر وضمان سلامة المستخدم في أثناء التشغيل. </a:t>
                      </a:r>
                      <a:endParaRPr lang="en-GB" sz="1200" b="0" i="0" u="none" strike="noStrike" dirty="0">
                        <a:effectLst/>
                        <a:latin typeface="Sakkal Majalla" panose="02000000000000000000" pitchFamily="2" charset="-78"/>
                        <a:cs typeface="Sakkal Majalla" panose="02000000000000000000" pitchFamily="2" charset="-78"/>
                      </a:endParaRPr>
                    </a:p>
                  </a:txBody>
                  <a:tcPr marL="72841" marR="72841" marT="36420" marB="364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rtl="1"/>
                      <a:endParaRPr lang="en-GB"/>
                    </a:p>
                  </a:txBody>
                  <a:tcPr/>
                </a:tc>
                <a:extLst>
                  <a:ext uri="{0D108BD9-81ED-4DB2-BD59-A6C34878D82A}">
                    <a16:rowId xmlns:a16="http://schemas.microsoft.com/office/drawing/2014/main" val="4265738133"/>
                  </a:ext>
                </a:extLst>
              </a:tr>
            </a:tbl>
          </a:graphicData>
        </a:graphic>
      </p:graphicFrame>
      <p:sp>
        <p:nvSpPr>
          <p:cNvPr id="3" name="Footer Placeholder 2">
            <a:extLst>
              <a:ext uri="{FF2B5EF4-FFF2-40B4-BE49-F238E27FC236}">
                <a16:creationId xmlns:a16="http://schemas.microsoft.com/office/drawing/2014/main" id="{14AF59F3-8EE0-BFCA-074D-9E49E0D6B82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097024677"/>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82762" y="1124744"/>
            <a:ext cx="4537710" cy="55446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dirty="0">
                <a:effectLst/>
                <a:latin typeface="Sakkal Majalla" panose="02000000000000000000" pitchFamily="2" charset="-78"/>
                <a:cs typeface="Sakkal Majalla" panose="02000000000000000000" pitchFamily="2" charset="-78"/>
              </a:rPr>
              <a:t>في مقترحات التصميم للمنتج الهندسي، نعتمد على مصادر المعلومات المختلفة لتوجيه عملية صنع القرار لدينا ودعمها. تضمنت هذه المصادر:</a:t>
            </a:r>
            <a:endParaRPr lang="en-GB" sz="1600" dirty="0">
              <a:latin typeface="Sakkal Majalla" panose="02000000000000000000" pitchFamily="2" charset="-78"/>
              <a:cs typeface="Sakkal Majalla" panose="02000000000000000000" pitchFamily="2" charset="-78"/>
            </a:endParaRPr>
          </a:p>
          <a:p>
            <a:pPr rtl="1">
              <a:buFont typeface="+mj-lt"/>
              <a:buAutoNum type="arabicPeriod"/>
            </a:pPr>
            <a:r>
              <a:rPr lang="ar" sz="1600" dirty="0">
                <a:effectLst/>
                <a:latin typeface="Sakkal Majalla" panose="02000000000000000000" pitchFamily="2" charset="-78"/>
                <a:cs typeface="Sakkal Majalla" panose="02000000000000000000" pitchFamily="2" charset="-78"/>
              </a:rPr>
              <a:t>أوراق بحثية ودوريات: نقوم بمراجعة الأوراق البحثية والدوريات ذات الصلة للحصول على نظرة ثاقبة لأحدث التطورات وأفضل الممارسات في هذا المجال.</a:t>
            </a:r>
          </a:p>
          <a:p>
            <a:pPr rtl="1">
              <a:buFont typeface="+mj-lt"/>
              <a:buAutoNum type="arabicPeriod"/>
            </a:pPr>
            <a:r>
              <a:rPr lang="ar" sz="1600" dirty="0">
                <a:effectLst/>
                <a:latin typeface="Sakkal Majalla" panose="02000000000000000000" pitchFamily="2" charset="-78"/>
                <a:cs typeface="Sakkal Majalla" panose="02000000000000000000" pitchFamily="2" charset="-78"/>
              </a:rPr>
              <a:t>معايير ولوائح القطاع: نسترشد بمعايير ولوائح القطاع لضمان امتثال مقترحات التصميم الخاصة بنا لمتطلبات السلامة والجودة والأداء.</a:t>
            </a:r>
          </a:p>
          <a:p>
            <a:pPr rtl="1">
              <a:buFont typeface="+mj-lt"/>
              <a:buAutoNum type="arabicPeriod"/>
            </a:pPr>
            <a:r>
              <a:rPr lang="ar" sz="1600" dirty="0">
                <a:effectLst/>
                <a:latin typeface="Sakkal Majalla" panose="02000000000000000000" pitchFamily="2" charset="-78"/>
                <a:cs typeface="Sakkal Majalla" panose="02000000000000000000" pitchFamily="2" charset="-78"/>
              </a:rPr>
              <a:t>الوثائق الفنية: نحلل الوثائق الفنية، مثل مواصفات المنتج وأدلة المستخدم، لفهم المنتج الحالي وتحديد جوانب التحسين.</a:t>
            </a:r>
          </a:p>
          <a:p>
            <a:pPr rtl="1">
              <a:buFont typeface="+mj-lt"/>
              <a:buAutoNum type="arabicPeriod"/>
            </a:pPr>
            <a:r>
              <a:rPr lang="ar" sz="1600" dirty="0">
                <a:effectLst/>
                <a:latin typeface="Sakkal Majalla" panose="02000000000000000000" pitchFamily="2" charset="-78"/>
                <a:cs typeface="Sakkal Majalla" panose="02000000000000000000" pitchFamily="2" charset="-78"/>
              </a:rPr>
              <a:t>تعليقات العملاء: نجمع التعليقات من العملاء لفهم احتياجاتهم وتفضيلاتهم ومشكلاتهم، ونسترشد بها في قرارات التصميم لدينا.</a:t>
            </a:r>
          </a:p>
          <a:p>
            <a:pPr marL="0" indent="0" rtl="1">
              <a:buNone/>
            </a:pPr>
            <a:r>
              <a:rPr lang="ar" sz="1600" dirty="0">
                <a:effectLst/>
                <a:latin typeface="Sakkal Majalla" panose="02000000000000000000" pitchFamily="2" charset="-78"/>
                <a:cs typeface="Sakkal Majalla" panose="02000000000000000000" pitchFamily="2" charset="-78"/>
              </a:rPr>
              <a:t>من خلال الاستفادة من مصادر المعلومات هذه، تمكنا من تطوير مقترحات التصميم التي كانت قائمة على المعرفة ومبتكرة ومتوافقة مع متطلبات المنتج الهندسي.</a:t>
            </a:r>
            <a:endParaRPr lang="en-GB" sz="1600" dirty="0">
              <a:latin typeface="Sakkal Majalla" panose="02000000000000000000" pitchFamily="2" charset="-78"/>
              <a:cs typeface="Sakkal Majalla" panose="02000000000000000000" pitchFamily="2" charset="-78"/>
            </a:endParaRPr>
          </a:p>
          <a:p>
            <a:pPr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263680" y="332656"/>
            <a:ext cx="2880320" cy="44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استخدام مصادر المعلومات</a:t>
            </a:r>
            <a:endParaRPr lang="en-GB" altLang="en-US" b="1" dirty="0">
              <a:latin typeface="Sakkal Majalla" panose="02000000000000000000" pitchFamily="2" charset="-78"/>
              <a:cs typeface="Sakkal Majalla" panose="02000000000000000000" pitchFamily="2" charset="-78"/>
            </a:endParaRPr>
          </a:p>
        </p:txBody>
      </p:sp>
      <p:pic>
        <p:nvPicPr>
          <p:cNvPr id="4" name="Picture 3" descr="A close-up of a computer and a newspaper&#10;&#10;Description automatically generated">
            <a:extLst>
              <a:ext uri="{FF2B5EF4-FFF2-40B4-BE49-F238E27FC236}">
                <a16:creationId xmlns:a16="http://schemas.microsoft.com/office/drawing/2014/main" id="{25924B3C-1D43-156A-388A-BFA55786FB1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7937" y="2564904"/>
            <a:ext cx="3492015" cy="2328301"/>
          </a:xfrm>
          <a:prstGeom prst="rect">
            <a:avLst/>
          </a:prstGeom>
        </p:spPr>
      </p:pic>
      <p:sp>
        <p:nvSpPr>
          <p:cNvPr id="2" name="Footer Placeholder 2">
            <a:extLst>
              <a:ext uri="{FF2B5EF4-FFF2-40B4-BE49-F238E27FC236}">
                <a16:creationId xmlns:a16="http://schemas.microsoft.com/office/drawing/2014/main" id="{FFEA592E-1396-D247-907B-2F683CEB223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921087750"/>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084268" y="1672926"/>
            <a:ext cx="2880220"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endParaRPr lang="en-GB" sz="1600" b="1" dirty="0">
              <a:effectLst/>
              <a:highlight>
                <a:srgbClr val="FFFF00"/>
              </a:highlight>
              <a:latin typeface="Sakkal Majalla" panose="02000000000000000000" pitchFamily="2" charset="-78"/>
              <a:cs typeface="Sakkal Majalla" panose="02000000000000000000" pitchFamily="2" charset="-78"/>
            </a:endParaRPr>
          </a:p>
          <a:p>
            <a:pPr marL="0" indent="0" rtl="1">
              <a:buNone/>
            </a:pPr>
            <a:endParaRPr lang="en-GB" sz="1600" b="1" dirty="0">
              <a:latin typeface="Sakkal Majalla" panose="02000000000000000000" pitchFamily="2" charset="-78"/>
              <a:cs typeface="Sakkal Majalla" panose="02000000000000000000" pitchFamily="2" charset="-78"/>
            </a:endParaRPr>
          </a:p>
          <a:p>
            <a:pPr marL="0" indent="0" rtl="1">
              <a:buNone/>
            </a:pPr>
            <a:r>
              <a:rPr lang="ar" sz="1600" dirty="0">
                <a:effectLst/>
                <a:latin typeface="Sakkal Majalla" panose="02000000000000000000" pitchFamily="2" charset="-78"/>
                <a:cs typeface="Sakkal Majalla" panose="02000000000000000000" pitchFamily="2" charset="-78"/>
              </a:rPr>
              <a:t>إن التوثيق الشامل جزء مهم من التعريف بالمقترحات الأولية والمطورة لتحسين المنتج الهندسي. حيث يوفر معلومات مفصلة حول المنتج، بما في ذلك الإسقاطات الأورثوغرافية التفصيلية والتجميعية، والمواصفات، وقائمة القطع، وقائمة المواد، وخطة الإنتاج، ومخططات الدوائر/الكتل، ومخطط التدفق، وسجل التصميم.</a:t>
            </a:r>
            <a:endParaRPr lang="en-GB" sz="1600" dirty="0">
              <a:latin typeface="Sakkal Majalla" panose="02000000000000000000" pitchFamily="2" charset="-78"/>
              <a:cs typeface="Sakkal Majalla" panose="02000000000000000000" pitchFamily="2" charset="-78"/>
            </a:endParaRPr>
          </a:p>
          <a:p>
            <a:pPr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46720" y="266046"/>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000" b="1" dirty="0">
              <a:highlight>
                <a:srgbClr val="FFFF00"/>
              </a:highlight>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A2E1CF41-60B7-42F2-8EC9-5EFFE13A8F33}"/>
              </a:ext>
            </a:extLst>
          </p:cNvPr>
          <p:cNvSpPr txBox="1"/>
          <p:nvPr/>
        </p:nvSpPr>
        <p:spPr>
          <a:xfrm>
            <a:off x="7236296" y="729080"/>
            <a:ext cx="1907704" cy="400110"/>
          </a:xfrm>
          <a:prstGeom prst="rect">
            <a:avLst/>
          </a:prstGeom>
          <a:noFill/>
        </p:spPr>
        <p:txBody>
          <a:bodyPr wrap="square" rtlCol="1">
            <a:spAutoFit/>
          </a:bodyPr>
          <a:lstStyle/>
          <a:p>
            <a:pPr rtl="1"/>
            <a:r>
              <a:rPr lang="ar" sz="2000" b="1" dirty="0">
                <a:latin typeface="Sakkal Majalla" panose="02000000000000000000" pitchFamily="2" charset="-78"/>
                <a:cs typeface="Sakkal Majalla" panose="02000000000000000000" pitchFamily="2" charset="-78"/>
              </a:rPr>
              <a:t>التوثيق</a:t>
            </a:r>
            <a:endParaRPr lang="en-GB" altLang="en-US" sz="2000" b="1" dirty="0">
              <a:latin typeface="Sakkal Majalla" panose="02000000000000000000" pitchFamily="2" charset="-78"/>
              <a:cs typeface="Sakkal Majalla" panose="02000000000000000000" pitchFamily="2" charset="-78"/>
            </a:endParaRPr>
          </a:p>
        </p:txBody>
      </p:sp>
      <p:graphicFrame>
        <p:nvGraphicFramePr>
          <p:cNvPr id="2" name="Table 1">
            <a:extLst>
              <a:ext uri="{FF2B5EF4-FFF2-40B4-BE49-F238E27FC236}">
                <a16:creationId xmlns:a16="http://schemas.microsoft.com/office/drawing/2014/main" id="{0BC325B9-7E45-B4FA-93AB-8146C38ACF4C}"/>
              </a:ext>
            </a:extLst>
          </p:cNvPr>
          <p:cNvGraphicFramePr>
            <a:graphicFrameLocks noGrp="1"/>
          </p:cNvGraphicFramePr>
          <p:nvPr>
            <p:extLst>
              <p:ext uri="{D42A27DB-BD31-4B8C-83A1-F6EECF244321}">
                <p14:modId xmlns:p14="http://schemas.microsoft.com/office/powerpoint/2010/main" val="586217004"/>
              </p:ext>
            </p:extLst>
          </p:nvPr>
        </p:nvGraphicFramePr>
        <p:xfrm>
          <a:off x="454546" y="1320733"/>
          <a:ext cx="5629722" cy="5059585"/>
        </p:xfrm>
        <a:graphic>
          <a:graphicData uri="http://schemas.openxmlformats.org/drawingml/2006/table">
            <a:tbl>
              <a:tblPr rtl="1">
                <a:tableStyleId>{5C22544A-7EE6-4342-B048-85BDC9FD1C3A}</a:tableStyleId>
              </a:tblPr>
              <a:tblGrid>
                <a:gridCol w="1964038">
                  <a:extLst>
                    <a:ext uri="{9D8B030D-6E8A-4147-A177-3AD203B41FA5}">
                      <a16:colId xmlns:a16="http://schemas.microsoft.com/office/drawing/2014/main" val="3130360752"/>
                    </a:ext>
                  </a:extLst>
                </a:gridCol>
                <a:gridCol w="3665684">
                  <a:extLst>
                    <a:ext uri="{9D8B030D-6E8A-4147-A177-3AD203B41FA5}">
                      <a16:colId xmlns:a16="http://schemas.microsoft.com/office/drawing/2014/main" val="3797296371"/>
                    </a:ext>
                  </a:extLst>
                </a:gridCol>
              </a:tblGrid>
              <a:tr h="127051">
                <a:tc>
                  <a:txBody>
                    <a:bodyPr/>
                    <a:lstStyle/>
                    <a:p>
                      <a:pPr algn="ctr" rtl="1" fontAlgn="b"/>
                      <a:r>
                        <a:rPr lang="ar" sz="1200" b="1" u="none" strike="noStrike" dirty="0">
                          <a:effectLst/>
                          <a:latin typeface="Sakkal Majalla" panose="02000000000000000000" pitchFamily="2" charset="-78"/>
                          <a:cs typeface="Sakkal Majalla" panose="02000000000000000000" pitchFamily="2" charset="-78"/>
                        </a:rPr>
                        <a:t>المكوّن</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b"/>
                </a:tc>
                <a:tc>
                  <a:txBody>
                    <a:bodyPr/>
                    <a:lstStyle/>
                    <a:p>
                      <a:pPr algn="ctr" rtl="1" fontAlgn="b"/>
                      <a:r>
                        <a:rPr lang="ar" sz="1200" b="1" u="none" strike="noStrike">
                          <a:effectLst/>
                          <a:latin typeface="Sakkal Majalla" panose="02000000000000000000" pitchFamily="2" charset="-78"/>
                          <a:cs typeface="Sakkal Majalla" panose="02000000000000000000" pitchFamily="2" charset="-78"/>
                        </a:rPr>
                        <a:t>الوصف</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b"/>
                </a:tc>
                <a:extLst>
                  <a:ext uri="{0D108BD9-81ED-4DB2-BD59-A6C34878D82A}">
                    <a16:rowId xmlns:a16="http://schemas.microsoft.com/office/drawing/2014/main" val="1428678606"/>
                  </a:ext>
                </a:extLst>
              </a:tr>
              <a:tr h="624651">
                <a:tc>
                  <a:txBody>
                    <a:bodyPr/>
                    <a:lstStyle/>
                    <a:p>
                      <a:pPr algn="r" rtl="1" fontAlgn="ctr"/>
                      <a:r>
                        <a:rPr lang="ar" sz="1200" b="1" u="none" strike="noStrike" dirty="0">
                          <a:effectLst/>
                          <a:latin typeface="Sakkal Majalla" panose="02000000000000000000" pitchFamily="2" charset="-78"/>
                          <a:cs typeface="Sakkal Majalla" panose="02000000000000000000" pitchFamily="2" charset="-78"/>
                        </a:rPr>
                        <a:t>الإسقاطات الأورثوغرافية التفصيلية والتجميعية</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رسوم تفصيلية تعرض المنتج من زوايا مختلفة، بما فيها المنظورات الأمامية والعلوية والجانبية والأيزومترية. توفر الإسقاطات تمثيلًا واضحًا لشكل المنتجات وأبعادها وميزاتها</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extLst>
                  <a:ext uri="{0D108BD9-81ED-4DB2-BD59-A6C34878D82A}">
                    <a16:rowId xmlns:a16="http://schemas.microsoft.com/office/drawing/2014/main" val="974408881"/>
                  </a:ext>
                </a:extLst>
              </a:tr>
              <a:tr h="624651">
                <a:tc>
                  <a:txBody>
                    <a:bodyPr/>
                    <a:lstStyle/>
                    <a:p>
                      <a:pPr algn="r" rtl="1" fontAlgn="b"/>
                      <a:r>
                        <a:rPr lang="ar" sz="1200" b="1" u="none" strike="noStrike" dirty="0">
                          <a:effectLst/>
                          <a:latin typeface="Sakkal Majalla" panose="02000000000000000000" pitchFamily="2" charset="-78"/>
                          <a:cs typeface="Sakkal Majalla" panose="02000000000000000000" pitchFamily="2" charset="-78"/>
                        </a:rPr>
                        <a:t>المواصفات</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معلومات مفصلة حول أداء المنتجات والسمات والمتطلبات. يتضمن ذلك المواصفات الفنية مثل الحجم والوزن واستهلاك الطاقة وظروف التشغيل</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extLst>
                  <a:ext uri="{0D108BD9-81ED-4DB2-BD59-A6C34878D82A}">
                    <a16:rowId xmlns:a16="http://schemas.microsoft.com/office/drawing/2014/main" val="605030980"/>
                  </a:ext>
                </a:extLst>
              </a:tr>
              <a:tr h="624651">
                <a:tc>
                  <a:txBody>
                    <a:bodyPr/>
                    <a:lstStyle/>
                    <a:p>
                      <a:pPr algn="r" rtl="1" fontAlgn="b"/>
                      <a:r>
                        <a:rPr lang="ar" sz="1200" b="1" u="none" strike="noStrike" dirty="0">
                          <a:effectLst/>
                          <a:latin typeface="Sakkal Majalla" panose="02000000000000000000" pitchFamily="2" charset="-78"/>
                          <a:cs typeface="Sakkal Majalla" panose="02000000000000000000" pitchFamily="2" charset="-78"/>
                        </a:rPr>
                        <a:t>قائمة القطع.</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قائمة شاملة بجميع القطع والمكونات الفردية التي يتكون منها المنتج. وتتضمن أرقام القطع والأوصاف والكميات وأي معلومات إضافية مثل المورِّدين أو الشركات المصنعة</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extLst>
                  <a:ext uri="{0D108BD9-81ED-4DB2-BD59-A6C34878D82A}">
                    <a16:rowId xmlns:a16="http://schemas.microsoft.com/office/drawing/2014/main" val="2077570087"/>
                  </a:ext>
                </a:extLst>
              </a:tr>
              <a:tr h="624651">
                <a:tc>
                  <a:txBody>
                    <a:bodyPr/>
                    <a:lstStyle/>
                    <a:p>
                      <a:pPr algn="r" rtl="1" fontAlgn="b"/>
                      <a:r>
                        <a:rPr lang="ar" sz="1200" b="1" u="none" strike="noStrike" dirty="0">
                          <a:effectLst/>
                          <a:latin typeface="Sakkal Majalla" panose="02000000000000000000" pitchFamily="2" charset="-78"/>
                          <a:cs typeface="Sakkal Majalla" panose="02000000000000000000" pitchFamily="2" charset="-78"/>
                        </a:rPr>
                        <a:t>قائمة المواد</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قائمة بالمواد المستخدمة في المنتج، تشمل أنواعها وكمياتها ومواصفاتها. وتتضمن معلومات حول خصائص المواد مثل القوة والمتانة والموصلية</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extLst>
                  <a:ext uri="{0D108BD9-81ED-4DB2-BD59-A6C34878D82A}">
                    <a16:rowId xmlns:a16="http://schemas.microsoft.com/office/drawing/2014/main" val="1752639359"/>
                  </a:ext>
                </a:extLst>
              </a:tr>
              <a:tr h="624651">
                <a:tc>
                  <a:txBody>
                    <a:bodyPr/>
                    <a:lstStyle/>
                    <a:p>
                      <a:pPr algn="r" rtl="1" fontAlgn="b"/>
                      <a:r>
                        <a:rPr lang="ar" sz="1200" b="1" u="none" strike="noStrike" dirty="0">
                          <a:effectLst/>
                          <a:latin typeface="Sakkal Majalla" panose="02000000000000000000" pitchFamily="2" charset="-78"/>
                          <a:cs typeface="Sakkal Majalla" panose="02000000000000000000" pitchFamily="2" charset="-78"/>
                        </a:rPr>
                        <a:t>خطة الإنتاج</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خطة مفصلة تحدد الخطوات والعمليات التي ينطوي عليها تصنيع المنتج. وتتضمن معلومات حول طرق الإنتاج والمعدات ومتطلبات العمالة وإجراءات مراقبة الجودة. </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extLst>
                  <a:ext uri="{0D108BD9-81ED-4DB2-BD59-A6C34878D82A}">
                    <a16:rowId xmlns:a16="http://schemas.microsoft.com/office/drawing/2014/main" val="267774648"/>
                  </a:ext>
                </a:extLst>
              </a:tr>
              <a:tr h="624651">
                <a:tc>
                  <a:txBody>
                    <a:bodyPr/>
                    <a:lstStyle/>
                    <a:p>
                      <a:pPr algn="r" rtl="1" fontAlgn="b"/>
                      <a:r>
                        <a:rPr lang="ar" sz="1200" b="1" u="none" strike="noStrike" dirty="0">
                          <a:effectLst/>
                          <a:latin typeface="Sakkal Majalla" panose="02000000000000000000" pitchFamily="2" charset="-78"/>
                          <a:cs typeface="Sakkal Majalla" panose="02000000000000000000" pitchFamily="2" charset="-78"/>
                        </a:rPr>
                        <a:t>مخططات الدوائر/الكتل</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تمثيلات مرئية للدوائر الكهربائية أو الكتل الوظيفية داخل المنتجات. وتُظهر هذه المخططات الروابط بين المكونات وتساعد على فهم تدفق الإشارات أو المعلومات</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extLst>
                  <a:ext uri="{0D108BD9-81ED-4DB2-BD59-A6C34878D82A}">
                    <a16:rowId xmlns:a16="http://schemas.microsoft.com/office/drawing/2014/main" val="1625842699"/>
                  </a:ext>
                </a:extLst>
              </a:tr>
              <a:tr h="624651">
                <a:tc>
                  <a:txBody>
                    <a:bodyPr/>
                    <a:lstStyle/>
                    <a:p>
                      <a:pPr algn="r" rtl="1" fontAlgn="b"/>
                      <a:r>
                        <a:rPr lang="ar" sz="1200" b="1" u="none" strike="noStrike" dirty="0">
                          <a:effectLst/>
                          <a:latin typeface="Sakkal Majalla" panose="02000000000000000000" pitchFamily="2" charset="-78"/>
                          <a:cs typeface="Sakkal Majalla" panose="02000000000000000000" pitchFamily="2" charset="-78"/>
                        </a:rPr>
                        <a:t>مخطط التدفق</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تمثيل رسومي لسير عمل المنتجات أو تشغيلها. يوضح هذا الأمر تسلسل الخطوات أو العمليات التي ينطوي عليها استخدام المنتج أو تشغيله، ما يساعد على تحديد العوائق أو أوجه القصور المحتملة. </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extLst>
                  <a:ext uri="{0D108BD9-81ED-4DB2-BD59-A6C34878D82A}">
                    <a16:rowId xmlns:a16="http://schemas.microsoft.com/office/drawing/2014/main" val="529421182"/>
                  </a:ext>
                </a:extLst>
              </a:tr>
              <a:tr h="500251">
                <a:tc>
                  <a:txBody>
                    <a:bodyPr/>
                    <a:lstStyle/>
                    <a:p>
                      <a:pPr algn="r" rtl="1" fontAlgn="b"/>
                      <a:r>
                        <a:rPr lang="ar" sz="1200" b="1" u="none" strike="noStrike" dirty="0">
                          <a:effectLst/>
                          <a:latin typeface="Sakkal Majalla" panose="02000000000000000000" pitchFamily="2" charset="-78"/>
                          <a:cs typeface="Sakkal Majalla" panose="02000000000000000000" pitchFamily="2" charset="-78"/>
                        </a:rPr>
                        <a:t>سجل التصميم</a:t>
                      </a:r>
                      <a:endParaRPr lang="en-GB" sz="1200" b="1"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tc>
                  <a:txBody>
                    <a:bodyPr/>
                    <a:lstStyle/>
                    <a:p>
                      <a:pPr algn="r" rtl="1" fontAlgn="ctr"/>
                      <a:r>
                        <a:rPr lang="ar" sz="1200" u="none" strike="noStrike" dirty="0">
                          <a:effectLst/>
                          <a:latin typeface="Sakkal Majalla" panose="02000000000000000000" pitchFamily="2" charset="-78"/>
                          <a:cs typeface="Sakkal Majalla" panose="02000000000000000000" pitchFamily="2" charset="-78"/>
                        </a:rPr>
                        <a:t>سجل لعملية التصميم، يتضمن قرارات التصميم والتكرارات والتعديلات. يساعد هذا السجل على تتبع تطور التحسينات أو استكشاف الأخطاء وإصلاحها. </a:t>
                      </a:r>
                      <a:endParaRPr lang="en-GB" sz="1200" b="0" i="0" u="none" strike="noStrike" dirty="0">
                        <a:solidFill>
                          <a:srgbClr val="000000"/>
                        </a:solidFill>
                        <a:effectLst/>
                        <a:latin typeface="Sakkal Majalla" panose="02000000000000000000" pitchFamily="2" charset="-78"/>
                        <a:cs typeface="Sakkal Majalla" panose="02000000000000000000" pitchFamily="2" charset="-78"/>
                      </a:endParaRPr>
                    </a:p>
                  </a:txBody>
                  <a:tcPr marL="3897" marR="3897" marT="3897" marB="0" anchor="ctr"/>
                </a:tc>
                <a:extLst>
                  <a:ext uri="{0D108BD9-81ED-4DB2-BD59-A6C34878D82A}">
                    <a16:rowId xmlns:a16="http://schemas.microsoft.com/office/drawing/2014/main" val="735567058"/>
                  </a:ext>
                </a:extLst>
              </a:tr>
            </a:tbl>
          </a:graphicData>
        </a:graphic>
      </p:graphicFrame>
      <p:sp>
        <p:nvSpPr>
          <p:cNvPr id="3" name="Footer Placeholder 2">
            <a:extLst>
              <a:ext uri="{FF2B5EF4-FFF2-40B4-BE49-F238E27FC236}">
                <a16:creationId xmlns:a16="http://schemas.microsoft.com/office/drawing/2014/main" id="{A467D47C-4DF6-CD6C-53A7-ECA3E0D5B40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082352271"/>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64496" y="1484784"/>
            <a:ext cx="4464496" cy="459473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latin typeface="Sakkal Majalla" panose="02000000000000000000" pitchFamily="2" charset="-78"/>
                <a:cs typeface="Sakkal Majalla" panose="02000000000000000000" pitchFamily="2" charset="-78"/>
              </a:rPr>
              <a:t>عملية دورية</a:t>
            </a:r>
          </a:p>
          <a:p>
            <a:pPr marL="0" indent="0" rtl="1">
              <a:buNone/>
            </a:pPr>
            <a:endParaRPr lang="en-GB" sz="1600" dirty="0">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الخطوة 1: تحديد المواصفات</a:t>
            </a:r>
            <a:endParaRPr lang="en-GB" sz="1600" b="1" dirty="0">
              <a:latin typeface="Sakkal Majalla" panose="02000000000000000000" pitchFamily="2" charset="-78"/>
              <a:cs typeface="Sakkal Majalla" panose="02000000000000000000" pitchFamily="2" charset="-78"/>
            </a:endParaRPr>
          </a:p>
          <a:p>
            <a:pPr marL="808038"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تحديد متطلبات المنتج ومعايير التصميم.</a:t>
            </a:r>
          </a:p>
          <a:p>
            <a:pPr marL="808038"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حدد بوضوح السمات والوظائف المطلوبة.</a:t>
            </a:r>
          </a:p>
          <a:p>
            <a:pPr rtl="1"/>
            <a:r>
              <a:rPr lang="ar" sz="1600" b="1" dirty="0">
                <a:effectLst/>
                <a:latin typeface="Sakkal Majalla" panose="02000000000000000000" pitchFamily="2" charset="-78"/>
                <a:cs typeface="Sakkal Majalla" panose="02000000000000000000" pitchFamily="2" charset="-78"/>
              </a:rPr>
              <a:t>الخطوة 2: التصميم والتطوير</a:t>
            </a:r>
            <a:endParaRPr lang="en-GB" sz="1600" b="1" dirty="0">
              <a:latin typeface="Sakkal Majalla" panose="02000000000000000000" pitchFamily="2" charset="-78"/>
              <a:cs typeface="Sakkal Majalla" panose="02000000000000000000" pitchFamily="2" charset="-78"/>
            </a:endParaRPr>
          </a:p>
          <a:p>
            <a:pPr marL="808038"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حدد مفاهيم التصميم الأولية والنماذج الأولية.</a:t>
            </a:r>
          </a:p>
          <a:p>
            <a:pPr marL="808038"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طوِّر المنتج بناءً على المواصفات المحددة.</a:t>
            </a:r>
          </a:p>
          <a:p>
            <a:pPr rtl="1"/>
            <a:r>
              <a:rPr lang="ar" sz="1600" b="1" dirty="0">
                <a:effectLst/>
                <a:latin typeface="Sakkal Majalla" panose="02000000000000000000" pitchFamily="2" charset="-78"/>
                <a:cs typeface="Sakkal Majalla" panose="02000000000000000000" pitchFamily="2" charset="-78"/>
              </a:rPr>
              <a:t>الخطوة 3: الاختبار والتقييم</a:t>
            </a:r>
            <a:endParaRPr lang="en-GB" sz="1600" b="1" dirty="0">
              <a:latin typeface="Sakkal Majalla" panose="02000000000000000000" pitchFamily="2" charset="-78"/>
              <a:cs typeface="Sakkal Majalla" panose="02000000000000000000" pitchFamily="2" charset="-78"/>
            </a:endParaRPr>
          </a:p>
          <a:p>
            <a:pPr marL="808038"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نفِّذ اختبارًا شاملًا لتقييم أداء المنتج.</a:t>
            </a:r>
          </a:p>
          <a:p>
            <a:pPr marL="808038"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اجمع التعليقات وحدد جوانب التحسين.</a:t>
            </a:r>
          </a:p>
          <a:p>
            <a:pPr rtl="1"/>
            <a:endParaRPr lang="en-GB" altLang="en-US"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167336" y="188640"/>
            <a:ext cx="597666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a:latin typeface="Sakkal Majalla" panose="02000000000000000000" pitchFamily="2" charset="-78"/>
                <a:cs typeface="Sakkal Majalla" panose="02000000000000000000" pitchFamily="2" charset="-78"/>
              </a:rPr>
              <a:t>ب3 عملية التطوير التكراري</a:t>
            </a:r>
          </a:p>
          <a:p>
            <a:pPr rtl="1"/>
            <a:r>
              <a:rPr lang="ar" sz="1600" b="1">
                <a:latin typeface="Sakkal Majalla" panose="02000000000000000000" pitchFamily="2" charset="-78"/>
                <a:cs typeface="Sakkal Majalla" panose="02000000000000000000" pitchFamily="2" charset="-78"/>
              </a:rPr>
              <a:t>استخدام عملية تكرارية لتحسين منتج هندسي</a:t>
            </a:r>
            <a:endParaRPr lang="en-GB" altLang="en-US" sz="1600" b="1" dirty="0">
              <a:latin typeface="Sakkal Majalla" panose="02000000000000000000" pitchFamily="2" charset="-78"/>
              <a:cs typeface="Sakkal Majalla" panose="02000000000000000000" pitchFamily="2" charset="-78"/>
            </a:endParaRPr>
          </a:p>
        </p:txBody>
      </p:sp>
      <p:sp>
        <p:nvSpPr>
          <p:cNvPr id="2" name="Content Placeholder 3">
            <a:extLst>
              <a:ext uri="{FF2B5EF4-FFF2-40B4-BE49-F238E27FC236}">
                <a16:creationId xmlns:a16="http://schemas.microsoft.com/office/drawing/2014/main" id="{17447AF9-7384-01C3-45F4-F36519CE5F92}"/>
              </a:ext>
            </a:extLst>
          </p:cNvPr>
          <p:cNvSpPr txBox="1">
            <a:spLocks noChangeArrowheads="1"/>
          </p:cNvSpPr>
          <p:nvPr/>
        </p:nvSpPr>
        <p:spPr bwMode="auto">
          <a:xfrm>
            <a:off x="232641" y="1988840"/>
            <a:ext cx="4464496" cy="2570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600" b="1" kern="0" dirty="0">
                <a:latin typeface="Sakkal Majalla" panose="02000000000000000000" pitchFamily="2" charset="-78"/>
                <a:cs typeface="Sakkal Majalla" panose="02000000000000000000" pitchFamily="2" charset="-78"/>
              </a:rPr>
              <a:t>الخطوة 4: التحليل والمراجعة</a:t>
            </a:r>
          </a:p>
          <a:p>
            <a:pPr marL="898525"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حلل نتائج الاختبار والتعليقات لتحديد نقاط القوة والضعف.</a:t>
            </a:r>
          </a:p>
          <a:p>
            <a:pPr marL="898525"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راجع التصميم ونفِّذ التعديلات اللازمة.</a:t>
            </a:r>
          </a:p>
          <a:p>
            <a:pPr rtl="1"/>
            <a:r>
              <a:rPr lang="ar" sz="1600" b="1" kern="0" dirty="0">
                <a:latin typeface="Sakkal Majalla" panose="02000000000000000000" pitchFamily="2" charset="-78"/>
                <a:cs typeface="Sakkal Majalla" panose="02000000000000000000" pitchFamily="2" charset="-78"/>
              </a:rPr>
              <a:t>الخطوة 5: التكرار والتحسين</a:t>
            </a:r>
          </a:p>
          <a:p>
            <a:pPr marL="898525"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كرر العملية وادمج التعليقات ونفِّذ المزيد من التحسينات.</a:t>
            </a:r>
          </a:p>
          <a:p>
            <a:pPr marL="898525" rtl="1">
              <a:buFont typeface="Arial" panose="020B0604020202020204" pitchFamily="34" charset="0"/>
              <a:buChar char="•"/>
            </a:pPr>
            <a:r>
              <a:rPr lang="ar" sz="1600" kern="0" dirty="0">
                <a:latin typeface="Sakkal Majalla" panose="02000000000000000000" pitchFamily="2" charset="-78"/>
                <a:cs typeface="Sakkal Majalla" panose="02000000000000000000" pitchFamily="2" charset="-78"/>
              </a:rPr>
              <a:t>كرر باستمرار لتحسين أداء المنتج وجودته.</a:t>
            </a:r>
          </a:p>
          <a:p>
            <a:pPr rtl="1"/>
            <a:endParaRPr lang="en-GB" altLang="en-US" sz="1600"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C353E7E8-A660-20D7-5E97-F91883DD1EF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989765765"/>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CCF1716E-B962-05D1-7E75-46FC0004EF89}"/>
              </a:ext>
            </a:extLst>
          </p:cNvPr>
          <p:cNvSpPr txBox="1">
            <a:spLocks noChangeArrowheads="1"/>
          </p:cNvSpPr>
          <p:nvPr/>
        </p:nvSpPr>
        <p:spPr bwMode="auto">
          <a:xfrm>
            <a:off x="107504" y="1340768"/>
            <a:ext cx="8676455"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600" b="1" kern="0" dirty="0">
                <a:latin typeface="Sakkal Majalla" panose="02000000000000000000" pitchFamily="2" charset="-78"/>
                <a:cs typeface="Sakkal Majalla" panose="02000000000000000000" pitchFamily="2" charset="-78"/>
              </a:rPr>
              <a:t>المقاومة: </a:t>
            </a:r>
            <a:r>
              <a:rPr lang="ar" sz="1600" kern="0" dirty="0">
                <a:latin typeface="Sakkal Majalla" panose="02000000000000000000" pitchFamily="2" charset="-78"/>
                <a:cs typeface="Sakkal Majalla" panose="02000000000000000000" pitchFamily="2" charset="-78"/>
              </a:rPr>
              <a:t>المقاومة خاصية ميكانيكية تقيس قدرة المادة أو المكون على تحمل الحمل المطبق دون تشوه أو فشل. وتمثل اعتبارًا مهمًا في تصميم المنتجات الهندسية لضمان قدرتها على تحمل القوى والأحمال المتوقعة التي ستتعرض لها.</a:t>
            </a:r>
          </a:p>
          <a:p>
            <a:pPr rtl="1"/>
            <a:endParaRPr lang="en-GB" altLang="en-US" sz="1600" kern="0" dirty="0">
              <a:latin typeface="Sakkal Majalla" panose="02000000000000000000" pitchFamily="2" charset="-78"/>
              <a:cs typeface="Sakkal Majalla" panose="02000000000000000000" pitchFamily="2" charset="-78"/>
            </a:endParaRPr>
          </a:p>
          <a:p>
            <a:pPr rtl="1"/>
            <a:r>
              <a:rPr lang="ar" sz="1600" b="1" kern="0" dirty="0">
                <a:latin typeface="Sakkal Majalla" panose="02000000000000000000" pitchFamily="2" charset="-78"/>
                <a:cs typeface="Sakkal Majalla" panose="02000000000000000000" pitchFamily="2" charset="-78"/>
              </a:rPr>
              <a:t>الصلابة: </a:t>
            </a:r>
            <a:r>
              <a:rPr lang="ar" sz="1600" kern="0" dirty="0">
                <a:latin typeface="Sakkal Majalla" panose="02000000000000000000" pitchFamily="2" charset="-78"/>
                <a:cs typeface="Sakkal Majalla" panose="02000000000000000000" pitchFamily="2" charset="-78"/>
              </a:rPr>
              <a:t>الصلابة خاصية ميكانيكية تقيس مقاومة مادة أو مكون للتشوه تحت الحمل المطبق. وتحدد مقدار انحراف أو انحناء المادة أو المكون عند تعرضها لقوى خارجية. كما تعتبر الصلابة بالغة الأهمية في التصميم الهندسي لضمان حفاظ المنتج على شكله وسلامته الهيكلية تحت الحمل.</a:t>
            </a:r>
          </a:p>
          <a:p>
            <a:pPr rtl="1"/>
            <a:endParaRPr lang="en-GB" altLang="en-US" sz="1600" kern="0" dirty="0">
              <a:latin typeface="Sakkal Majalla" panose="02000000000000000000" pitchFamily="2" charset="-78"/>
              <a:cs typeface="Sakkal Majalla" panose="02000000000000000000" pitchFamily="2" charset="-78"/>
            </a:endParaRPr>
          </a:p>
          <a:p>
            <a:pPr rtl="1"/>
            <a:r>
              <a:rPr lang="ar" sz="1600" b="1" kern="0" dirty="0">
                <a:latin typeface="Sakkal Majalla" panose="02000000000000000000" pitchFamily="2" charset="-78"/>
                <a:cs typeface="Sakkal Majalla" panose="02000000000000000000" pitchFamily="2" charset="-78"/>
              </a:rPr>
              <a:t>المتانة: </a:t>
            </a:r>
            <a:r>
              <a:rPr lang="ar" sz="1600" kern="0" dirty="0">
                <a:latin typeface="Sakkal Majalla" panose="02000000000000000000" pitchFamily="2" charset="-78"/>
                <a:cs typeface="Sakkal Majalla" panose="02000000000000000000" pitchFamily="2" charset="-78"/>
              </a:rPr>
              <a:t>المتانة خاصية ميكانيكية تقيس قدرة المادة أو المكون على امتصاص الطاقة ومقاومة الكسر أو الفشل. وهي مزيج من المقاومة والليونة ومهمة في التصميم الهندسي لضمان قدرة المنتج على تحمل الارتطام والصدمات والتحميل المفاجئ دون كسر أو تشقق.</a:t>
            </a:r>
          </a:p>
          <a:p>
            <a:pPr rtl="1"/>
            <a:endParaRPr lang="en-GB" altLang="en-US" sz="1600" kern="0" dirty="0">
              <a:latin typeface="Sakkal Majalla" panose="02000000000000000000" pitchFamily="2" charset="-78"/>
              <a:cs typeface="Sakkal Majalla" panose="02000000000000000000" pitchFamily="2" charset="-78"/>
            </a:endParaRPr>
          </a:p>
          <a:p>
            <a:pPr rtl="1"/>
            <a:r>
              <a:rPr lang="ar" sz="1600" b="1" kern="0" dirty="0">
                <a:latin typeface="Sakkal Majalla" panose="02000000000000000000" pitchFamily="2" charset="-78"/>
                <a:cs typeface="Sakkal Majalla" panose="02000000000000000000" pitchFamily="2" charset="-78"/>
              </a:rPr>
              <a:t>الصلابة ضد الكسر: </a:t>
            </a:r>
            <a:r>
              <a:rPr lang="ar" sz="1600" kern="0" dirty="0">
                <a:latin typeface="Sakkal Majalla" panose="02000000000000000000" pitchFamily="2" charset="-78"/>
                <a:cs typeface="Sakkal Majalla" panose="02000000000000000000" pitchFamily="2" charset="-78"/>
              </a:rPr>
              <a:t>الصلابة ضد الكسر مقياس لمقاومة المادة لانتشار التشقق. إنها خاصية ميكانيكية مهمة للمواد والمكونات التي تتعرض للتحميل الدوري أو المعرضة لبدء التشقق ونموه. من المستحسن أن تكون الصلابة ضد الكسر العالية أمرًا مرغوبًا فيه لمنع الفشل الكارثي وضمان سلامة واعتمادية المنتجات الهندسية.</a:t>
            </a:r>
          </a:p>
          <a:p>
            <a:pPr rtl="1"/>
            <a:endParaRPr lang="en-GB" altLang="en-US" sz="16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D9CF6F6-4F86-F92A-D42A-BB5803419A2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52155234"/>
      </p:ext>
    </p:extLst>
  </p:cSld>
  <p:clrMapOvr>
    <a:masterClrMapping/>
  </p:clrMapOvr>
  <p:transition>
    <p:sndAc>
      <p:stSnd>
        <p:snd r:embed="rId2"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412776"/>
            <a:ext cx="8568952"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400" b="1" dirty="0">
                <a:effectLst/>
                <a:latin typeface="Sakkal Majalla" panose="02000000000000000000" pitchFamily="2" charset="-78"/>
                <a:cs typeface="Sakkal Majalla" panose="02000000000000000000" pitchFamily="2" charset="-78"/>
              </a:rPr>
              <a:t>الكثافة: </a:t>
            </a:r>
            <a:r>
              <a:rPr lang="ar" sz="1400" dirty="0">
                <a:effectLst/>
                <a:latin typeface="Sakkal Majalla" panose="02000000000000000000" pitchFamily="2" charset="-78"/>
                <a:cs typeface="Sakkal Majalla" panose="02000000000000000000" pitchFamily="2" charset="-78"/>
              </a:rPr>
              <a:t>الكثافة كتلة المادة لكل وحدة حجم. إنها خاصية مهمة يجب مراعاتها عند تصميم المنتجات الهندسية لأنها تؤثر في وزن المنتج وقوته.</a:t>
            </a:r>
          </a:p>
          <a:p>
            <a:pPr rtl="1"/>
            <a:r>
              <a:rPr lang="ar" sz="1400" b="1" dirty="0">
                <a:effectLst/>
                <a:latin typeface="Sakkal Majalla" panose="02000000000000000000" pitchFamily="2" charset="-78"/>
                <a:cs typeface="Sakkal Majalla" panose="02000000000000000000" pitchFamily="2" charset="-78"/>
              </a:rPr>
              <a:t>نقطة الانصهار: </a:t>
            </a:r>
            <a:r>
              <a:rPr lang="ar" sz="1400" dirty="0">
                <a:effectLst/>
                <a:latin typeface="Sakkal Majalla" panose="02000000000000000000" pitchFamily="2" charset="-78"/>
                <a:cs typeface="Sakkal Majalla" panose="02000000000000000000" pitchFamily="2" charset="-78"/>
              </a:rPr>
              <a:t>نقطة الانصهار هي درجة الحرارة التي تتحول فيها المادة الصلبة إلى حالة سائلة. إنها خاصية مهمة يجب مراعاتها عند اختيار المواد للتطبيقات التي تنطوي على درجات حرارة عالية.</a:t>
            </a: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التمدد الحراري: </a:t>
            </a:r>
            <a:r>
              <a:rPr lang="ar" sz="1400" dirty="0">
                <a:effectLst/>
                <a:latin typeface="Sakkal Majalla" panose="02000000000000000000" pitchFamily="2" charset="-78"/>
                <a:cs typeface="Sakkal Majalla" panose="02000000000000000000" pitchFamily="2" charset="-78"/>
              </a:rPr>
              <a:t>التمدد الحراري يُقصد به ميل المادة للتوسع أو الانكماش استجابة للتغيرات في درجة الحرارة. إنها خاصية مهمة يجب مراعاتها عند تصميم المنتجات التي ستتعرض لتغيرات درجات الحرارة.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latin typeface="Sakkal Majalla" panose="02000000000000000000" pitchFamily="2" charset="-78"/>
                <a:cs typeface="Sakkal Majalla" panose="02000000000000000000" pitchFamily="2" charset="-78"/>
              </a:rPr>
              <a:t>الخواص الكهربائية والمغناطيسية</a:t>
            </a:r>
          </a:p>
          <a:p>
            <a:pPr marL="541338" indent="-182563" rtl="1"/>
            <a:r>
              <a:rPr lang="ar" sz="1400" b="1" dirty="0">
                <a:effectLst/>
                <a:latin typeface="Sakkal Majalla" panose="02000000000000000000" pitchFamily="2" charset="-78"/>
                <a:cs typeface="Sakkal Majalla" panose="02000000000000000000" pitchFamily="2" charset="-78"/>
              </a:rPr>
              <a:t>الموصلية: </a:t>
            </a:r>
            <a:r>
              <a:rPr lang="ar" sz="1400" dirty="0">
                <a:effectLst/>
                <a:latin typeface="Sakkal Majalla" panose="02000000000000000000" pitchFamily="2" charset="-78"/>
                <a:cs typeface="Sakkal Majalla" panose="02000000000000000000" pitchFamily="2" charset="-78"/>
              </a:rPr>
              <a:t>تُظهر بعض المواد الهندسية موصلية كهربائية عالية، ما يسمح بالتدفق الفعال للتيار الكهربائي.</a:t>
            </a:r>
            <a:endParaRPr lang="en-GB" sz="1400" dirty="0">
              <a:latin typeface="Sakkal Majalla" panose="02000000000000000000" pitchFamily="2" charset="-78"/>
              <a:cs typeface="Sakkal Majalla" panose="02000000000000000000" pitchFamily="2" charset="-78"/>
            </a:endParaRPr>
          </a:p>
          <a:p>
            <a:pPr marL="541338" indent="-182563" rtl="1"/>
            <a:r>
              <a:rPr lang="ar" sz="1400" b="1" dirty="0">
                <a:effectLst/>
                <a:latin typeface="Sakkal Majalla" panose="02000000000000000000" pitchFamily="2" charset="-78"/>
                <a:cs typeface="Sakkal Majalla" panose="02000000000000000000" pitchFamily="2" charset="-78"/>
              </a:rPr>
              <a:t>النفاذية: </a:t>
            </a:r>
            <a:r>
              <a:rPr lang="ar" sz="1400" dirty="0">
                <a:effectLst/>
                <a:latin typeface="Sakkal Majalla" panose="02000000000000000000" pitchFamily="2" charset="-78"/>
                <a:cs typeface="Sakkal Majalla" panose="02000000000000000000" pitchFamily="2" charset="-78"/>
              </a:rPr>
              <a:t>تمتلك بعض المواد نفاذية مغناطيسية عالية، ما يمكنها من جذب المجالات المغناطيسية والاحتفاظ بها.</a:t>
            </a:r>
          </a:p>
          <a:p>
            <a:pPr marL="541338" indent="-182563" rtl="1"/>
            <a:endParaRPr lang="en-GB" sz="1400" dirty="0">
              <a:latin typeface="Sakkal Majalla" panose="02000000000000000000" pitchFamily="2" charset="-78"/>
              <a:cs typeface="Sakkal Majalla" panose="02000000000000000000" pitchFamily="2" charset="-78"/>
            </a:endParaRPr>
          </a:p>
          <a:p>
            <a:pPr marL="541338" indent="-182563" rtl="1"/>
            <a:endParaRPr lang="en-GB" sz="1400" dirty="0">
              <a:effectLst/>
              <a:latin typeface="Sakkal Majalla" panose="02000000000000000000" pitchFamily="2" charset="-78"/>
              <a:cs typeface="Sakkal Majalla" panose="02000000000000000000" pitchFamily="2" charset="-78"/>
            </a:endParaRPr>
          </a:p>
          <a:p>
            <a:pPr rtl="1"/>
            <a:r>
              <a:rPr lang="ar" sz="1400" b="1" kern="0" dirty="0">
                <a:latin typeface="Sakkal Majalla" panose="02000000000000000000" pitchFamily="2" charset="-78"/>
                <a:cs typeface="Sakkal Majalla" panose="02000000000000000000" pitchFamily="2" charset="-78"/>
              </a:rPr>
              <a:t>المواد الحيوية: </a:t>
            </a:r>
            <a:r>
              <a:rPr lang="ar" sz="1400" kern="0" dirty="0">
                <a:latin typeface="Sakkal Majalla" panose="02000000000000000000" pitchFamily="2" charset="-78"/>
                <a:cs typeface="Sakkal Majalla" panose="02000000000000000000" pitchFamily="2" charset="-78"/>
              </a:rPr>
              <a:t>المواد الحيوية مواد مصممة للتفاعل مع الأنظمة البيولوجية، مثل الأنسجة الحية أو الأعضاء. وتُستخدم في مجموعة كبيرة من التطبيقات، منها الغرسات الطبية وأنظمة إعطاء الأدوية وهندسة الأنسجة. يجب أن تحتوي المواد الحيوية على خصائص تسمح لها بالتوافق مع الجسم، مثل التوافق الحيوي والنشاط الحيوي والمقاومة الميكانيكية.</a:t>
            </a:r>
          </a:p>
          <a:p>
            <a:pPr marL="0" indent="0" rtl="1">
              <a:buNone/>
            </a:pPr>
            <a:endParaRPr lang="en-GB" sz="1400" kern="0" dirty="0">
              <a:latin typeface="Sakkal Majalla" panose="02000000000000000000" pitchFamily="2" charset="-78"/>
              <a:cs typeface="Sakkal Majalla" panose="02000000000000000000" pitchFamily="2" charset="-78"/>
            </a:endParaRPr>
          </a:p>
          <a:p>
            <a:pPr rtl="1"/>
            <a:r>
              <a:rPr lang="ar" sz="1400" b="1" kern="0" dirty="0">
                <a:latin typeface="Sakkal Majalla" panose="02000000000000000000" pitchFamily="2" charset="-78"/>
                <a:cs typeface="Sakkal Majalla" panose="02000000000000000000" pitchFamily="2" charset="-78"/>
              </a:rPr>
              <a:t>الخلائط الذكية: </a:t>
            </a:r>
            <a:r>
              <a:rPr lang="ar" sz="1400" kern="0" dirty="0">
                <a:latin typeface="Sakkal Majalla" panose="02000000000000000000" pitchFamily="2" charset="-78"/>
                <a:cs typeface="Sakkal Majalla" panose="02000000000000000000" pitchFamily="2" charset="-78"/>
              </a:rPr>
              <a:t>الخلائط الذكية، والمعروفة أيضًا باسم الخلائط المتذكرة للشكل، مواد يمكن أن تتذكر شكلها الأصلي وتعود إليه بعد تشويهها. وتُستخدم في التطبيقات التي يكون فيها تغيير الشكل مطلوبًا، مثل المحركات وأجهزة الاستشعار والأجهزة الطبية. تتميز الخلائط الذكية بخصائص فريدة، مثل المرونة الفائقة وتأثير تذكر الشكل، ما يجعلها مناسبة لمجموعة كبيرة من التطبيقات.</a:t>
            </a:r>
          </a:p>
          <a:p>
            <a:pPr marL="541338" indent="-182563" rtl="1"/>
            <a:endParaRPr lang="en-GB" sz="140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621060"/>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dirty="0">
                <a:latin typeface="Sakkal Majalla" panose="02000000000000000000" pitchFamily="2" charset="-78"/>
                <a:cs typeface="Sakkal Majalla" panose="02000000000000000000" pitchFamily="2" charset="-78"/>
              </a:rPr>
              <a:t>الخواص الفيزيائية</a:t>
            </a:r>
            <a:endParaRPr lang="en-GB" altLang="en-US" sz="20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4CC31EE-A1BA-A0B2-0705-92E637376D4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792414309"/>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621060"/>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dirty="0">
                <a:latin typeface="Sakkal Majalla" panose="02000000000000000000" pitchFamily="2" charset="-78"/>
                <a:cs typeface="Sakkal Majalla" panose="02000000000000000000" pitchFamily="2" charset="-78"/>
              </a:rPr>
              <a:t>الخواص الفيزيائية</a:t>
            </a:r>
            <a:endParaRPr lang="en-GB" altLang="en-US" sz="2000" b="1"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6206FC09-4F1A-4978-9DC4-083AF0CD9345}"/>
              </a:ext>
            </a:extLst>
          </p:cNvPr>
          <p:cNvSpPr txBox="1">
            <a:spLocks noChangeArrowheads="1"/>
          </p:cNvSpPr>
          <p:nvPr/>
        </p:nvSpPr>
        <p:spPr bwMode="auto">
          <a:xfrm>
            <a:off x="467544" y="1268760"/>
            <a:ext cx="8352928" cy="453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buFont typeface="Arial" panose="020B0604020202020204" pitchFamily="34" charset="0"/>
              <a:buChar char="•"/>
            </a:pPr>
            <a:endParaRPr lang="en-GB" sz="1400" kern="0" dirty="0">
              <a:latin typeface="Sakkal Majalla" panose="02000000000000000000" pitchFamily="2" charset="-78"/>
              <a:cs typeface="Sakkal Majalla" panose="02000000000000000000" pitchFamily="2" charset="-78"/>
            </a:endParaRPr>
          </a:p>
          <a:p>
            <a:pPr rtl="1"/>
            <a:r>
              <a:rPr lang="ar" sz="1400" b="1" kern="0" dirty="0">
                <a:latin typeface="Sakkal Majalla" panose="02000000000000000000" pitchFamily="2" charset="-78"/>
                <a:cs typeface="Sakkal Majalla" panose="02000000000000000000" pitchFamily="2" charset="-78"/>
              </a:rPr>
              <a:t>الخلائط الذكية: </a:t>
            </a:r>
            <a:r>
              <a:rPr lang="ar" sz="1400" kern="0" dirty="0">
                <a:latin typeface="Sakkal Majalla" panose="02000000000000000000" pitchFamily="2" charset="-78"/>
                <a:cs typeface="Sakkal Majalla" panose="02000000000000000000" pitchFamily="2" charset="-78"/>
              </a:rPr>
              <a:t>الخلائط الذكية، والمعروفة أيضًا باسم الخلائط المتذكرة للشكل، مواد يمكن أن تتذكر شكلها الأصلي وتعود إليه بعد تشويهها. وتُستخدم في التطبيقات التي يكون فيها تغيير الشكل مطلوبًا، مثل المحركات وأجهزة الاستشعار والأجهزة الطبية. تتميز الخلائط الذكية بخصائص فريدة، مثل المرونة الفائقة وتأثير تذكر الشكل، ما يجعلها مناسبة لمجموعة كبيرة من التطبيقات.</a:t>
            </a:r>
          </a:p>
          <a:p>
            <a:pPr rtl="1">
              <a:buFont typeface="Arial" panose="020B0604020202020204" pitchFamily="34" charset="0"/>
              <a:buChar char="•"/>
            </a:pPr>
            <a:endParaRPr lang="en-GB" sz="1400" kern="0" dirty="0">
              <a:latin typeface="Sakkal Majalla" panose="02000000000000000000" pitchFamily="2" charset="-78"/>
              <a:cs typeface="Sakkal Majalla" panose="02000000000000000000" pitchFamily="2" charset="-78"/>
            </a:endParaRPr>
          </a:p>
          <a:p>
            <a:pPr rtl="1"/>
            <a:r>
              <a:rPr lang="ar" sz="1400" b="1" kern="0" dirty="0">
                <a:latin typeface="Sakkal Majalla" panose="02000000000000000000" pitchFamily="2" charset="-78"/>
                <a:cs typeface="Sakkal Majalla" panose="02000000000000000000" pitchFamily="2" charset="-78"/>
              </a:rPr>
              <a:t>المواد المعالجة هندسيًا بالنانو: </a:t>
            </a:r>
            <a:r>
              <a:rPr lang="ar" sz="1400" kern="0" dirty="0">
                <a:latin typeface="Sakkal Majalla" panose="02000000000000000000" pitchFamily="2" charset="-78"/>
                <a:cs typeface="Sakkal Majalla" panose="02000000000000000000" pitchFamily="2" charset="-78"/>
              </a:rPr>
              <a:t>المواد المعالجة هندسيًا بالنانو مواد مصممة ومعالجة على مقياس النانو. وتتمتع بخصائص وسلوكيات فريدة تختلف عن نظيراتها من حيث الحجم، مثل زيادة القوة، وتحسين الموصلية، وتعزيز التفاعل الكيميائي. وتُستخدم المواد المعالجة هندسيًا بالنانو في مختلف المجالات، منها الإلكترونيات وتخزين الطاقة والطب.</a:t>
            </a:r>
          </a:p>
          <a:p>
            <a:pPr rtl="1">
              <a:buFont typeface="Arial" panose="020B0604020202020204" pitchFamily="34" charset="0"/>
              <a:buChar char="•"/>
            </a:pPr>
            <a:endParaRPr lang="en-GB" sz="1400" kern="0" dirty="0">
              <a:latin typeface="Sakkal Majalla" panose="02000000000000000000" pitchFamily="2" charset="-78"/>
              <a:cs typeface="Sakkal Majalla" panose="02000000000000000000" pitchFamily="2" charset="-78"/>
            </a:endParaRPr>
          </a:p>
          <a:p>
            <a:pPr rtl="1"/>
            <a:r>
              <a:rPr lang="ar" sz="1400" b="1" kern="0" dirty="0">
                <a:latin typeface="Sakkal Majalla" panose="02000000000000000000" pitchFamily="2" charset="-78"/>
                <a:cs typeface="Sakkal Majalla" panose="02000000000000000000" pitchFamily="2" charset="-78"/>
              </a:rPr>
              <a:t>أنماط الفشل</a:t>
            </a:r>
          </a:p>
          <a:p>
            <a:pPr marL="541338" indent="-182563" rtl="1"/>
            <a:r>
              <a:rPr lang="ar" sz="1400" b="1" kern="0" dirty="0">
                <a:latin typeface="Sakkal Majalla" panose="02000000000000000000" pitchFamily="2" charset="-78"/>
                <a:cs typeface="Sakkal Majalla" panose="02000000000000000000" pitchFamily="2" charset="-78"/>
              </a:rPr>
              <a:t>الكسر: </a:t>
            </a:r>
            <a:r>
              <a:rPr lang="ar" sz="1400" kern="0" dirty="0">
                <a:latin typeface="Sakkal Majalla" panose="02000000000000000000" pitchFamily="2" charset="-78"/>
                <a:cs typeface="Sakkal Majalla" panose="02000000000000000000" pitchFamily="2" charset="-78"/>
              </a:rPr>
              <a:t>يحدث الكسر عندما تنكسر مادة أو مكون بسبب الضغط المفرط أو القوة. ويمكن تصنيفها إلى نوعين: الكسر الهش والكسر المرن.</a:t>
            </a:r>
          </a:p>
          <a:p>
            <a:pPr marL="541338" indent="-182563" rtl="1"/>
            <a:r>
              <a:rPr lang="ar" sz="1400" b="1" kern="0" dirty="0">
                <a:latin typeface="Sakkal Majalla" panose="02000000000000000000" pitchFamily="2" charset="-78"/>
                <a:cs typeface="Sakkal Majalla" panose="02000000000000000000" pitchFamily="2" charset="-78"/>
              </a:rPr>
              <a:t>الكِلال: </a:t>
            </a:r>
            <a:r>
              <a:rPr lang="ar" sz="1400" kern="0" dirty="0">
                <a:latin typeface="Sakkal Majalla" panose="02000000000000000000" pitchFamily="2" charset="-78"/>
                <a:cs typeface="Sakkal Majalla" panose="02000000000000000000" pitchFamily="2" charset="-78"/>
              </a:rPr>
              <a:t>يحدث الإخفاق بسبب الكلِال عندما تفشل مادة أو مكون تحت التحميل المتكرر أو الدوري. ويتميز ببدء الشقوق وانتشارها بمرور الوقت.</a:t>
            </a:r>
          </a:p>
          <a:p>
            <a:pPr marL="541338" indent="-182563" rtl="1"/>
            <a:r>
              <a:rPr lang="ar" sz="1400" b="1" kern="0" dirty="0">
                <a:latin typeface="Sakkal Majalla" panose="02000000000000000000" pitchFamily="2" charset="-78"/>
                <a:cs typeface="Sakkal Majalla" panose="02000000000000000000" pitchFamily="2" charset="-78"/>
              </a:rPr>
              <a:t>التآكل: </a:t>
            </a:r>
            <a:r>
              <a:rPr lang="ar" sz="1400" kern="0" dirty="0">
                <a:latin typeface="Sakkal Majalla" panose="02000000000000000000" pitchFamily="2" charset="-78"/>
                <a:cs typeface="Sakkal Majalla" panose="02000000000000000000" pitchFamily="2" charset="-78"/>
              </a:rPr>
              <a:t>التآكل هو الفقد التدريجي للمواد من سطح المكون بسبب الاحتكاك بين سطحين. ويمكن أن يحدث بسبب التآكل الناتج عن المواد الكاشطة أو التآكل بسبب المواد اللاصقة أو الكِلال السطحي.</a:t>
            </a:r>
          </a:p>
          <a:p>
            <a:pPr rtl="1"/>
            <a:endParaRPr lang="en-GB" sz="1400" b="1" kern="0" dirty="0">
              <a:latin typeface="Sakkal Majalla" panose="02000000000000000000" pitchFamily="2" charset="-78"/>
              <a:cs typeface="Sakkal Majalla" panose="02000000000000000000" pitchFamily="2" charset="-78"/>
            </a:endParaRPr>
          </a:p>
          <a:p>
            <a:pPr rtl="1"/>
            <a:r>
              <a:rPr lang="ar" sz="1400" b="1" kern="0" dirty="0">
                <a:latin typeface="Sakkal Majalla" panose="02000000000000000000" pitchFamily="2" charset="-78"/>
                <a:cs typeface="Sakkal Majalla" panose="02000000000000000000" pitchFamily="2" charset="-78"/>
              </a:rPr>
              <a:t>الحماية والتشحيم</a:t>
            </a:r>
          </a:p>
          <a:p>
            <a:pPr marL="357188" lvl="1" indent="0" rtl="1">
              <a:buNone/>
            </a:pPr>
            <a:r>
              <a:rPr lang="ar" sz="1400" kern="0" dirty="0">
                <a:latin typeface="Sakkal Majalla" panose="02000000000000000000" pitchFamily="2" charset="-78"/>
                <a:cs typeface="Sakkal Majalla" panose="02000000000000000000" pitchFamily="2" charset="-78"/>
              </a:rPr>
              <a:t>لمنع وتخفيف أنماط الفشل هذه، يمكن استخدام العديد من تدابير الحماية وتقنيات التشحيم. ويشمل ذلك استخدام الطلاءات والمعالجات السطحية ومواد التشحيم وممارسات الصيانة المناسبة.</a:t>
            </a:r>
          </a:p>
          <a:p>
            <a:pPr rtl="1">
              <a:buFont typeface="Arial" panose="020B0604020202020204" pitchFamily="34" charset="0"/>
              <a:buChar char="•"/>
            </a:pPr>
            <a:endParaRPr lang="en-GB" sz="14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F7EA660-202D-6047-492B-FF66C8E7B4B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863399644"/>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4" name="Title 1">
            <a:extLst>
              <a:ext uri="{FF2B5EF4-FFF2-40B4-BE49-F238E27FC236}">
                <a16:creationId xmlns:a16="http://schemas.microsoft.com/office/drawing/2014/main" id="{D17F4DDC-7D8D-A5B8-71F8-6A03BAFD5F80}"/>
              </a:ext>
            </a:extLst>
          </p:cNvPr>
          <p:cNvSpPr>
            <a:spLocks noGrp="1"/>
          </p:cNvSpPr>
          <p:nvPr>
            <p:ph type="title"/>
          </p:nvPr>
        </p:nvSpPr>
        <p:spPr>
          <a:xfrm>
            <a:off x="6649888" y="246699"/>
            <a:ext cx="2386608" cy="361592"/>
          </a:xfrm>
        </p:spPr>
        <p:txBody>
          <a:bodyPr rtlCol="1"/>
          <a:lstStyle/>
          <a:p>
            <a:pPr algn="r" rtl="1"/>
            <a:r>
              <a:rPr lang="ar" sz="2000" dirty="0">
                <a:latin typeface="Sakkal Majalla" panose="02000000000000000000" pitchFamily="2" charset="-78"/>
                <a:cs typeface="Sakkal Majalla" panose="02000000000000000000" pitchFamily="2" charset="-78"/>
              </a:rPr>
              <a:t>أنظمة التشحيم</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92400" y="1844824"/>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rtl="1">
              <a:lnSpc>
                <a:spcPct val="90000"/>
              </a:lnSpc>
              <a:buFont typeface="Arial" panose="020B0604020202020204" pitchFamily="34" charset="0"/>
              <a:buChar char="•"/>
            </a:pPr>
            <a:endParaRPr lang="en-GB" sz="1300" dirty="0">
              <a:latin typeface="Sakkal Majalla" panose="02000000000000000000" pitchFamily="2" charset="-78"/>
              <a:cs typeface="Sakkal Majalla" panose="02000000000000000000" pitchFamily="2" charset="-78"/>
            </a:endParaRPr>
          </a:p>
          <a:p>
            <a:pPr marL="0" indent="0" rtl="1">
              <a:lnSpc>
                <a:spcPct val="90000"/>
              </a:lnSpc>
              <a:buNone/>
            </a:pPr>
            <a:r>
              <a:rPr lang="ar" sz="1300" b="1" dirty="0">
                <a:latin typeface="Sakkal Majalla" panose="02000000000000000000" pitchFamily="2" charset="-78"/>
                <a:cs typeface="Sakkal Majalla" panose="02000000000000000000" pitchFamily="2" charset="-78"/>
              </a:rPr>
              <a:t>المعالجات السطحية والطلاء</a:t>
            </a:r>
          </a:p>
          <a:p>
            <a:pPr rtl="1">
              <a:lnSpc>
                <a:spcPct val="90000"/>
              </a:lnSpc>
              <a:buFont typeface="Arial" panose="020B0604020202020204" pitchFamily="34" charset="0"/>
              <a:buChar char="•"/>
            </a:pPr>
            <a:endParaRPr lang="en-GB" sz="1300" dirty="0">
              <a:effectLst/>
              <a:latin typeface="Sakkal Majalla" panose="02000000000000000000" pitchFamily="2" charset="-78"/>
              <a:cs typeface="Sakkal Majalla" panose="02000000000000000000" pitchFamily="2" charset="-78"/>
            </a:endParaRPr>
          </a:p>
          <a:p>
            <a:pPr rtl="1">
              <a:lnSpc>
                <a:spcPct val="90000"/>
              </a:lnSpc>
            </a:pPr>
            <a:r>
              <a:rPr lang="ar" sz="1300" b="1" dirty="0">
                <a:effectLst/>
                <a:latin typeface="Sakkal Majalla" panose="02000000000000000000" pitchFamily="2" charset="-78"/>
                <a:cs typeface="Sakkal Majalla" panose="02000000000000000000" pitchFamily="2" charset="-78"/>
              </a:rPr>
              <a:t>الطلاء: </a:t>
            </a:r>
            <a:r>
              <a:rPr lang="ar" sz="1300" dirty="0">
                <a:effectLst/>
                <a:latin typeface="Sakkal Majalla" panose="02000000000000000000" pitchFamily="2" charset="-78"/>
                <a:cs typeface="Sakkal Majalla" panose="02000000000000000000" pitchFamily="2" charset="-78"/>
              </a:rPr>
              <a:t>الطلاء أو التصفيح عملية معالجة سطحية تتضمن ترسيب طبقة رقيقة من المعدن على ركيزة. ويُستخدم بشكل شائع لتحسين مقاومة التآكل وتحسين المظهر وتوفير مقاومة للبلى. تشمل أمثلة الطلاء، الطلاء بالكروم والطلاء بالنيكل والطلاء بالذهب.</a:t>
            </a:r>
          </a:p>
          <a:p>
            <a:pPr rtl="1">
              <a:lnSpc>
                <a:spcPct val="90000"/>
              </a:lnSpc>
              <a:buFont typeface="Arial" panose="020B0604020202020204" pitchFamily="34" charset="0"/>
              <a:buChar char="•"/>
            </a:pPr>
            <a:endParaRPr lang="en-GB" sz="1300" dirty="0">
              <a:latin typeface="Sakkal Majalla" panose="02000000000000000000" pitchFamily="2" charset="-78"/>
              <a:cs typeface="Sakkal Majalla" panose="02000000000000000000" pitchFamily="2" charset="-78"/>
            </a:endParaRPr>
          </a:p>
          <a:p>
            <a:pPr rtl="1">
              <a:lnSpc>
                <a:spcPct val="90000"/>
              </a:lnSpc>
            </a:pPr>
            <a:r>
              <a:rPr lang="ar" sz="1300" b="1" dirty="0">
                <a:effectLst/>
                <a:latin typeface="Sakkal Majalla" panose="02000000000000000000" pitchFamily="2" charset="-78"/>
                <a:cs typeface="Sakkal Majalla" panose="02000000000000000000" pitchFamily="2" charset="-78"/>
              </a:rPr>
              <a:t>الدهان: </a:t>
            </a:r>
            <a:r>
              <a:rPr lang="ar" sz="1300" dirty="0">
                <a:effectLst/>
                <a:latin typeface="Sakkal Majalla" panose="02000000000000000000" pitchFamily="2" charset="-78"/>
                <a:cs typeface="Sakkal Majalla" panose="02000000000000000000" pitchFamily="2" charset="-78"/>
              </a:rPr>
              <a:t>الدهان طريقة لمعالجة السطح تتضمن رش طبقة واقية من الدهان على الركيزة. ويُستخدم لتوفير مقاومة التآكل وتحسين العناصر الجمالية والحماية من العوامل البيئية. يمكن استخدام أنواع مختلفة من الدهانات، مثل الإيبوكسي والاكريليك والبولي يوريثين، اعتمادًا على المتطلبات المحددة.</a:t>
            </a:r>
          </a:p>
          <a:p>
            <a:pPr rtl="1">
              <a:lnSpc>
                <a:spcPct val="90000"/>
              </a:lnSpc>
            </a:pPr>
            <a:endParaRPr lang="en-GB" sz="1300" dirty="0">
              <a:latin typeface="Sakkal Majalla" panose="02000000000000000000" pitchFamily="2" charset="-78"/>
              <a:cs typeface="Sakkal Majalla" panose="02000000000000000000" pitchFamily="2" charset="-78"/>
            </a:endParaRPr>
          </a:p>
          <a:p>
            <a:pPr rtl="1">
              <a:lnSpc>
                <a:spcPct val="90000"/>
              </a:lnSpc>
            </a:pPr>
            <a:r>
              <a:rPr lang="ar" sz="1300" dirty="0">
                <a:latin typeface="Sakkal Majalla" panose="02000000000000000000" pitchFamily="2" charset="-78"/>
                <a:cs typeface="Sakkal Majalla" panose="02000000000000000000" pitchFamily="2" charset="-78"/>
              </a:rPr>
              <a:t>يؤدي </a:t>
            </a:r>
            <a:r>
              <a:rPr lang="ar" sz="1300" b="1" dirty="0">
                <a:latin typeface="Sakkal Majalla" panose="02000000000000000000" pitchFamily="2" charset="-78"/>
                <a:cs typeface="Sakkal Majalla" panose="02000000000000000000" pitchFamily="2" charset="-78"/>
              </a:rPr>
              <a:t>التشحيم</a:t>
            </a:r>
            <a:r>
              <a:rPr lang="ar" sz="1300" dirty="0">
                <a:latin typeface="Sakkal Majalla" panose="02000000000000000000" pitchFamily="2" charset="-78"/>
                <a:cs typeface="Sakkal Majalla" panose="02000000000000000000" pitchFamily="2" charset="-78"/>
              </a:rPr>
              <a:t> دورًا مهمًا في أداء وطول عمر المواد والمكونات الهندسية. ويتضمن وضع مادة تشحيم لتقليل الاحتكاك والتآكل بين القطع المتحركة. تختلف أغراض وأنظمة التشحيم اعتمادًا على التطبيق والمتطلبات المحددة للمنتج الهندسي.</a:t>
            </a:r>
            <a:endParaRPr lang="en-GB" sz="1300" dirty="0">
              <a:effectLst/>
              <a:latin typeface="Sakkal Majalla" panose="02000000000000000000" pitchFamily="2" charset="-78"/>
              <a:cs typeface="Sakkal Majalla" panose="02000000000000000000" pitchFamily="2" charset="-78"/>
            </a:endParaRPr>
          </a:p>
          <a:p>
            <a:pPr rtl="1">
              <a:lnSpc>
                <a:spcPct val="90000"/>
              </a:lnSpc>
            </a:pPr>
            <a:endParaRPr lang="en-GB" sz="1300" dirty="0">
              <a:effectLst/>
              <a:latin typeface="Sakkal Majalla" panose="02000000000000000000" pitchFamily="2" charset="-78"/>
              <a:cs typeface="Sakkal Majalla" panose="02000000000000000000" pitchFamily="2" charset="-78"/>
            </a:endParaRPr>
          </a:p>
          <a:p>
            <a:pPr rtl="1">
              <a:lnSpc>
                <a:spcPct val="90000"/>
              </a:lnSpc>
              <a:buFont typeface="Arial" panose="020B0604020202020204" pitchFamily="34" charset="0"/>
              <a:buChar char="•"/>
            </a:pPr>
            <a:endParaRPr lang="en-GB" sz="1300" dirty="0">
              <a:effectLst/>
              <a:latin typeface="Sakkal Majalla" panose="02000000000000000000" pitchFamily="2" charset="-78"/>
              <a:cs typeface="Sakkal Majalla" panose="02000000000000000000" pitchFamily="2" charset="-78"/>
            </a:endParaRPr>
          </a:p>
        </p:txBody>
      </p:sp>
      <p:graphicFrame>
        <p:nvGraphicFramePr>
          <p:cNvPr id="2" name="Table 1">
            <a:extLst>
              <a:ext uri="{FF2B5EF4-FFF2-40B4-BE49-F238E27FC236}">
                <a16:creationId xmlns:a16="http://schemas.microsoft.com/office/drawing/2014/main" id="{E8D72853-F674-88FD-79A4-5512F85B382F}"/>
              </a:ext>
            </a:extLst>
          </p:cNvPr>
          <p:cNvGraphicFramePr>
            <a:graphicFrameLocks noGrp="1"/>
          </p:cNvGraphicFramePr>
          <p:nvPr>
            <p:extLst>
              <p:ext uri="{D42A27DB-BD31-4B8C-83A1-F6EECF244321}">
                <p14:modId xmlns:p14="http://schemas.microsoft.com/office/powerpoint/2010/main" val="4162126160"/>
              </p:ext>
            </p:extLst>
          </p:nvPr>
        </p:nvGraphicFramePr>
        <p:xfrm>
          <a:off x="4427985" y="1968275"/>
          <a:ext cx="4392487" cy="3201138"/>
        </p:xfrm>
        <a:graphic>
          <a:graphicData uri="http://schemas.openxmlformats.org/drawingml/2006/table">
            <a:tbl>
              <a:tblPr rtl="1">
                <a:tableStyleId>{5C22544A-7EE6-4342-B048-85BDC9FD1C3A}</a:tableStyleId>
              </a:tblPr>
              <a:tblGrid>
                <a:gridCol w="1316934">
                  <a:extLst>
                    <a:ext uri="{9D8B030D-6E8A-4147-A177-3AD203B41FA5}">
                      <a16:colId xmlns:a16="http://schemas.microsoft.com/office/drawing/2014/main" val="4220767543"/>
                    </a:ext>
                  </a:extLst>
                </a:gridCol>
                <a:gridCol w="1633390">
                  <a:extLst>
                    <a:ext uri="{9D8B030D-6E8A-4147-A177-3AD203B41FA5}">
                      <a16:colId xmlns:a16="http://schemas.microsoft.com/office/drawing/2014/main" val="3174528674"/>
                    </a:ext>
                  </a:extLst>
                </a:gridCol>
                <a:gridCol w="1442163">
                  <a:extLst>
                    <a:ext uri="{9D8B030D-6E8A-4147-A177-3AD203B41FA5}">
                      <a16:colId xmlns:a16="http://schemas.microsoft.com/office/drawing/2014/main" val="352504574"/>
                    </a:ext>
                  </a:extLst>
                </a:gridCol>
              </a:tblGrid>
              <a:tr h="205813">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النظام</a:t>
                      </a:r>
                      <a:endParaRPr lang="en-GB" sz="1300" b="1" i="0" u="none" strike="noStrike">
                        <a:solidFill>
                          <a:srgbClr val="000000"/>
                        </a:solidFill>
                        <a:effectLst/>
                        <a:latin typeface="Sakkal Majalla" panose="02000000000000000000" pitchFamily="2" charset="-78"/>
                        <a:cs typeface="Sakkal Majalla" panose="02000000000000000000" pitchFamily="2" charset="-78"/>
                      </a:endParaRPr>
                    </a:p>
                  </a:txBody>
                  <a:tcPr marL="6207" marR="6207" marT="6207"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الوصف</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nchor="b"/>
                </a:tc>
                <a:tc>
                  <a:txBody>
                    <a:bodyPr/>
                    <a:lstStyle/>
                    <a:p>
                      <a:pPr algn="ctr" rtl="1" fontAlgn="b"/>
                      <a:r>
                        <a:rPr lang="ar" sz="1300" b="1" u="none" strike="noStrike">
                          <a:effectLst/>
                          <a:latin typeface="Sakkal Majalla" panose="02000000000000000000" pitchFamily="2" charset="-78"/>
                          <a:cs typeface="Sakkal Majalla" panose="02000000000000000000" pitchFamily="2" charset="-78"/>
                        </a:rPr>
                        <a:t>الغرض</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nchor="b"/>
                </a:tc>
                <a:extLst>
                  <a:ext uri="{0D108BD9-81ED-4DB2-BD59-A6C34878D82A}">
                    <a16:rowId xmlns:a16="http://schemas.microsoft.com/office/drawing/2014/main" val="3647684932"/>
                  </a:ext>
                </a:extLst>
              </a:tr>
              <a:tr h="205813">
                <a:tc>
                  <a:txBody>
                    <a:bodyPr/>
                    <a:lstStyle/>
                    <a:p>
                      <a:pPr algn="l" rtl="1" fontAlgn="b"/>
                      <a:r>
                        <a:rPr lang="ar" sz="1300" u="none" strike="noStrike">
                          <a:effectLst/>
                          <a:latin typeface="Sakkal Majalla" panose="02000000000000000000" pitchFamily="2" charset="-78"/>
                          <a:cs typeface="Sakkal Majalla" panose="02000000000000000000" pitchFamily="2" charset="-78"/>
                        </a:rPr>
                        <a:t> </a:t>
                      </a:r>
                      <a:endParaRPr lang="en-GB" sz="1300" b="0" i="0" u="none" strike="noStrike">
                        <a:solidFill>
                          <a:srgbClr val="000000"/>
                        </a:solidFill>
                        <a:effectLst/>
                        <a:latin typeface="Sakkal Majalla" panose="02000000000000000000" pitchFamily="2" charset="-78"/>
                        <a:cs typeface="Sakkal Majalla" panose="02000000000000000000" pitchFamily="2" charset="-78"/>
                      </a:endParaRPr>
                    </a:p>
                  </a:txBody>
                  <a:tcPr marL="6207" marR="6207" marT="6207" marB="0" anchor="b"/>
                </a:tc>
                <a:tc>
                  <a:txBody>
                    <a:bodyPr/>
                    <a:lstStyle/>
                    <a:p>
                      <a:pPr algn="l" rtl="1" fontAlgn="b"/>
                      <a:r>
                        <a:rPr lang="ar" sz="1300" u="none" strike="noStrike">
                          <a:effectLst/>
                          <a:latin typeface="Sakkal Majalla" panose="02000000000000000000" pitchFamily="2" charset="-78"/>
                          <a:cs typeface="Sakkal Majalla" panose="02000000000000000000" pitchFamily="2" charset="-78"/>
                        </a:rPr>
                        <a:t> </a:t>
                      </a:r>
                      <a:endParaRPr lang="en-GB" sz="1300" b="0" i="0" u="none" strike="noStrike">
                        <a:solidFill>
                          <a:srgbClr val="000000"/>
                        </a:solidFill>
                        <a:effectLst/>
                        <a:latin typeface="Sakkal Majalla" panose="02000000000000000000" pitchFamily="2" charset="-78"/>
                        <a:cs typeface="Sakkal Majalla" panose="02000000000000000000" pitchFamily="2" charset="-78"/>
                      </a:endParaRPr>
                    </a:p>
                  </a:txBody>
                  <a:tcPr marL="6207" marR="6207" marT="6207" marB="0" anchor="b"/>
                </a:tc>
                <a:tc>
                  <a:txBody>
                    <a:bodyPr/>
                    <a:lstStyle/>
                    <a:p>
                      <a:pPr algn="l" rtl="1" fontAlgn="b"/>
                      <a:r>
                        <a:rPr lang="ar" sz="1300" u="none" strike="noStrike" dirty="0">
                          <a:effectLst/>
                          <a:latin typeface="Sakkal Majalla" panose="02000000000000000000" pitchFamily="2" charset="-78"/>
                          <a:cs typeface="Sakkal Majalla" panose="02000000000000000000" pitchFamily="2" charset="-78"/>
                        </a:rPr>
                        <a:t> </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nchor="b"/>
                </a:tc>
                <a:extLst>
                  <a:ext uri="{0D108BD9-81ED-4DB2-BD59-A6C34878D82A}">
                    <a16:rowId xmlns:a16="http://schemas.microsoft.com/office/drawing/2014/main" val="3309187264"/>
                  </a:ext>
                </a:extLst>
              </a:tr>
              <a:tr h="697378">
                <a:tc>
                  <a:txBody>
                    <a:bodyPr/>
                    <a:lstStyle/>
                    <a:p>
                      <a:pPr algn="r" rtl="1" fontAlgn="b"/>
                      <a:r>
                        <a:rPr lang="ar" sz="1300" b="1" u="none" strike="noStrike" dirty="0">
                          <a:effectLst/>
                          <a:latin typeface="Sakkal Majalla" panose="02000000000000000000" pitchFamily="2" charset="-78"/>
                          <a:cs typeface="Sakkal Majalla" panose="02000000000000000000" pitchFamily="2" charset="-78"/>
                        </a:rPr>
                        <a:t>تشحيم الحدود</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nchor="ctr"/>
                </a:tc>
                <a:tc>
                  <a:txBody>
                    <a:bodyPr/>
                    <a:lstStyle/>
                    <a:p>
                      <a:pPr algn="r" rtl="1" fontAlgn="b"/>
                      <a:r>
                        <a:rPr lang="ar" sz="1300" u="none" strike="noStrike">
                          <a:effectLst/>
                          <a:latin typeface="Sakkal Majalla" panose="02000000000000000000" pitchFamily="2" charset="-78"/>
                          <a:cs typeface="Sakkal Majalla" panose="02000000000000000000" pitchFamily="2" charset="-78"/>
                        </a:rPr>
                        <a:t>طبقة رقيقة من مواد التشحيم ذات اتصال مباشر بين الأسطح</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tc>
                <a:tc>
                  <a:txBody>
                    <a:bodyPr/>
                    <a:lstStyle/>
                    <a:p>
                      <a:pPr algn="r" rtl="1" fontAlgn="b"/>
                      <a:r>
                        <a:rPr lang="ar" sz="1300" u="none" strike="noStrike">
                          <a:effectLst/>
                          <a:latin typeface="Sakkal Majalla" panose="02000000000000000000" pitchFamily="2" charset="-78"/>
                          <a:cs typeface="Sakkal Majalla" panose="02000000000000000000" pitchFamily="2" charset="-78"/>
                        </a:rPr>
                        <a:t>يمنع ملامسة المعدن للمعدن ويقلل الاحتكاك والتآكل</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tc>
                <a:extLst>
                  <a:ext uri="{0D108BD9-81ED-4DB2-BD59-A6C34878D82A}">
                    <a16:rowId xmlns:a16="http://schemas.microsoft.com/office/drawing/2014/main" val="1352507649"/>
                  </a:ext>
                </a:extLst>
              </a:tr>
              <a:tr h="697378">
                <a:tc>
                  <a:txBody>
                    <a:bodyPr/>
                    <a:lstStyle/>
                    <a:p>
                      <a:pPr algn="r" rtl="1" fontAlgn="b"/>
                      <a:r>
                        <a:rPr lang="ar" sz="1300" b="1" u="none" strike="noStrike">
                          <a:effectLst/>
                          <a:latin typeface="Sakkal Majalla" panose="02000000000000000000" pitchFamily="2" charset="-78"/>
                          <a:cs typeface="Sakkal Majalla" panose="02000000000000000000" pitchFamily="2" charset="-78"/>
                        </a:rPr>
                        <a:t>التشحيم المختلط</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nchor="ctr"/>
                </a:tc>
                <a:tc>
                  <a:txBody>
                    <a:bodyPr/>
                    <a:lstStyle/>
                    <a:p>
                      <a:pPr algn="r" rtl="1" fontAlgn="b"/>
                      <a:r>
                        <a:rPr lang="ar" sz="1300" u="none" strike="noStrike" dirty="0">
                          <a:effectLst/>
                          <a:latin typeface="Sakkal Majalla" panose="02000000000000000000" pitchFamily="2" charset="-78"/>
                          <a:cs typeface="Sakkal Majalla" panose="02000000000000000000" pitchFamily="2" charset="-78"/>
                        </a:rPr>
                        <a:t>الجمع بين تشحيم الحدود والتشحيم بالطبقة الرقيقة السائلة</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tc>
                <a:tc>
                  <a:txBody>
                    <a:bodyPr/>
                    <a:lstStyle/>
                    <a:p>
                      <a:pPr algn="r" rtl="1" fontAlgn="b"/>
                      <a:r>
                        <a:rPr lang="ar" sz="1300" u="none" strike="noStrike">
                          <a:effectLst/>
                          <a:latin typeface="Sakkal Majalla" panose="02000000000000000000" pitchFamily="2" charset="-78"/>
                          <a:cs typeface="Sakkal Majalla" panose="02000000000000000000" pitchFamily="2" charset="-78"/>
                        </a:rPr>
                        <a:t>يوفر كل من حماية الحدود والدعم الهيدروديناميكي</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tc>
                <a:extLst>
                  <a:ext uri="{0D108BD9-81ED-4DB2-BD59-A6C34878D82A}">
                    <a16:rowId xmlns:a16="http://schemas.microsoft.com/office/drawing/2014/main" val="406618273"/>
                  </a:ext>
                </a:extLst>
              </a:tr>
              <a:tr h="697378">
                <a:tc>
                  <a:txBody>
                    <a:bodyPr/>
                    <a:lstStyle/>
                    <a:p>
                      <a:pPr algn="r" rtl="1" fontAlgn="b"/>
                      <a:r>
                        <a:rPr lang="ar" sz="1300" b="1" u="none" strike="noStrike">
                          <a:effectLst/>
                          <a:latin typeface="Sakkal Majalla" panose="02000000000000000000" pitchFamily="2" charset="-78"/>
                          <a:cs typeface="Sakkal Majalla" panose="02000000000000000000" pitchFamily="2" charset="-78"/>
                        </a:rPr>
                        <a:t>التشحيم بالطبقة الرقيقة السائلة</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nchor="ctr"/>
                </a:tc>
                <a:tc>
                  <a:txBody>
                    <a:bodyPr/>
                    <a:lstStyle/>
                    <a:p>
                      <a:pPr algn="r" rtl="1" fontAlgn="b"/>
                      <a:r>
                        <a:rPr lang="ar" sz="1300" u="none" strike="noStrike">
                          <a:effectLst/>
                          <a:latin typeface="Sakkal Majalla" panose="02000000000000000000" pitchFamily="2" charset="-78"/>
                          <a:cs typeface="Sakkal Majalla" panose="02000000000000000000" pitchFamily="2" charset="-78"/>
                        </a:rPr>
                        <a:t>طبقة سميكة من مواد التشحيم التي تفصل الأسطح تمامًا</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tc>
                <a:tc>
                  <a:txBody>
                    <a:bodyPr/>
                    <a:lstStyle/>
                    <a:p>
                      <a:pPr algn="r" rtl="1" fontAlgn="b"/>
                      <a:r>
                        <a:rPr lang="ar" sz="1300" u="none" strike="noStrike" dirty="0">
                          <a:effectLst/>
                          <a:latin typeface="Sakkal Majalla" panose="02000000000000000000" pitchFamily="2" charset="-78"/>
                          <a:cs typeface="Sakkal Majalla" panose="02000000000000000000" pitchFamily="2" charset="-78"/>
                        </a:rPr>
                        <a:t>قم بإنشاء إسفين هيدروديناميكي لدعم الحمل وتقليل الاحتكاك</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tc>
                <a:extLst>
                  <a:ext uri="{0D108BD9-81ED-4DB2-BD59-A6C34878D82A}">
                    <a16:rowId xmlns:a16="http://schemas.microsoft.com/office/drawing/2014/main" val="3481491606"/>
                  </a:ext>
                </a:extLst>
              </a:tr>
              <a:tr h="697378">
                <a:tc>
                  <a:txBody>
                    <a:bodyPr/>
                    <a:lstStyle/>
                    <a:p>
                      <a:pPr algn="r" rtl="1" fontAlgn="b"/>
                      <a:r>
                        <a:rPr lang="ar" sz="1300" b="1" u="none" strike="noStrike">
                          <a:effectLst/>
                          <a:latin typeface="Sakkal Majalla" panose="02000000000000000000" pitchFamily="2" charset="-78"/>
                          <a:cs typeface="Sakkal Majalla" panose="02000000000000000000" pitchFamily="2" charset="-78"/>
                        </a:rPr>
                        <a:t>التشحيم بالضغط الشديد</a:t>
                      </a:r>
                      <a:endParaRPr lang="en-GB" sz="1300" b="1"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nchor="ctr"/>
                </a:tc>
                <a:tc>
                  <a:txBody>
                    <a:bodyPr/>
                    <a:lstStyle/>
                    <a:p>
                      <a:pPr algn="r" rtl="1" fontAlgn="b"/>
                      <a:r>
                        <a:rPr lang="ar" sz="1300" u="none" strike="noStrike">
                          <a:effectLst/>
                          <a:latin typeface="Sakkal Majalla" panose="02000000000000000000" pitchFamily="2" charset="-78"/>
                          <a:cs typeface="Sakkal Majalla" panose="02000000000000000000" pitchFamily="2" charset="-78"/>
                        </a:rPr>
                        <a:t>مادة تشحيم مع إضافات للتعامل مع الأحمال العالية ومنع تلف السطح</a:t>
                      </a:r>
                      <a:endParaRPr lang="en-GB" sz="1300" b="0" i="0" u="none" strike="noStrike">
                        <a:solidFill>
                          <a:srgbClr val="000000"/>
                        </a:solidFill>
                        <a:effectLst/>
                        <a:latin typeface="Sakkal Majalla" panose="02000000000000000000" pitchFamily="2" charset="-78"/>
                        <a:cs typeface="Sakkal Majalla" panose="02000000000000000000" pitchFamily="2" charset="-78"/>
                      </a:endParaRPr>
                    </a:p>
                  </a:txBody>
                  <a:tcPr marL="6207" marR="6207" marT="6207" marB="0"/>
                </a:tc>
                <a:tc>
                  <a:txBody>
                    <a:bodyPr/>
                    <a:lstStyle/>
                    <a:p>
                      <a:pPr algn="r" rtl="1" fontAlgn="b"/>
                      <a:r>
                        <a:rPr lang="ar" sz="1300" u="none" strike="noStrike" dirty="0">
                          <a:effectLst/>
                          <a:latin typeface="Sakkal Majalla" panose="02000000000000000000" pitchFamily="2" charset="-78"/>
                          <a:cs typeface="Sakkal Majalla" panose="02000000000000000000" pitchFamily="2" charset="-78"/>
                        </a:rPr>
                        <a:t>تحمي الأسطح من الضغط الزائد والتآكل. </a:t>
                      </a:r>
                      <a:endParaRPr lang="en-GB"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6207" marR="6207" marT="6207" marB="0"/>
                </a:tc>
                <a:extLst>
                  <a:ext uri="{0D108BD9-81ED-4DB2-BD59-A6C34878D82A}">
                    <a16:rowId xmlns:a16="http://schemas.microsoft.com/office/drawing/2014/main" val="1372117981"/>
                  </a:ext>
                </a:extLst>
              </a:tr>
            </a:tbl>
          </a:graphicData>
        </a:graphic>
      </p:graphicFrame>
      <p:sp>
        <p:nvSpPr>
          <p:cNvPr id="3" name="Footer Placeholder 2">
            <a:extLst>
              <a:ext uri="{FF2B5EF4-FFF2-40B4-BE49-F238E27FC236}">
                <a16:creationId xmlns:a16="http://schemas.microsoft.com/office/drawing/2014/main" id="{488EE539-C8BA-2C15-2820-7F52019F62E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1310447363"/>
      </p:ext>
    </p:extLst>
  </p:cSld>
  <p:clrMapOvr>
    <a:masterClrMapping/>
  </p:clrMapOvr>
  <p:transition>
    <p:sndAc>
      <p:stSnd>
        <p:snd r:embed="rId3" name="click.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642958" y="1484784"/>
            <a:ext cx="3384406" cy="52930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200" b="1" dirty="0">
                <a:effectLst/>
                <a:latin typeface="Sakkal Majalla" panose="02000000000000000000" pitchFamily="2" charset="-78"/>
                <a:cs typeface="Sakkal Majalla" panose="02000000000000000000" pitchFamily="2" charset="-78"/>
              </a:rPr>
              <a:t>أنواع الروابط/الوصلات</a:t>
            </a:r>
            <a:endParaRPr lang="en-GB" sz="1200" b="1" dirty="0">
              <a:latin typeface="Sakkal Majalla" panose="02000000000000000000" pitchFamily="2" charset="-78"/>
              <a:cs typeface="Sakkal Majalla" panose="02000000000000000000" pitchFamily="2" charset="-78"/>
            </a:endParaRPr>
          </a:p>
          <a:p>
            <a:pPr marL="715963" rtl="1">
              <a:buFont typeface="Arial" panose="020B0604020202020204" pitchFamily="34" charset="0"/>
              <a:buChar char="•"/>
            </a:pPr>
            <a:r>
              <a:rPr lang="ar" sz="1200" dirty="0">
                <a:effectLst/>
                <a:latin typeface="Sakkal Majalla" panose="02000000000000000000" pitchFamily="2" charset="-78"/>
                <a:cs typeface="Sakkal Majalla" panose="02000000000000000000" pitchFamily="2" charset="-78"/>
              </a:rPr>
              <a:t>رابط بأربعة قضبان</a:t>
            </a:r>
          </a:p>
          <a:p>
            <a:pPr marL="715963" rtl="1">
              <a:buFont typeface="Arial" panose="020B0604020202020204" pitchFamily="34" charset="0"/>
              <a:buChar char="•"/>
            </a:pPr>
            <a:r>
              <a:rPr lang="ar" sz="1200" dirty="0">
                <a:effectLst/>
                <a:latin typeface="Sakkal Majalla" panose="02000000000000000000" pitchFamily="2" charset="-78"/>
                <a:cs typeface="Sakkal Majalla" panose="02000000000000000000" pitchFamily="2" charset="-78"/>
              </a:rPr>
              <a:t>رابط الكرنك المنزلق</a:t>
            </a:r>
          </a:p>
          <a:p>
            <a:pPr marL="715963" rtl="1">
              <a:buFont typeface="Arial" panose="020B0604020202020204" pitchFamily="34" charset="0"/>
              <a:buChar char="•"/>
            </a:pPr>
            <a:r>
              <a:rPr lang="ar" sz="1200" dirty="0">
                <a:effectLst/>
                <a:latin typeface="Sakkal Majalla" panose="02000000000000000000" pitchFamily="2" charset="-78"/>
                <a:cs typeface="Sakkal Majalla" panose="02000000000000000000" pitchFamily="2" charset="-78"/>
              </a:rPr>
              <a:t>وصلة وات</a:t>
            </a:r>
          </a:p>
          <a:p>
            <a:pPr marL="715963" rtl="1">
              <a:buFont typeface="Arial" panose="020B0604020202020204" pitchFamily="34" charset="0"/>
              <a:buChar char="•"/>
            </a:pPr>
            <a:r>
              <a:rPr lang="ar" sz="1200" dirty="0">
                <a:effectLst/>
                <a:latin typeface="Sakkal Majalla" panose="02000000000000000000" pitchFamily="2" charset="-78"/>
                <a:cs typeface="Sakkal Majalla" panose="02000000000000000000" pitchFamily="2" charset="-78"/>
              </a:rPr>
              <a:t>رابط البانتوغراف</a:t>
            </a:r>
          </a:p>
          <a:p>
            <a:pPr rtl="1">
              <a:buFont typeface="Arial" panose="020B0604020202020204" pitchFamily="34" charset="0"/>
              <a:buChar char="•"/>
            </a:pPr>
            <a:endParaRPr lang="en-GB" sz="1200" dirty="0">
              <a:latin typeface="Sakkal Majalla" panose="02000000000000000000" pitchFamily="2" charset="-78"/>
              <a:cs typeface="Sakkal Majalla" panose="02000000000000000000" pitchFamily="2" charset="-78"/>
            </a:endParaRPr>
          </a:p>
          <a:p>
            <a:pPr rtl="1"/>
            <a:r>
              <a:rPr lang="ar" sz="1200" b="1" dirty="0">
                <a:effectLst/>
                <a:latin typeface="Sakkal Majalla" panose="02000000000000000000" pitchFamily="2" charset="-78"/>
                <a:cs typeface="Sakkal Majalla" panose="02000000000000000000" pitchFamily="2" charset="-78"/>
              </a:rPr>
              <a:t>الميزة الميكانيكية: </a:t>
            </a:r>
            <a:r>
              <a:rPr lang="ar" sz="1200" dirty="0">
                <a:effectLst/>
                <a:latin typeface="Sakkal Majalla" panose="02000000000000000000" pitchFamily="2" charset="-78"/>
                <a:cs typeface="Sakkal Majalla" panose="02000000000000000000" pitchFamily="2" charset="-78"/>
              </a:rPr>
              <a:t>توفر الأنواع المختلفة من الروابط/الوصلات مزايا ميكانيكية مختلفة، ما يسمح بتطبيقات مختلفة في نقل القدرة الميكانيكية.</a:t>
            </a:r>
            <a:endParaRPr lang="en-GB" sz="12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dirty="0">
              <a:latin typeface="Sakkal Majalla" panose="02000000000000000000" pitchFamily="2" charset="-78"/>
              <a:cs typeface="Sakkal Majalla" panose="02000000000000000000" pitchFamily="2" charset="-78"/>
            </a:endParaRPr>
          </a:p>
          <a:p>
            <a:pPr marL="0" indent="0" rtl="1">
              <a:buNone/>
            </a:pPr>
            <a:r>
              <a:rPr lang="ar" sz="1600" kern="1200" dirty="0">
                <a:latin typeface="Sakkal Majalla" panose="02000000000000000000" pitchFamily="2" charset="-78"/>
                <a:ea typeface="+mn-ea"/>
                <a:cs typeface="Sakkal Majalla" panose="02000000000000000000" pitchFamily="2" charset="-78"/>
              </a:rPr>
              <a:t>الحركة الميكانيكية</a:t>
            </a: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a:p>
            <a:pPr rtl="1"/>
            <a:r>
              <a:rPr lang="ar" sz="1200" b="1" dirty="0">
                <a:effectLst/>
                <a:latin typeface="Sakkal Majalla" panose="02000000000000000000" pitchFamily="2" charset="-78"/>
                <a:cs typeface="Sakkal Majalla" panose="02000000000000000000" pitchFamily="2" charset="-78"/>
              </a:rPr>
              <a:t>الحركة الخطية: </a:t>
            </a:r>
            <a:r>
              <a:rPr lang="ar" sz="1200" dirty="0">
                <a:effectLst/>
                <a:latin typeface="Sakkal Majalla" panose="02000000000000000000" pitchFamily="2" charset="-78"/>
                <a:cs typeface="Sakkal Majalla" panose="02000000000000000000" pitchFamily="2" charset="-78"/>
              </a:rPr>
              <a:t>تشير الحركة الخطية إلى الحركة في خط مستقيم، مثل حركة المكبس في المحرك أو انزلاق الدرج. تتميز بالسرعة الثابتة أو التسارع.</a:t>
            </a:r>
          </a:p>
          <a:p>
            <a:pPr rtl="1"/>
            <a:r>
              <a:rPr lang="ar" sz="1200" b="1" dirty="0">
                <a:effectLst/>
                <a:latin typeface="Sakkal Majalla" panose="02000000000000000000" pitchFamily="2" charset="-78"/>
                <a:cs typeface="Sakkal Majalla" panose="02000000000000000000" pitchFamily="2" charset="-78"/>
              </a:rPr>
              <a:t>الحركة الدورانية: </a:t>
            </a:r>
            <a:r>
              <a:rPr lang="ar" sz="1200" dirty="0">
                <a:effectLst/>
                <a:latin typeface="Sakkal Majalla" panose="02000000000000000000" pitchFamily="2" charset="-78"/>
                <a:cs typeface="Sakkal Majalla" panose="02000000000000000000" pitchFamily="2" charset="-78"/>
              </a:rPr>
              <a:t>تتضمن الحركة الدورانية الحركة في مسار دائري أو دوراني، مثل دوران العجلة أو دوران عمود المحرك. وتتميز بالسرعة الزاوية أو التسارع.</a:t>
            </a:r>
          </a:p>
          <a:p>
            <a:pPr rtl="1"/>
            <a:r>
              <a:rPr lang="ar" sz="1200" b="1" dirty="0">
                <a:effectLst/>
                <a:latin typeface="Sakkal Majalla" panose="02000000000000000000" pitchFamily="2" charset="-78"/>
                <a:cs typeface="Sakkal Majalla" panose="02000000000000000000" pitchFamily="2" charset="-78"/>
              </a:rPr>
              <a:t>الحركة الترددية: </a:t>
            </a:r>
            <a:r>
              <a:rPr lang="ar" sz="1200" dirty="0">
                <a:effectLst/>
                <a:latin typeface="Sakkal Majalla" panose="02000000000000000000" pitchFamily="2" charset="-78"/>
                <a:cs typeface="Sakkal Majalla" panose="02000000000000000000" pitchFamily="2" charset="-78"/>
              </a:rPr>
              <a:t>الحركة الترددية هي حركة ذهابًا وإيابًا، مثل حركة المكبس لأعلى ولأسفل أو حركة المنشار ذهابًا وإيابًا. وتتميز بالحركة الخطية المتناوبة.</a:t>
            </a:r>
          </a:p>
          <a:p>
            <a:pPr rtl="1"/>
            <a:r>
              <a:rPr lang="ar" sz="1200" b="1" dirty="0">
                <a:effectLst/>
                <a:latin typeface="Sakkal Majalla" panose="02000000000000000000" pitchFamily="2" charset="-78"/>
                <a:cs typeface="Sakkal Majalla" panose="02000000000000000000" pitchFamily="2" charset="-78"/>
              </a:rPr>
              <a:t>الحركة المتذبذبة: </a:t>
            </a:r>
            <a:r>
              <a:rPr lang="ar" sz="1200" dirty="0">
                <a:effectLst/>
                <a:latin typeface="Sakkal Majalla" panose="02000000000000000000" pitchFamily="2" charset="-78"/>
                <a:cs typeface="Sakkal Majalla" panose="02000000000000000000" pitchFamily="2" charset="-78"/>
              </a:rPr>
              <a:t>الحركة المتذبذبة حركة متكررة ذهابًا وإيابًا حول نقطة مركزية، مثل تأرجح البندول أو اهتزاز وتر الجيتار. وتتميز بالحركة الدورية.</a:t>
            </a: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875206" y="1124744"/>
            <a:ext cx="1152158"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a:latin typeface="Sakkal Majalla" panose="02000000000000000000" pitchFamily="2" charset="-78"/>
                <a:cs typeface="Sakkal Majalla" panose="02000000000000000000" pitchFamily="2" charset="-78"/>
              </a:rPr>
              <a:t>الربط</a:t>
            </a:r>
            <a:endParaRPr lang="en-GB" altLang="en-US" b="1" dirty="0">
              <a:latin typeface="Sakkal Majalla" panose="02000000000000000000" pitchFamily="2" charset="-78"/>
              <a:cs typeface="Sakkal Majalla" panose="02000000000000000000" pitchFamily="2" charset="-78"/>
            </a:endParaRPr>
          </a:p>
        </p:txBody>
      </p:sp>
      <p:sp>
        <p:nvSpPr>
          <p:cNvPr id="4" name="Rectangle 1">
            <a:extLst>
              <a:ext uri="{FF2B5EF4-FFF2-40B4-BE49-F238E27FC236}">
                <a16:creationId xmlns:a16="http://schemas.microsoft.com/office/drawing/2014/main" id="{8D3939B5-1D13-4076-92AC-D06D6CD463A2}"/>
              </a:ext>
            </a:extLst>
          </p:cNvPr>
          <p:cNvSpPr>
            <a:spLocks noChangeArrowheads="1"/>
          </p:cNvSpPr>
          <p:nvPr/>
        </p:nvSpPr>
        <p:spPr bwMode="auto">
          <a:xfrm>
            <a:off x="3563888" y="224085"/>
            <a:ext cx="5544646" cy="828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400" b="1" dirty="0">
                <a:latin typeface="Sakkal Majalla" panose="02000000000000000000" pitchFamily="2" charset="-78"/>
                <a:cs typeface="Sakkal Majalla" panose="02000000000000000000" pitchFamily="2" charset="-78"/>
              </a:rPr>
              <a:t>ب5: نقل القدرة الميكانيكية - خصائص النظام الهندسي الذي يستخدم القوى والحركة </a:t>
            </a:r>
            <a:br>
              <a:rPr lang="en-US" sz="1400" b="1" dirty="0">
                <a:latin typeface="Sakkal Majalla" panose="02000000000000000000" pitchFamily="2" charset="-78"/>
                <a:cs typeface="Sakkal Majalla" panose="02000000000000000000" pitchFamily="2" charset="-78"/>
              </a:rPr>
            </a:br>
            <a:r>
              <a:rPr lang="ar" sz="1400" b="1" dirty="0">
                <a:latin typeface="Sakkal Majalla" panose="02000000000000000000" pitchFamily="2" charset="-78"/>
                <a:cs typeface="Sakkal Majalla" panose="02000000000000000000" pitchFamily="2" charset="-78"/>
              </a:rPr>
              <a:t>التي تؤثر في اختيار مكونات نقل القدرة الميكانيكية عند تصميم منتج هندسي</a:t>
            </a:r>
            <a:endParaRPr lang="en-GB" altLang="en-US" sz="1400" b="1" dirty="0">
              <a:latin typeface="Sakkal Majalla" panose="02000000000000000000" pitchFamily="2" charset="-78"/>
              <a:cs typeface="Sakkal Majalla" panose="02000000000000000000" pitchFamily="2" charset="-78"/>
            </a:endParaRPr>
          </a:p>
        </p:txBody>
      </p:sp>
      <p:sp>
        <p:nvSpPr>
          <p:cNvPr id="5" name="Content Placeholder 3">
            <a:extLst>
              <a:ext uri="{FF2B5EF4-FFF2-40B4-BE49-F238E27FC236}">
                <a16:creationId xmlns:a16="http://schemas.microsoft.com/office/drawing/2014/main" id="{813B5FAC-0EA5-497B-ADBB-EF5F48620D12}"/>
              </a:ext>
            </a:extLst>
          </p:cNvPr>
          <p:cNvSpPr txBox="1">
            <a:spLocks noChangeArrowheads="1"/>
          </p:cNvSpPr>
          <p:nvPr/>
        </p:nvSpPr>
        <p:spPr bwMode="auto">
          <a:xfrm>
            <a:off x="107474" y="1348134"/>
            <a:ext cx="540063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200" b="1" kern="0" dirty="0">
                <a:latin typeface="Sakkal Majalla" panose="02000000000000000000" pitchFamily="2" charset="-78"/>
                <a:cs typeface="Sakkal Majalla" panose="02000000000000000000" pitchFamily="2" charset="-78"/>
              </a:rPr>
              <a:t>القدرة الميكانيكية: </a:t>
            </a:r>
            <a:r>
              <a:rPr lang="ar" sz="1200" kern="0" dirty="0">
                <a:latin typeface="Sakkal Majalla" panose="02000000000000000000" pitchFamily="2" charset="-78"/>
                <a:cs typeface="Sakkal Majalla" panose="02000000000000000000" pitchFamily="2" charset="-78"/>
              </a:rPr>
              <a:t>تشمل مصادر القدرة الميكانيكية المحركات والمواتير والتوربينات.</a:t>
            </a:r>
          </a:p>
          <a:p>
            <a:pPr marL="808038"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المزايا: خرج قدرة عالي واعتمادي ويمكن التنبؤ به.</a:t>
            </a:r>
          </a:p>
          <a:p>
            <a:pPr marL="808038"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الاعتبارات: يتطلب إدخال الوقود أو الطاقة والصيانة والتشحيم.</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rtl="1"/>
            <a:r>
              <a:rPr lang="ar" sz="1200" b="1" kern="0" dirty="0">
                <a:latin typeface="Sakkal Majalla" panose="02000000000000000000" pitchFamily="2" charset="-78"/>
                <a:cs typeface="Sakkal Majalla" panose="02000000000000000000" pitchFamily="2" charset="-78"/>
              </a:rPr>
              <a:t>القدرة الكهربائية: </a:t>
            </a:r>
            <a:r>
              <a:rPr lang="ar" sz="1200" kern="0" dirty="0">
                <a:latin typeface="Sakkal Majalla" panose="02000000000000000000" pitchFamily="2" charset="-78"/>
                <a:cs typeface="Sakkal Majalla" panose="02000000000000000000" pitchFamily="2" charset="-78"/>
              </a:rPr>
              <a:t>تشمل مصادر القدرة الكهربائية البطاريات والمولدات وشبكات الطاقة.</a:t>
            </a:r>
          </a:p>
          <a:p>
            <a:pPr marL="808038"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المزايا: نظيفة وفعالة ويمكن التحكم فيها بسهولة.</a:t>
            </a:r>
          </a:p>
          <a:p>
            <a:pPr marL="808038"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الاعتبارات: تخزين محدود للطاقة والاعتماد على البنية الأساسية.</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rtl="1"/>
            <a:r>
              <a:rPr lang="ar" sz="1200" b="1" kern="0" dirty="0">
                <a:latin typeface="Sakkal Majalla" panose="02000000000000000000" pitchFamily="2" charset="-78"/>
                <a:cs typeface="Sakkal Majalla" panose="02000000000000000000" pitchFamily="2" charset="-78"/>
              </a:rPr>
              <a:t>الطاقة الطبيعية: </a:t>
            </a:r>
            <a:r>
              <a:rPr lang="ar" sz="1200" kern="0" dirty="0">
                <a:latin typeface="Sakkal Majalla" panose="02000000000000000000" pitchFamily="2" charset="-78"/>
                <a:cs typeface="Sakkal Majalla" panose="02000000000000000000" pitchFamily="2" charset="-78"/>
              </a:rPr>
              <a:t>تشمل مصادر الطاقة الطبيعية الرياح والمياه والطاقة الشمسية.</a:t>
            </a:r>
          </a:p>
          <a:p>
            <a:pPr marL="808038"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المزايا: متجددة ومستدامة وذات تأثير بيئي ضئيل.</a:t>
            </a:r>
          </a:p>
          <a:p>
            <a:pPr marL="808038"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الاعتبارات: توافر متغير وتوليد طاقة متقطع.</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marL="0" indent="0" rtl="1">
              <a:buNone/>
            </a:pPr>
            <a:r>
              <a:rPr lang="ar" sz="1600" dirty="0">
                <a:latin typeface="Sakkal Majalla" panose="02000000000000000000" pitchFamily="2" charset="-78"/>
                <a:ea typeface="+mn-ea"/>
                <a:cs typeface="Sakkal Majalla" panose="02000000000000000000" pitchFamily="2" charset="-78"/>
              </a:rPr>
              <a:t>التحكم في نقل القدرة</a:t>
            </a:r>
          </a:p>
          <a:p>
            <a:pPr rtl="1"/>
            <a:r>
              <a:rPr lang="ar" sz="1200" b="1" kern="0" dirty="0">
                <a:latin typeface="Sakkal Majalla" panose="02000000000000000000" pitchFamily="2" charset="-78"/>
                <a:cs typeface="Sakkal Majalla" panose="02000000000000000000" pitchFamily="2" charset="-78"/>
              </a:rPr>
              <a:t>أجهزة الاستشعار: </a:t>
            </a:r>
            <a:r>
              <a:rPr lang="ar" sz="1200" kern="0" dirty="0">
                <a:latin typeface="Sakkal Majalla" panose="02000000000000000000" pitchFamily="2" charset="-78"/>
                <a:cs typeface="Sakkal Majalla" panose="02000000000000000000" pitchFamily="2" charset="-78"/>
              </a:rPr>
              <a:t>تستخدم أجهزة الاستشعار لقياس المعلمات المختلفة؛ مثل السرعة وعزم الدوران ودرجة الحرارة والموضع في أنظمة نقل القدرة. وتوفر التغذية الراجعة لنظام التحكم، ما يمكّنه من مراقبة عملية نقل القدرة وتعديلها.</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rtl="1"/>
            <a:r>
              <a:rPr lang="ar" sz="1200" b="1" kern="0" dirty="0">
                <a:latin typeface="Sakkal Majalla" panose="02000000000000000000" pitchFamily="2" charset="-78"/>
                <a:cs typeface="Sakkal Majalla" panose="02000000000000000000" pitchFamily="2" charset="-78"/>
              </a:rPr>
              <a:t>المشغلات: </a:t>
            </a:r>
            <a:r>
              <a:rPr lang="ar" sz="1200" kern="0" dirty="0">
                <a:latin typeface="Sakkal Majalla" panose="02000000000000000000" pitchFamily="2" charset="-78"/>
                <a:cs typeface="Sakkal Majalla" panose="02000000000000000000" pitchFamily="2" charset="-78"/>
              </a:rPr>
              <a:t>المشغلات أجهزة تُحوِّل الإشارات الكهربائية إلى حركة ميكانيكية. وتتحكم في عملية نقل القدرة عن طريق ضبط السرعة وعزم الدوران وموضع المكونات المعنية.</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rtl="1"/>
            <a:r>
              <a:rPr lang="ar" sz="1200" b="1" kern="0" dirty="0">
                <a:latin typeface="Sakkal Majalla" panose="02000000000000000000" pitchFamily="2" charset="-78"/>
                <a:cs typeface="Sakkal Majalla" panose="02000000000000000000" pitchFamily="2" charset="-78"/>
              </a:rPr>
              <a:t>المحركات المؤازرة: </a:t>
            </a:r>
            <a:r>
              <a:rPr lang="ar" sz="1200" kern="0" dirty="0">
                <a:latin typeface="Sakkal Majalla" panose="02000000000000000000" pitchFamily="2" charset="-78"/>
                <a:cs typeface="Sakkal Majalla" panose="02000000000000000000" pitchFamily="2" charset="-78"/>
              </a:rPr>
              <a:t>المحركات المؤازرة محركات عالية الدقة توفر تحكمًا دقيقًا في عملية نقل القدرة. وغالبًا ما تُستخدم في التطبيقات التي تتطلب تحديد التموضع الدقيق والتحكم في السرعة.</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rtl="1"/>
            <a:r>
              <a:rPr lang="ar" sz="1200" b="1" kern="0" dirty="0">
                <a:latin typeface="Sakkal Majalla" panose="02000000000000000000" pitchFamily="2" charset="-78"/>
                <a:cs typeface="Sakkal Majalla" panose="02000000000000000000" pitchFamily="2" charset="-78"/>
              </a:rPr>
              <a:t>لوحة التحكم: </a:t>
            </a:r>
            <a:r>
              <a:rPr lang="ar" sz="1200" kern="0" dirty="0">
                <a:latin typeface="Sakkal Majalla" panose="02000000000000000000" pitchFamily="2" charset="-78"/>
                <a:cs typeface="Sakkal Majalla" panose="02000000000000000000" pitchFamily="2" charset="-78"/>
              </a:rPr>
              <a:t>لوحة التحكم هي الواجهة التي تسمح للمشغلين بمراقبة نظام نقل القدرة والتحكم فيه. وتوفر الوصول إلى العديد من معايير وإعدادات التحكم، ما يتيح نقل الطاقة بكفاءة وفعالية </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59609352-10F3-4722-8C65-423E985AB934}"/>
              </a:ext>
            </a:extLst>
          </p:cNvPr>
          <p:cNvSpPr>
            <a:spLocks noChangeArrowheads="1"/>
          </p:cNvSpPr>
          <p:nvPr/>
        </p:nvSpPr>
        <p:spPr bwMode="auto">
          <a:xfrm>
            <a:off x="3851920" y="1052736"/>
            <a:ext cx="1872208"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dirty="0">
                <a:latin typeface="Sakkal Majalla" panose="02000000000000000000" pitchFamily="2" charset="-78"/>
                <a:cs typeface="Sakkal Majalla" panose="02000000000000000000" pitchFamily="2" charset="-78"/>
              </a:rPr>
              <a:t>مصادر القدرة</a:t>
            </a:r>
            <a:endParaRPr lang="en-GB" altLang="en-US"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1522F85-68E7-C766-F114-72C6FC7B517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3033583286"/>
      </p:ext>
    </p:extLst>
  </p:cSld>
  <p:clrMapOvr>
    <a:masterClrMapping/>
  </p:clrMapOvr>
  <p:transition>
    <p:sndAc>
      <p:stSnd>
        <p:snd r:embed="rId3" name="click.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79912" y="1556792"/>
            <a:ext cx="5256584" cy="25922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effectLst/>
                <a:latin typeface="Sakkal Majalla" panose="02000000000000000000" pitchFamily="2" charset="-78"/>
                <a:cs typeface="Sakkal Majalla" panose="02000000000000000000" pitchFamily="2" charset="-78"/>
              </a:rPr>
              <a:t>التصنيع الإضافي: </a:t>
            </a:r>
            <a:r>
              <a:rPr lang="ar" sz="1300" dirty="0">
                <a:effectLst/>
                <a:latin typeface="Sakkal Majalla" panose="02000000000000000000" pitchFamily="2" charset="-78"/>
                <a:cs typeface="Sakkal Majalla" panose="02000000000000000000" pitchFamily="2" charset="-78"/>
              </a:rPr>
              <a:t>يُعرف أيضًا باسم الطباعة ثلاثية الأبعاد، ويسمح بإنشاء </a:t>
            </a:r>
            <a:br>
              <a:rPr lang="en-GB" sz="1300" dirty="0">
                <a:effectLst/>
                <a:latin typeface="Sakkal Majalla" panose="02000000000000000000" pitchFamily="2" charset="-78"/>
                <a:cs typeface="Sakkal Majalla" panose="02000000000000000000" pitchFamily="2" charset="-78"/>
              </a:rPr>
            </a:br>
            <a:r>
              <a:rPr lang="ar" sz="1300" dirty="0">
                <a:effectLst/>
                <a:latin typeface="Sakkal Majalla" panose="02000000000000000000" pitchFamily="2" charset="-78"/>
                <a:cs typeface="Sakkal Majalla" panose="02000000000000000000" pitchFamily="2" charset="-78"/>
              </a:rPr>
              <a:t>هياكل البوليمر المعقدة طبقة بطبقة.</a:t>
            </a:r>
          </a:p>
          <a:p>
            <a:pPr rtl="1">
              <a:buFont typeface="Arial" panose="020B0604020202020204" pitchFamily="34" charset="0"/>
              <a:buChar char="•"/>
            </a:pPr>
            <a:r>
              <a:rPr lang="ar" sz="1300" dirty="0">
                <a:effectLst/>
                <a:latin typeface="Sakkal Majalla" panose="02000000000000000000" pitchFamily="2" charset="-78"/>
                <a:cs typeface="Sakkal Majalla" panose="02000000000000000000" pitchFamily="2" charset="-78"/>
              </a:rPr>
              <a:t>يوفر مرونة التصميم والقدرة على إنتاج قطع مخصصة باستخدام </a:t>
            </a:r>
            <a:br>
              <a:rPr lang="en-GB" sz="1300" dirty="0">
                <a:effectLst/>
                <a:latin typeface="Sakkal Majalla" panose="02000000000000000000" pitchFamily="2" charset="-78"/>
                <a:cs typeface="Sakkal Majalla" panose="02000000000000000000" pitchFamily="2" charset="-78"/>
              </a:rPr>
            </a:br>
            <a:r>
              <a:rPr lang="ar" sz="1300" dirty="0">
                <a:effectLst/>
                <a:latin typeface="Sakkal Majalla" panose="02000000000000000000" pitchFamily="2" charset="-78"/>
                <a:cs typeface="Sakkal Majalla" panose="02000000000000000000" pitchFamily="2" charset="-78"/>
              </a:rPr>
              <a:t>هندسة معقدة.</a:t>
            </a:r>
          </a:p>
          <a:p>
            <a:pPr marL="0" indent="0" rtl="1">
              <a:buNone/>
            </a:pPr>
            <a:endParaRPr lang="en-GB" sz="1300" dirty="0">
              <a:effectLst/>
              <a:latin typeface="Sakkal Majalla" panose="02000000000000000000" pitchFamily="2" charset="-78"/>
              <a:cs typeface="Sakkal Majalla" panose="02000000000000000000" pitchFamily="2" charset="-78"/>
            </a:endParaRPr>
          </a:p>
          <a:p>
            <a:pPr marL="0" indent="0" rtl="1">
              <a:buNone/>
            </a:pPr>
            <a:r>
              <a:rPr lang="ar" sz="1300" b="1" dirty="0">
                <a:effectLst/>
                <a:latin typeface="Sakkal Majalla" panose="02000000000000000000" pitchFamily="2" charset="-78"/>
                <a:cs typeface="Sakkal Majalla" panose="02000000000000000000" pitchFamily="2" charset="-78"/>
              </a:rPr>
              <a:t>الصب/السبك: </a:t>
            </a:r>
            <a:r>
              <a:rPr lang="ar" sz="1300" dirty="0">
                <a:effectLst/>
                <a:latin typeface="Sakkal Majalla" panose="02000000000000000000" pitchFamily="2" charset="-78"/>
                <a:cs typeface="Sakkal Majalla" panose="02000000000000000000" pitchFamily="2" charset="-78"/>
              </a:rPr>
              <a:t>يتضمن صب البوليمر السائل في قالب والسماح له بالتصلب.</a:t>
            </a:r>
          </a:p>
          <a:p>
            <a:pPr rtl="1">
              <a:buFont typeface="Arial" panose="020B0604020202020204" pitchFamily="34" charset="0"/>
              <a:buChar char="•"/>
            </a:pPr>
            <a:r>
              <a:rPr lang="ar" sz="1300" dirty="0">
                <a:effectLst/>
                <a:latin typeface="Sakkal Majalla" panose="02000000000000000000" pitchFamily="2" charset="-78"/>
                <a:cs typeface="Sakkal Majalla" panose="02000000000000000000" pitchFamily="2" charset="-78"/>
              </a:rPr>
              <a:t>مناسب لإنتاج قطع كبيرة ومعقدة مع تشطيب جيد للسطح و</a:t>
            </a:r>
            <a:br>
              <a:rPr lang="en-GB" sz="1300" dirty="0">
                <a:effectLst/>
                <a:latin typeface="Sakkal Majalla" panose="02000000000000000000" pitchFamily="2" charset="-78"/>
                <a:cs typeface="Sakkal Majalla" panose="02000000000000000000" pitchFamily="2" charset="-78"/>
              </a:rPr>
            </a:br>
            <a:r>
              <a:rPr lang="ar" sz="1300" dirty="0">
                <a:effectLst/>
                <a:latin typeface="Sakkal Majalla" panose="02000000000000000000" pitchFamily="2" charset="-78"/>
                <a:cs typeface="Sakkal Majalla" panose="02000000000000000000" pitchFamily="2" charset="-78"/>
              </a:rPr>
              <a:t>دقة الأبعاد.</a:t>
            </a:r>
          </a:p>
          <a:p>
            <a:pPr rtl="1">
              <a:buFont typeface="Arial" panose="020B0604020202020204" pitchFamily="34" charset="0"/>
              <a:buChar char="•"/>
            </a:pPr>
            <a:endParaRPr lang="en-GB" sz="1300" dirty="0">
              <a:latin typeface="Sakkal Majalla" panose="02000000000000000000" pitchFamily="2" charset="-78"/>
              <a:cs typeface="Sakkal Majalla" panose="02000000000000000000" pitchFamily="2" charset="-78"/>
            </a:endParaRPr>
          </a:p>
          <a:p>
            <a:pPr marL="0" indent="0" rtl="1">
              <a:buNone/>
            </a:pPr>
            <a:r>
              <a:rPr lang="ar" sz="1300" b="1" dirty="0">
                <a:effectLst/>
                <a:latin typeface="Sakkal Majalla" panose="02000000000000000000" pitchFamily="2" charset="-78"/>
                <a:cs typeface="Sakkal Majalla" panose="02000000000000000000" pitchFamily="2" charset="-78"/>
              </a:rPr>
              <a:t>القولبة: </a:t>
            </a:r>
            <a:r>
              <a:rPr lang="ar" sz="1300" dirty="0">
                <a:effectLst/>
                <a:latin typeface="Sakkal Majalla" panose="02000000000000000000" pitchFamily="2" charset="-78"/>
                <a:cs typeface="Sakkal Majalla" panose="02000000000000000000" pitchFamily="2" charset="-78"/>
              </a:rPr>
              <a:t>عملية شائعة الاستخدام للإنتاج الكمي لمكونات البوليمر.</a:t>
            </a:r>
          </a:p>
          <a:p>
            <a:pPr rtl="1">
              <a:buFont typeface="Arial" panose="020B0604020202020204" pitchFamily="34" charset="0"/>
              <a:buChar char="•"/>
            </a:pPr>
            <a:r>
              <a:rPr lang="ar" sz="1300" dirty="0">
                <a:effectLst/>
                <a:latin typeface="Sakkal Majalla" panose="02000000000000000000" pitchFamily="2" charset="-78"/>
                <a:cs typeface="Sakkal Majalla" panose="02000000000000000000" pitchFamily="2" charset="-78"/>
              </a:rPr>
              <a:t>وتشمل القولبة بالحقن، والقولبة بالنفخ، والقولبة بالضغط.</a:t>
            </a:r>
          </a:p>
          <a:p>
            <a:pPr rtl="1">
              <a:buFont typeface="Arial" panose="020B0604020202020204" pitchFamily="34" charset="0"/>
              <a:buChar char="•"/>
            </a:pPr>
            <a:r>
              <a:rPr lang="ar" sz="1300" dirty="0">
                <a:effectLst/>
                <a:latin typeface="Sakkal Majalla" panose="02000000000000000000" pitchFamily="2" charset="-78"/>
                <a:cs typeface="Sakkal Majalla" panose="02000000000000000000" pitchFamily="2" charset="-78"/>
              </a:rPr>
              <a:t>يوفر معدلات إنتاج عالية وتحكمًا جيدًا في الأبعاد ومجموعة كبيرة من أحجام القطع وأشكالها.</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283968" y="1124744"/>
            <a:ext cx="4846645" cy="353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dirty="0">
                <a:latin typeface="Sakkal Majalla" panose="02000000000000000000" pitchFamily="2" charset="-78"/>
                <a:cs typeface="Sakkal Majalla" panose="02000000000000000000" pitchFamily="2" charset="-78"/>
              </a:rPr>
              <a:t>عمليات التصنيع: عمليات البوليمرات  </a:t>
            </a:r>
            <a:endParaRPr lang="en-GB" altLang="en-US" b="1" dirty="0">
              <a:latin typeface="Sakkal Majalla" panose="02000000000000000000" pitchFamily="2" charset="-78"/>
              <a:cs typeface="Sakkal Majalla" panose="02000000000000000000" pitchFamily="2" charset="-78"/>
            </a:endParaRPr>
          </a:p>
        </p:txBody>
      </p:sp>
      <p:sp>
        <p:nvSpPr>
          <p:cNvPr id="4" name="Rectangle 1">
            <a:extLst>
              <a:ext uri="{FF2B5EF4-FFF2-40B4-BE49-F238E27FC236}">
                <a16:creationId xmlns:a16="http://schemas.microsoft.com/office/drawing/2014/main" id="{A073CA53-FE7A-4727-A8E1-E636F75F56D0}"/>
              </a:ext>
            </a:extLst>
          </p:cNvPr>
          <p:cNvSpPr>
            <a:spLocks noChangeArrowheads="1"/>
          </p:cNvSpPr>
          <p:nvPr/>
        </p:nvSpPr>
        <p:spPr bwMode="auto">
          <a:xfrm>
            <a:off x="2926777" y="31014"/>
            <a:ext cx="6228184" cy="90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ب6 عمليات التصنيع - خصائص وتأثيرات عمليات التصنيع التي </a:t>
            </a:r>
            <a:br>
              <a:rPr lang="en-US" b="1" dirty="0">
                <a:latin typeface="Sakkal Majalla" panose="02000000000000000000" pitchFamily="2" charset="-78"/>
                <a:cs typeface="Sakkal Majalla" panose="02000000000000000000" pitchFamily="2" charset="-78"/>
              </a:rPr>
            </a:br>
            <a:r>
              <a:rPr lang="ar" b="1" dirty="0">
                <a:latin typeface="Sakkal Majalla" panose="02000000000000000000" pitchFamily="2" charset="-78"/>
                <a:cs typeface="Sakkal Majalla" panose="02000000000000000000" pitchFamily="2" charset="-78"/>
              </a:rPr>
              <a:t>تؤثر في اختيار المواد والمكونات الهندسية عند تصميم منتج هندسي</a:t>
            </a:r>
            <a:endParaRPr lang="en-GB" altLang="en-US" b="1" dirty="0">
              <a:latin typeface="Sakkal Majalla" panose="02000000000000000000" pitchFamily="2" charset="-78"/>
              <a:cs typeface="Sakkal Majalla" panose="02000000000000000000" pitchFamily="2" charset="-78"/>
            </a:endParaRPr>
          </a:p>
        </p:txBody>
      </p:sp>
      <p:pic>
        <p:nvPicPr>
          <p:cNvPr id="3" name="Picture 2" descr="A close-up of a bottle of plastic&#10;&#10;Description automatically generated">
            <a:extLst>
              <a:ext uri="{FF2B5EF4-FFF2-40B4-BE49-F238E27FC236}">
                <a16:creationId xmlns:a16="http://schemas.microsoft.com/office/drawing/2014/main" id="{B0D61268-80AA-31E6-C32F-4C4181BE7EE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7111" y="1477815"/>
            <a:ext cx="2926777" cy="1951185"/>
          </a:xfrm>
          <a:prstGeom prst="rect">
            <a:avLst/>
          </a:prstGeom>
        </p:spPr>
      </p:pic>
      <p:pic>
        <p:nvPicPr>
          <p:cNvPr id="7" name="Picture 6" descr="Close-up of a 3d printer printing a small object&#10;&#10;Description automatically generated">
            <a:extLst>
              <a:ext uri="{FF2B5EF4-FFF2-40B4-BE49-F238E27FC236}">
                <a16:creationId xmlns:a16="http://schemas.microsoft.com/office/drawing/2014/main" id="{124F5E2D-6E81-4830-DEFC-72160EDE232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084168" y="4389196"/>
            <a:ext cx="2736304" cy="1824024"/>
          </a:xfrm>
          <a:prstGeom prst="rect">
            <a:avLst/>
          </a:prstGeom>
        </p:spPr>
      </p:pic>
      <p:sp>
        <p:nvSpPr>
          <p:cNvPr id="8" name="Content Placeholder 3">
            <a:extLst>
              <a:ext uri="{FF2B5EF4-FFF2-40B4-BE49-F238E27FC236}">
                <a16:creationId xmlns:a16="http://schemas.microsoft.com/office/drawing/2014/main" id="{1396BDE0-23D8-6E6A-7A5F-80E8A9BD456B}"/>
              </a:ext>
            </a:extLst>
          </p:cNvPr>
          <p:cNvSpPr txBox="1">
            <a:spLocks noChangeArrowheads="1"/>
          </p:cNvSpPr>
          <p:nvPr/>
        </p:nvSpPr>
        <p:spPr bwMode="auto">
          <a:xfrm>
            <a:off x="35496" y="4437112"/>
            <a:ext cx="5832796" cy="275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300" b="1" kern="0" dirty="0">
                <a:latin typeface="Sakkal Majalla" panose="02000000000000000000" pitchFamily="2" charset="-78"/>
                <a:cs typeface="Sakkal Majalla" panose="02000000000000000000" pitchFamily="2" charset="-78"/>
              </a:rPr>
              <a:t>التشكيل بالبثق: </a:t>
            </a:r>
            <a:r>
              <a:rPr lang="ar" sz="1300" kern="0" dirty="0">
                <a:latin typeface="Sakkal Majalla" panose="02000000000000000000" pitchFamily="2" charset="-78"/>
                <a:cs typeface="Sakkal Majalla" panose="02000000000000000000" pitchFamily="2" charset="-78"/>
              </a:rPr>
              <a:t>يتضمن دفع البوليمر المنصهر عبر قالب لإنشاء قطاعات أو صفائح مستمرة.</a:t>
            </a:r>
          </a:p>
          <a:p>
            <a:pPr rtl="1">
              <a:buFont typeface="Arial" panose="020B0604020202020204" pitchFamily="34" charset="0"/>
              <a:buChar char="•"/>
            </a:pPr>
            <a:r>
              <a:rPr lang="ar" sz="1300" kern="0" dirty="0">
                <a:latin typeface="Sakkal Majalla" panose="02000000000000000000" pitchFamily="2" charset="-78"/>
                <a:cs typeface="Sakkal Majalla" panose="02000000000000000000" pitchFamily="2" charset="-78"/>
              </a:rPr>
              <a:t>ويُستخدم في نطاق واسع لإنتاج الأنابيب والمواسير والصفائح البلاستيكية بأشكال قطاعية متسقة.</a:t>
            </a:r>
          </a:p>
          <a:p>
            <a:pPr marL="0" indent="0" rtl="1">
              <a:buNone/>
            </a:pPr>
            <a:r>
              <a:rPr lang="ar" sz="1300" b="1" kern="0" dirty="0">
                <a:latin typeface="Sakkal Majalla" panose="02000000000000000000" pitchFamily="2" charset="-78"/>
                <a:cs typeface="Sakkal Majalla" panose="02000000000000000000" pitchFamily="2" charset="-78"/>
              </a:rPr>
              <a:t>التشكيل الحراري: </a:t>
            </a:r>
            <a:r>
              <a:rPr lang="ar" sz="1300" kern="0" dirty="0">
                <a:latin typeface="Sakkal Majalla" panose="02000000000000000000" pitchFamily="2" charset="-78"/>
                <a:cs typeface="Sakkal Majalla" panose="02000000000000000000" pitchFamily="2" charset="-78"/>
              </a:rPr>
              <a:t>يستخدم الحرارة والضغط لتشكيل صفائح اللدائن الحرارية في أشكال محددة.</a:t>
            </a:r>
          </a:p>
          <a:p>
            <a:pPr rtl="1">
              <a:buFont typeface="Arial" panose="020B0604020202020204" pitchFamily="34" charset="0"/>
              <a:buChar char="•"/>
            </a:pPr>
            <a:r>
              <a:rPr lang="ar" sz="1300" kern="0" dirty="0">
                <a:latin typeface="Sakkal Majalla" panose="02000000000000000000" pitchFamily="2" charset="-78"/>
                <a:cs typeface="Sakkal Majalla" panose="02000000000000000000" pitchFamily="2" charset="-78"/>
              </a:rPr>
              <a:t>مناسب لإنتاج مواد التعبئة والتغليف ومكونات السيارات والمنتجات الاستهلاكية ذات العمق الضحل أو المتوسط.</a:t>
            </a:r>
          </a:p>
          <a:p>
            <a:pPr rtl="1">
              <a:buFont typeface="Arial" panose="020B0604020202020204" pitchFamily="34" charset="0"/>
              <a:buChar char="•"/>
            </a:pPr>
            <a:r>
              <a:rPr lang="ar" sz="1300" kern="0" dirty="0">
                <a:latin typeface="Sakkal Majalla" panose="02000000000000000000" pitchFamily="2" charset="-78"/>
                <a:cs typeface="Sakkal Majalla" panose="02000000000000000000" pitchFamily="2" charset="-78"/>
              </a:rPr>
              <a:t>عمليات السيراميك</a:t>
            </a:r>
          </a:p>
          <a:p>
            <a:pPr marL="0" indent="0" rtl="1">
              <a:buNone/>
            </a:pPr>
            <a:r>
              <a:rPr lang="ar" sz="1300" b="1" kern="0" dirty="0">
                <a:latin typeface="Sakkal Majalla" panose="02000000000000000000" pitchFamily="2" charset="-78"/>
                <a:cs typeface="Sakkal Majalla" panose="02000000000000000000" pitchFamily="2" charset="-78"/>
              </a:rPr>
              <a:t>التصنيع الإضافي: </a:t>
            </a:r>
            <a:r>
              <a:rPr lang="ar" sz="1300" kern="0" dirty="0">
                <a:latin typeface="Sakkal Majalla" panose="02000000000000000000" pitchFamily="2" charset="-78"/>
                <a:cs typeface="Sakkal Majalla" panose="02000000000000000000" pitchFamily="2" charset="-78"/>
              </a:rPr>
              <a:t>يسمح التصنيع الإضافي للسيراميك، والمعروف أيضًا باسم الطباعة ثلاثية الأبعاد، بإنشاء هياكل سيراميك معقدة بدقة عالية وتخصيص.</a:t>
            </a:r>
          </a:p>
          <a:p>
            <a:pPr marL="0" indent="0" rtl="1">
              <a:buNone/>
            </a:pPr>
            <a:r>
              <a:rPr lang="ar" sz="1300" b="1" kern="0" dirty="0">
                <a:latin typeface="Sakkal Majalla" panose="02000000000000000000" pitchFamily="2" charset="-78"/>
                <a:cs typeface="Sakkal Majalla" panose="02000000000000000000" pitchFamily="2" charset="-78"/>
              </a:rPr>
              <a:t>الصب/السبك: </a:t>
            </a:r>
            <a:r>
              <a:rPr lang="ar" sz="1300" kern="0" dirty="0">
                <a:latin typeface="Sakkal Majalla" panose="02000000000000000000" pitchFamily="2" charset="-78"/>
                <a:cs typeface="Sakkal Majalla" panose="02000000000000000000" pitchFamily="2" charset="-78"/>
              </a:rPr>
              <a:t>يتضمن صب السيراميك صب مادة سيراميك سائلة في قالب والسماح لها بالتصلب. وتُستخدم هذه العملية بشكل شائع لتصنيع بلاط السيراميك والفخار والعناصر الزخرفية.</a:t>
            </a:r>
          </a:p>
          <a:p>
            <a:pPr rtl="1">
              <a:buFont typeface="Arial" panose="020B0604020202020204" pitchFamily="34" charset="0"/>
              <a:buChar char="•"/>
            </a:pPr>
            <a:endParaRPr lang="en-GB" sz="13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C40BFB4-2F3A-4838-0C03-04537E43347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622062104"/>
      </p:ext>
    </p:extLst>
  </p:cSld>
  <p:clrMapOvr>
    <a:masterClrMapping/>
  </p:clrMapOvr>
  <p:transition>
    <p:sndAc>
      <p:stSnd>
        <p:snd r:embed="rId3" name="click.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23928" y="1358956"/>
            <a:ext cx="5148064" cy="50223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200" b="1" dirty="0">
                <a:effectLst/>
                <a:latin typeface="Sakkal Majalla" panose="02000000000000000000" pitchFamily="2" charset="-78"/>
                <a:cs typeface="Sakkal Majalla" panose="02000000000000000000" pitchFamily="2" charset="-78"/>
              </a:rPr>
              <a:t>عملية التشكيل بالطبقات (Layup): </a:t>
            </a:r>
            <a:r>
              <a:rPr lang="ar" sz="1200" dirty="0">
                <a:effectLst/>
                <a:latin typeface="Sakkal Majalla" panose="02000000000000000000" pitchFamily="2" charset="-78"/>
                <a:cs typeface="Sakkal Majalla" panose="02000000000000000000" pitchFamily="2" charset="-78"/>
              </a:rPr>
              <a:t>تتضمن عملية التشكيل بالطبقات وضع طبقات من مواد التعزيز، مثل الألياف أو الأقمشة، في اتجاه محدد وتشريبها بمواد مُركبة، مثل الراتنج. تسمح هذه العملية بالتحكم الدقيق في اتجاه الألياف والمقاومة الكلية والصلابة للمركب.</a:t>
            </a:r>
            <a:endParaRPr lang="en-GB" sz="12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عملية القولبة: </a:t>
            </a:r>
            <a:r>
              <a:rPr lang="ar" sz="1200" dirty="0">
                <a:effectLst/>
                <a:latin typeface="Sakkal Majalla" panose="02000000000000000000" pitchFamily="2" charset="-78"/>
                <a:cs typeface="Sakkal Majalla" panose="02000000000000000000" pitchFamily="2" charset="-78"/>
              </a:rPr>
              <a:t>تتضمن عملية القولبة وضع المواد المركبة، على شكل صفائح مشربة مسبقًا أو راتنج وألياف سائلة، في قالب. ثم معالجة المواد تحت الحرارة والضغط لتشكيل الشكل المطلوب. تسمح هذه العملية بإنتاج أشكال هندسية معقدة وتشطيبات سطحية عالية الجودة.</a:t>
            </a:r>
            <a:endParaRPr lang="en-GB" sz="12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a:p>
            <a:pPr marL="0" indent="0" rtl="1">
              <a:buNone/>
            </a:pPr>
            <a:r>
              <a:rPr lang="ar" sz="1800" dirty="0">
                <a:latin typeface="Sakkal Majalla" panose="02000000000000000000" pitchFamily="2" charset="-78"/>
                <a:cs typeface="Sakkal Majalla" panose="02000000000000000000" pitchFamily="2" charset="-78"/>
              </a:rPr>
              <a:t>تأثيرات المعالجة</a:t>
            </a: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إعادة البلورة: </a:t>
            </a:r>
            <a:r>
              <a:rPr lang="ar" sz="1200" dirty="0">
                <a:effectLst/>
                <a:latin typeface="Sakkal Majalla" panose="02000000000000000000" pitchFamily="2" charset="-78"/>
                <a:cs typeface="Sakkal Majalla" panose="02000000000000000000" pitchFamily="2" charset="-78"/>
              </a:rPr>
              <a:t>يمكن أن تؤثر عملية إعادة البلورة في الخواص الميكانيكية والبنية المجهرية للمادة، ما يؤدي إلى تحسين المقاومة والليونة.</a:t>
            </a:r>
            <a:endParaRPr lang="en-GB" sz="1200" dirty="0">
              <a:latin typeface="Sakkal Majalla" panose="02000000000000000000" pitchFamily="2" charset="-78"/>
              <a:cs typeface="Sakkal Majalla" panose="02000000000000000000" pitchFamily="2" charset="-78"/>
            </a:endParaRPr>
          </a:p>
          <a:p>
            <a:pPr marL="0" indent="0" rtl="1">
              <a:buNone/>
            </a:pPr>
            <a:endParaRPr lang="en-GB" sz="1200" dirty="0">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البنية الحبيبية: </a:t>
            </a:r>
            <a:r>
              <a:rPr lang="ar" sz="1200" dirty="0">
                <a:effectLst/>
                <a:latin typeface="Sakkal Majalla" panose="02000000000000000000" pitchFamily="2" charset="-78"/>
                <a:cs typeface="Sakkal Majalla" panose="02000000000000000000" pitchFamily="2" charset="-78"/>
              </a:rPr>
              <a:t>يمكن أن تتأثر بنية حبيبات المادة بتقنيات المعالجة، ما يؤثر في مقاومة المادة وصلابتها وخواصها الأخرى.</a:t>
            </a:r>
            <a:endParaRPr lang="en-GB" sz="12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عناصر صناعة الخلائط: </a:t>
            </a:r>
            <a:r>
              <a:rPr lang="ar" sz="1200" dirty="0">
                <a:effectLst/>
                <a:latin typeface="Sakkal Majalla" panose="02000000000000000000" pitchFamily="2" charset="-78"/>
                <a:cs typeface="Sakkal Majalla" panose="02000000000000000000" pitchFamily="2" charset="-78"/>
              </a:rPr>
              <a:t>يمكن أن تؤدي إضافة عناصر الخلائط في أثناء المعالجة إلى تعزيز خواص المادة، مثل مقاومتها ومقاومتها للتآكل ومقاومة الحرارة.</a:t>
            </a:r>
            <a:endParaRPr lang="en-GB" sz="12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dirty="0">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تركيبات المواد: </a:t>
            </a:r>
            <a:r>
              <a:rPr lang="ar" sz="1200" dirty="0">
                <a:effectLst/>
                <a:latin typeface="Sakkal Majalla" panose="02000000000000000000" pitchFamily="2" charset="-78"/>
                <a:cs typeface="Sakkal Majalla" panose="02000000000000000000" pitchFamily="2" charset="-78"/>
              </a:rPr>
              <a:t>يمكن أن يؤدي اختيار المواد المختلفة ومجموعاتها في أثناء عملية التصنيع إلى خواص وخصائص فريدة، مثل تحسين نسبة المقاومة إلى الوزن أو المتانة المحسنة.</a:t>
            </a:r>
            <a:endParaRPr lang="en-GB" sz="12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معلمات العملية: </a:t>
            </a:r>
            <a:r>
              <a:rPr lang="ar" sz="1200" dirty="0">
                <a:effectLst/>
                <a:latin typeface="Sakkal Majalla" panose="02000000000000000000" pitchFamily="2" charset="-78"/>
                <a:cs typeface="Sakkal Majalla" panose="02000000000000000000" pitchFamily="2" charset="-78"/>
              </a:rPr>
              <a:t>يمكن أن يؤثر التحكم في معلمات العملية، مثل درجة الحرارة والضغط والوقت، بشكل كبير في خواص وجودة المنتج تام الصنع.</a:t>
            </a:r>
            <a:endParaRPr lang="en-GB" sz="12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6471" y="674880"/>
            <a:ext cx="568863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b="1" dirty="0">
              <a:highlight>
                <a:srgbClr val="FFFF00"/>
              </a:highlight>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0F6E5DDE-BB76-4B38-9C13-88BAD83B13CC}"/>
              </a:ext>
            </a:extLst>
          </p:cNvPr>
          <p:cNvSpPr txBox="1">
            <a:spLocks noChangeArrowheads="1"/>
          </p:cNvSpPr>
          <p:nvPr/>
        </p:nvSpPr>
        <p:spPr bwMode="auto">
          <a:xfrm>
            <a:off x="107604" y="1392813"/>
            <a:ext cx="3816324" cy="453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200" b="1" kern="0" dirty="0">
                <a:latin typeface="Sakkal Majalla" panose="02000000000000000000" pitchFamily="2" charset="-78"/>
                <a:cs typeface="Sakkal Majalla" panose="02000000000000000000" pitchFamily="2" charset="-78"/>
              </a:rPr>
              <a:t>لمرة واحدة</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إنتاج عنصر واحد أو عدد صغير من المنتجات الفريدة.</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وتُستخدم هذه الطريقة عادةً للنماذج الأولية أو المنتجات المخصصة أو العناصر المتخصصة.</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marL="0" indent="0" rtl="1">
              <a:buNone/>
            </a:pPr>
            <a:r>
              <a:rPr lang="ar" sz="1200" b="1" kern="0" dirty="0">
                <a:latin typeface="Sakkal Majalla" panose="02000000000000000000" pitchFamily="2" charset="-78"/>
                <a:cs typeface="Sakkal Majalla" panose="02000000000000000000" pitchFamily="2" charset="-78"/>
              </a:rPr>
              <a:t>الإنتاج في دفعات صغيرة</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إنتاج عدد محدود من المنتجات.</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غالبًا ما يُستخدم للإصدار المحدود أو المنتجات المتخصصة التي لها سوق مستهدف محدد.</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marL="0" indent="0" rtl="1">
              <a:buNone/>
            </a:pPr>
            <a:r>
              <a:rPr lang="ar" sz="1200" b="1" kern="0" dirty="0">
                <a:latin typeface="Sakkal Majalla" panose="02000000000000000000" pitchFamily="2" charset="-78"/>
                <a:cs typeface="Sakkal Majalla" panose="02000000000000000000" pitchFamily="2" charset="-78"/>
              </a:rPr>
              <a:t>الإنتاج في دفعات كبيرة</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إنتاج كمية كبيرة من المنتجات.</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مناسب للمنتجات ذات الطلب المستقر ووفورات الحجم.</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marL="0" indent="0" rtl="1">
              <a:buNone/>
            </a:pPr>
            <a:r>
              <a:rPr lang="ar" sz="1200" b="1" kern="0" dirty="0">
                <a:latin typeface="Sakkal Majalla" panose="02000000000000000000" pitchFamily="2" charset="-78"/>
                <a:cs typeface="Sakkal Majalla" panose="02000000000000000000" pitchFamily="2" charset="-78"/>
              </a:rPr>
              <a:t>الإنتاج الكمي</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إنتاج كميات كبيرة من المنتجات الموحدة.</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يستفيد من عمليات الإنتاج الفعالة وخفض التكاليف من خلال وفورات الحجم.</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marL="0" indent="0" rtl="1">
              <a:buNone/>
            </a:pPr>
            <a:r>
              <a:rPr lang="ar" sz="1200" b="1" kern="0" dirty="0">
                <a:latin typeface="Sakkal Majalla" panose="02000000000000000000" pitchFamily="2" charset="-78"/>
                <a:cs typeface="Sakkal Majalla" panose="02000000000000000000" pitchFamily="2" charset="-78"/>
              </a:rPr>
              <a:t>الإنتاج المستمر</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إنتاج مستمر وغير متقطع للمنتجات.</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شائع في صناعات مثل المواد الكيميائية وتكرير النفط ومعالجة الأغذية.</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p:txBody>
      </p:sp>
      <p:sp>
        <p:nvSpPr>
          <p:cNvPr id="5" name="Rectangle 1">
            <a:extLst>
              <a:ext uri="{FF2B5EF4-FFF2-40B4-BE49-F238E27FC236}">
                <a16:creationId xmlns:a16="http://schemas.microsoft.com/office/drawing/2014/main" id="{20901851-4D66-4556-921C-2A89DED62CA9}"/>
              </a:ext>
            </a:extLst>
          </p:cNvPr>
          <p:cNvSpPr>
            <a:spLocks noChangeArrowheads="1"/>
          </p:cNvSpPr>
          <p:nvPr/>
        </p:nvSpPr>
        <p:spPr bwMode="auto">
          <a:xfrm>
            <a:off x="-792088" y="1052736"/>
            <a:ext cx="478802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16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4EF575E-1A9C-BAB1-CFCF-28A1AD7F5A9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919240744"/>
      </p:ext>
    </p:extLst>
  </p:cSld>
  <p:clrMapOvr>
    <a:masterClrMapping/>
  </p:clrMapOvr>
  <p:transition>
    <p:sndAc>
      <p:stSnd>
        <p:snd r:embed="rId3" name="click.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white balance scale&#10;&#10;Description automatically generated">
            <a:extLst>
              <a:ext uri="{FF2B5EF4-FFF2-40B4-BE49-F238E27FC236}">
                <a16:creationId xmlns:a16="http://schemas.microsoft.com/office/drawing/2014/main" id="{617446CD-96A1-F452-2663-B839D0554ED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95736" y="5229200"/>
            <a:ext cx="2736304" cy="1539171"/>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444208" y="1533139"/>
            <a:ext cx="2699792" cy="49614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1200" dirty="0">
                <a:latin typeface="Sakkal Majalla" panose="02000000000000000000" pitchFamily="2" charset="-78"/>
                <a:cs typeface="Sakkal Majalla" panose="02000000000000000000" pitchFamily="2" charset="-78"/>
              </a:rPr>
              <a:t>الرجوع الموضوعي مقابل مواصفات تصميم المنتج</a:t>
            </a:r>
            <a:endParaRPr lang="en-GB" altLang="en-US" sz="1200" dirty="0">
              <a:latin typeface="Sakkal Majalla" panose="02000000000000000000" pitchFamily="2" charset="-78"/>
              <a:cs typeface="Sakkal Majalla" panose="02000000000000000000" pitchFamily="2" charset="-78"/>
            </a:endParaRPr>
          </a:p>
          <a:p>
            <a:pPr rtl="1"/>
            <a:r>
              <a:rPr lang="ar" sz="1200" b="1" dirty="0">
                <a:effectLst/>
                <a:latin typeface="Sakkal Majalla" panose="02000000000000000000" pitchFamily="2" charset="-78"/>
                <a:cs typeface="Sakkal Majalla" panose="02000000000000000000" pitchFamily="2" charset="-78"/>
              </a:rPr>
              <a:t>الهدف 1: تحسين كفاءة المنتج: </a:t>
            </a:r>
            <a:r>
              <a:rPr lang="ar" sz="1200" dirty="0">
                <a:effectLst/>
                <a:latin typeface="Sakkal Majalla" panose="02000000000000000000" pitchFamily="2" charset="-78"/>
                <a:cs typeface="Sakkal Majalla" panose="02000000000000000000" pitchFamily="2" charset="-78"/>
              </a:rPr>
              <a:t>يتضمن حل التصميم عمليات مبسطة ومكونات محسّنة لتحسين كفاءة المنتج بشكل عام.</a:t>
            </a:r>
          </a:p>
          <a:p>
            <a:pPr marL="685800" rtl="1"/>
            <a:endParaRPr lang="en-GB" altLang="en-US" sz="1200" dirty="0">
              <a:latin typeface="Sakkal Majalla" panose="02000000000000000000" pitchFamily="2" charset="-78"/>
              <a:cs typeface="Sakkal Majalla" panose="02000000000000000000" pitchFamily="2" charset="-78"/>
            </a:endParaRPr>
          </a:p>
          <a:p>
            <a:pPr rtl="1"/>
            <a:r>
              <a:rPr lang="ar" sz="1200" b="1" dirty="0">
                <a:effectLst/>
                <a:latin typeface="Sakkal Majalla" panose="02000000000000000000" pitchFamily="2" charset="-78"/>
                <a:cs typeface="Sakkal Majalla" panose="02000000000000000000" pitchFamily="2" charset="-78"/>
              </a:rPr>
              <a:t>الهدف 2: تحسين تجربة المستخدم: </a:t>
            </a:r>
            <a:r>
              <a:rPr lang="ar" sz="1200" dirty="0">
                <a:effectLst/>
                <a:latin typeface="Sakkal Majalla" panose="02000000000000000000" pitchFamily="2" charset="-78"/>
                <a:cs typeface="Sakkal Majalla" panose="02000000000000000000" pitchFamily="2" charset="-78"/>
              </a:rPr>
              <a:t>يتضمن حل التصميم واجهات سهلة الاستخدام وسمات مريحة لتحسين تجربة المستخدم بشكل عام.</a:t>
            </a:r>
          </a:p>
          <a:p>
            <a:pPr marL="685800" rtl="1"/>
            <a:endParaRPr lang="en-GB" altLang="en-US" sz="1200" dirty="0">
              <a:latin typeface="Sakkal Majalla" panose="02000000000000000000" pitchFamily="2" charset="-78"/>
              <a:cs typeface="Sakkal Majalla" panose="02000000000000000000" pitchFamily="2" charset="-78"/>
            </a:endParaRPr>
          </a:p>
          <a:p>
            <a:pPr rtl="1"/>
            <a:r>
              <a:rPr lang="ar" sz="1200" b="1" dirty="0">
                <a:effectLst/>
                <a:latin typeface="Sakkal Majalla" panose="02000000000000000000" pitchFamily="2" charset="-78"/>
                <a:cs typeface="Sakkal Majalla" panose="02000000000000000000" pitchFamily="2" charset="-78"/>
              </a:rPr>
              <a:t>الهدف 3: ضمان السلامة والاعتمادية: </a:t>
            </a:r>
            <a:r>
              <a:rPr lang="ar" sz="1200" dirty="0">
                <a:effectLst/>
                <a:latin typeface="Sakkal Majalla" panose="02000000000000000000" pitchFamily="2" charset="-78"/>
                <a:cs typeface="Sakkal Majalla" panose="02000000000000000000" pitchFamily="2" charset="-78"/>
              </a:rPr>
              <a:t>يتضمن حل التصميم سمات أمان وسلامة ومواد متينة لضمان أمان المنتج واعتماديته.</a:t>
            </a:r>
          </a:p>
          <a:p>
            <a:pPr rtl="1"/>
            <a:endParaRPr lang="en-GB" sz="1200" b="1" dirty="0">
              <a:latin typeface="Sakkal Majalla" panose="02000000000000000000" pitchFamily="2" charset="-78"/>
              <a:cs typeface="Sakkal Majalla" panose="02000000000000000000" pitchFamily="2" charset="-78"/>
            </a:endParaRPr>
          </a:p>
          <a:p>
            <a:pPr rtl="1"/>
            <a:r>
              <a:rPr lang="ar" sz="1200" b="1" dirty="0">
                <a:effectLst/>
                <a:latin typeface="Sakkal Majalla" panose="02000000000000000000" pitchFamily="2" charset="-78"/>
                <a:cs typeface="Sakkal Majalla" panose="02000000000000000000" pitchFamily="2" charset="-78"/>
              </a:rPr>
              <a:t>الهدف 4: تعزيز عمليات التصنيع </a:t>
            </a:r>
            <a:r>
              <a:rPr lang="ar" sz="1200" dirty="0">
                <a:effectLst/>
                <a:latin typeface="Sakkal Majalla" panose="02000000000000000000" pitchFamily="2" charset="-78"/>
                <a:cs typeface="Sakkal Majalla" panose="02000000000000000000" pitchFamily="2" charset="-78"/>
              </a:rPr>
              <a:t>يراعي حل التصميم قيود التصنيع ويتضمن مبادئ التصميم من أجل التصنيع لتحسين عمليات التصنيع.</a:t>
            </a:r>
          </a:p>
          <a:p>
            <a:pPr marL="685800" rtl="1"/>
            <a:endParaRPr lang="en-GB" altLang="en-US" sz="1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696744" y="1072883"/>
            <a:ext cx="2339752" cy="460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300" b="1" dirty="0">
                <a:latin typeface="Sakkal Majalla" panose="02000000000000000000" pitchFamily="2" charset="-78"/>
                <a:cs typeface="Sakkal Majalla" panose="02000000000000000000" pitchFamily="2" charset="-78"/>
              </a:rPr>
              <a:t>وضع المسوغات التقنية والتحقق من صلاحية حل التصميم</a:t>
            </a:r>
          </a:p>
        </p:txBody>
      </p:sp>
      <p:sp>
        <p:nvSpPr>
          <p:cNvPr id="4" name="Rectangle 1">
            <a:extLst>
              <a:ext uri="{FF2B5EF4-FFF2-40B4-BE49-F238E27FC236}">
                <a16:creationId xmlns:a16="http://schemas.microsoft.com/office/drawing/2014/main" id="{8E08D9CA-3359-40F1-95AF-8A8843FE4A0A}"/>
              </a:ext>
            </a:extLst>
          </p:cNvPr>
          <p:cNvSpPr>
            <a:spLocks noChangeArrowheads="1"/>
          </p:cNvSpPr>
          <p:nvPr/>
        </p:nvSpPr>
        <p:spPr bwMode="auto">
          <a:xfrm>
            <a:off x="3455368" y="0"/>
            <a:ext cx="5688632"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dirty="0">
                <a:latin typeface="Sakkal Majalla" panose="02000000000000000000" pitchFamily="2" charset="-78"/>
                <a:cs typeface="Sakkal Majalla" panose="02000000000000000000" pitchFamily="2" charset="-78"/>
              </a:rPr>
              <a:t>نتاج التعلم ج: وضع المسوغات التقنية والتحقق من صلاحية حل </a:t>
            </a:r>
            <a:br>
              <a:rPr lang="en-US" sz="1600" b="1" dirty="0">
                <a:latin typeface="Sakkal Majalla" panose="02000000000000000000" pitchFamily="2" charset="-78"/>
                <a:cs typeface="Sakkal Majalla" panose="02000000000000000000" pitchFamily="2" charset="-78"/>
              </a:rPr>
            </a:br>
            <a:r>
              <a:rPr lang="ar" sz="1600" b="1" dirty="0">
                <a:latin typeface="Sakkal Majalla" panose="02000000000000000000" pitchFamily="2" charset="-78"/>
                <a:cs typeface="Sakkal Majalla" panose="02000000000000000000" pitchFamily="2" charset="-78"/>
              </a:rPr>
              <a:t>التصميم ج1 المسوغات التقنية والتحقق من صلاحية التصاميم  تنظيم </a:t>
            </a:r>
            <a:br>
              <a:rPr lang="en-US" sz="1600" b="1" dirty="0">
                <a:latin typeface="Sakkal Majalla" panose="02000000000000000000" pitchFamily="2" charset="-78"/>
                <a:cs typeface="Sakkal Majalla" panose="02000000000000000000" pitchFamily="2" charset="-78"/>
              </a:rPr>
            </a:br>
            <a:r>
              <a:rPr lang="ar" sz="1600" b="1" dirty="0">
                <a:latin typeface="Sakkal Majalla" panose="02000000000000000000" pitchFamily="2" charset="-78"/>
                <a:cs typeface="Sakkal Majalla" panose="02000000000000000000" pitchFamily="2" charset="-78"/>
              </a:rPr>
              <a:t>الاختيارات التي يتم اتخاذها عند إنشاء مقترح مطور لتحسين منتج هندسي، بما في ذلك:</a:t>
            </a:r>
          </a:p>
        </p:txBody>
      </p:sp>
      <p:sp>
        <p:nvSpPr>
          <p:cNvPr id="5" name="Content Placeholder 3">
            <a:extLst>
              <a:ext uri="{FF2B5EF4-FFF2-40B4-BE49-F238E27FC236}">
                <a16:creationId xmlns:a16="http://schemas.microsoft.com/office/drawing/2014/main" id="{F7AF692A-41C0-4757-8CF9-1D1C2ECD4150}"/>
              </a:ext>
            </a:extLst>
          </p:cNvPr>
          <p:cNvSpPr txBox="1">
            <a:spLocks noChangeArrowheads="1"/>
          </p:cNvSpPr>
          <p:nvPr/>
        </p:nvSpPr>
        <p:spPr bwMode="auto">
          <a:xfrm>
            <a:off x="85517" y="1533139"/>
            <a:ext cx="6286683" cy="3696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200" b="1" kern="0" dirty="0">
                <a:latin typeface="Sakkal Majalla" panose="02000000000000000000" pitchFamily="2" charset="-78"/>
                <a:cs typeface="Sakkal Majalla" panose="02000000000000000000" pitchFamily="2" charset="-78"/>
              </a:rPr>
              <a:t>الهدف 1: الأداء</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تم تحسين حل التصميم لتقديم أداء عالٍ، مع تلبية معايير الأداء الموضحة في المصفوفة المرجحة.</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marL="0" indent="0" rtl="1">
              <a:buNone/>
            </a:pPr>
            <a:r>
              <a:rPr lang="ar" sz="1200" b="1" kern="0" dirty="0">
                <a:latin typeface="Sakkal Majalla" panose="02000000000000000000" pitchFamily="2" charset="-78"/>
                <a:cs typeface="Sakkal Majalla" panose="02000000000000000000" pitchFamily="2" charset="-78"/>
              </a:rPr>
              <a:t>الهدف 2: التكلفة</a:t>
            </a:r>
          </a:p>
          <a:p>
            <a:pPr rtl="1">
              <a:buFont typeface="Arial" panose="020B0604020202020204" pitchFamily="34" charset="0"/>
              <a:buChar char="•"/>
            </a:pPr>
            <a:r>
              <a:rPr lang="ar" sz="1200" kern="0" dirty="0">
                <a:latin typeface="Sakkal Majalla" panose="02000000000000000000" pitchFamily="2" charset="-78"/>
                <a:cs typeface="Sakkal Majalla" panose="02000000000000000000" pitchFamily="2" charset="-78"/>
              </a:rPr>
              <a:t>يراعي حل التصميم اعتبارات التكلفة ويتوافق مع معايير التكلفة المحددة في المصفوفة المرجحة.</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a:p>
            <a:pPr marL="0" indent="0" rtl="1">
              <a:buNone/>
            </a:pPr>
            <a:r>
              <a:rPr lang="ar" sz="1200" b="1" kern="0" dirty="0">
                <a:latin typeface="Sakkal Majalla" panose="02000000000000000000" pitchFamily="2" charset="-78"/>
                <a:cs typeface="Sakkal Majalla" panose="02000000000000000000" pitchFamily="2" charset="-78"/>
              </a:rPr>
              <a:t>الفوائد والفرص غير المباشرة</a:t>
            </a:r>
          </a:p>
          <a:p>
            <a:pPr rtl="1">
              <a:buFont typeface="+mj-lt"/>
              <a:buAutoNum type="arabicPeriod"/>
            </a:pPr>
            <a:r>
              <a:rPr lang="ar" sz="1200" kern="0" dirty="0">
                <a:latin typeface="Sakkal Majalla" panose="02000000000000000000" pitchFamily="2" charset="-78"/>
                <a:cs typeface="Sakkal Majalla" panose="02000000000000000000" pitchFamily="2" charset="-78"/>
              </a:rPr>
              <a:t>كفاءة محسنة: يتضمن حل التصميم عمليات مبسطة وسير عمل محسّن، ما يؤدي إلى زيادة الإنتاجية وخفض التكاليف التشغيلية.</a:t>
            </a:r>
          </a:p>
          <a:p>
            <a:pPr rtl="1">
              <a:buFont typeface="+mj-lt"/>
              <a:buAutoNum type="arabicPeriod"/>
            </a:pPr>
            <a:r>
              <a:rPr lang="ar" sz="1200" kern="0" dirty="0">
                <a:latin typeface="Sakkal Majalla" panose="02000000000000000000" pitchFamily="2" charset="-78"/>
                <a:cs typeface="Sakkal Majalla" panose="02000000000000000000" pitchFamily="2" charset="-78"/>
              </a:rPr>
              <a:t>متطلبات صيانة مخفضة: من خلال تطبيق التقنيات والمواد المتقدمة، يقلل حل التصميم من الحاجة إلى الإصلاحات والصيانة المتكررة.</a:t>
            </a:r>
          </a:p>
          <a:p>
            <a:pPr rtl="1">
              <a:buFont typeface="+mj-lt"/>
              <a:buAutoNum type="arabicPeriod"/>
            </a:pPr>
            <a:r>
              <a:rPr lang="ar" sz="1200" kern="0" dirty="0">
                <a:latin typeface="Sakkal Majalla" panose="02000000000000000000" pitchFamily="2" charset="-78"/>
                <a:cs typeface="Sakkal Majalla" panose="02000000000000000000" pitchFamily="2" charset="-78"/>
              </a:rPr>
              <a:t>تجربة مستخدم محسنة: يركز حل التصميم على مبادئ التصميم التي تركز على المستخدم، ما يضمن تجربة سلسة وبديهية للمستخدمين النهائيين.</a:t>
            </a:r>
          </a:p>
          <a:p>
            <a:pPr rtl="1">
              <a:buFont typeface="+mj-lt"/>
              <a:buAutoNum type="arabicPeriod"/>
            </a:pPr>
            <a:r>
              <a:rPr lang="ar" sz="1200" kern="0" dirty="0">
                <a:latin typeface="Sakkal Majalla" panose="02000000000000000000" pitchFamily="2" charset="-78"/>
                <a:cs typeface="Sakkal Majalla" panose="02000000000000000000" pitchFamily="2" charset="-78"/>
              </a:rPr>
              <a:t>قابلية التوسع والقدرة على التكيف: حل التصميم قابل للتطوير والتكيف لاستيعاب النمو المستقبلي والتغيرات في المتطلبات.</a:t>
            </a:r>
          </a:p>
          <a:p>
            <a:pPr rtl="1">
              <a:buFont typeface="+mj-lt"/>
              <a:buAutoNum type="arabicPeriod"/>
            </a:pPr>
            <a:r>
              <a:rPr lang="ar" sz="1200" kern="0" dirty="0">
                <a:latin typeface="Sakkal Majalla" panose="02000000000000000000" pitchFamily="2" charset="-78"/>
                <a:cs typeface="Sakkal Majalla" panose="02000000000000000000" pitchFamily="2" charset="-78"/>
              </a:rPr>
              <a:t>الاستدامة: يعزز حل التصميم الممارسات المستدامة، مثل كفاءة الطاقة والحد من النفايات/ الهدر، ما يسهم في عملية أكثر مراعاة للبيئة وأكثر ملاءمة للبيئة.</a:t>
            </a:r>
          </a:p>
          <a:p>
            <a:pPr rtl="1">
              <a:buFont typeface="+mj-lt"/>
              <a:buAutoNum type="arabicPeriod"/>
            </a:pPr>
            <a:r>
              <a:rPr lang="ar" sz="1200" kern="0" dirty="0">
                <a:latin typeface="Sakkal Majalla" panose="02000000000000000000" pitchFamily="2" charset="-78"/>
                <a:cs typeface="Sakkal Majalla" panose="02000000000000000000" pitchFamily="2" charset="-78"/>
              </a:rPr>
              <a:t>المزيد من الفرص والتعديلات: يفتح حل التصميم إمكانيات التحسينات والتعديلات المستقبلية، ما يسمح بالتحسين المستمر والابتكار.</a:t>
            </a:r>
          </a:p>
          <a:p>
            <a:pPr rtl="1">
              <a:buFont typeface="Arial" panose="020B0604020202020204" pitchFamily="34" charset="0"/>
              <a:buChar char="•"/>
            </a:pPr>
            <a:endParaRPr lang="en-GB" sz="1200" kern="0" dirty="0">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0E23F75D-0434-48F5-ACCE-0BE82E055DDD}"/>
              </a:ext>
            </a:extLst>
          </p:cNvPr>
          <p:cNvSpPr>
            <a:spLocks noChangeArrowheads="1"/>
          </p:cNvSpPr>
          <p:nvPr/>
        </p:nvSpPr>
        <p:spPr bwMode="auto">
          <a:xfrm>
            <a:off x="-2196751" y="112511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الرجوع الموضوعي مقابل المصفوفة المرجحة</a:t>
            </a:r>
          </a:p>
        </p:txBody>
      </p:sp>
      <p:sp>
        <p:nvSpPr>
          <p:cNvPr id="2" name="Footer Placeholder 2">
            <a:extLst>
              <a:ext uri="{FF2B5EF4-FFF2-40B4-BE49-F238E27FC236}">
                <a16:creationId xmlns:a16="http://schemas.microsoft.com/office/drawing/2014/main" id="{D26086FC-BF97-B2E1-F133-7EB428E2EE3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0" y="1268760"/>
            <a:ext cx="4355976" cy="54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250" b="1" dirty="0">
                <a:effectLst/>
                <a:latin typeface="Sakkal Majalla" panose="02000000000000000000" pitchFamily="2" charset="-78"/>
                <a:cs typeface="Sakkal Majalla" panose="02000000000000000000" pitchFamily="2" charset="-78"/>
              </a:rPr>
              <a:t>الرجوع الموضوعي: </a:t>
            </a:r>
            <a:r>
              <a:rPr lang="ar" sz="1250" dirty="0">
                <a:effectLst/>
                <a:latin typeface="Sakkal Majalla" panose="02000000000000000000" pitchFamily="2" charset="-78"/>
                <a:cs typeface="Sakkal Majalla" panose="02000000000000000000" pitchFamily="2" charset="-78"/>
              </a:rPr>
              <a:t>للتأكد من أن حل التصميم يلبي أهداف المشروع، نرجع إلى الأهداف والمتطلبات المحددة طوال عملية التصميم.</a:t>
            </a:r>
            <a:endParaRPr lang="en-GB" sz="125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50" dirty="0">
              <a:effectLst/>
              <a:latin typeface="Sakkal Majalla" panose="02000000000000000000" pitchFamily="2" charset="-78"/>
              <a:cs typeface="Sakkal Majalla" panose="02000000000000000000" pitchFamily="2" charset="-78"/>
            </a:endParaRPr>
          </a:p>
          <a:p>
            <a:pPr rtl="1"/>
            <a:r>
              <a:rPr lang="ar" sz="1250" b="1" dirty="0">
                <a:effectLst/>
                <a:latin typeface="Sakkal Majalla" panose="02000000000000000000" pitchFamily="2" charset="-78"/>
                <a:cs typeface="Sakkal Majalla" panose="02000000000000000000" pitchFamily="2" charset="-78"/>
              </a:rPr>
              <a:t>المصفوفة المرجحة: </a:t>
            </a:r>
            <a:r>
              <a:rPr lang="ar" sz="1250" dirty="0">
                <a:effectLst/>
                <a:latin typeface="Sakkal Majalla" panose="02000000000000000000" pitchFamily="2" charset="-78"/>
                <a:cs typeface="Sakkal Majalla" panose="02000000000000000000" pitchFamily="2" charset="-78"/>
              </a:rPr>
              <a:t>نحن نستخدم مصفوفة مرجحة لتقييم سمات وفرص التصميم المختلفة وتحديد أولوياتها بناءً على أهميتها وتأثيرها في المنتج ككل.</a:t>
            </a:r>
            <a:endParaRPr lang="en-GB" sz="125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50" dirty="0">
              <a:latin typeface="Sakkal Majalla" panose="02000000000000000000" pitchFamily="2" charset="-78"/>
              <a:cs typeface="Sakkal Majalla" panose="02000000000000000000" pitchFamily="2" charset="-78"/>
            </a:endParaRPr>
          </a:p>
          <a:p>
            <a:pPr rtl="1"/>
            <a:r>
              <a:rPr lang="ar" sz="1250" b="1" dirty="0">
                <a:effectLst/>
                <a:latin typeface="Sakkal Majalla" panose="02000000000000000000" pitchFamily="2" charset="-78"/>
                <a:cs typeface="Sakkal Majalla" panose="02000000000000000000" pitchFamily="2" charset="-78"/>
              </a:rPr>
              <a:t>القيود والعوائق: </a:t>
            </a:r>
            <a:r>
              <a:rPr lang="ar" sz="1250" dirty="0">
                <a:effectLst/>
                <a:latin typeface="Sakkal Majalla" panose="02000000000000000000" pitchFamily="2" charset="-78"/>
                <a:cs typeface="Sakkal Majalla" panose="02000000000000000000" pitchFamily="2" charset="-78"/>
              </a:rPr>
              <a:t>نراعي الجوانب التي لا يمكن إعادة تصميمها، مثل البنية التحتية الحالية أو المتطلبات التنظيمية، ونجد طرقًا للعمل ضمن هذه القيود.</a:t>
            </a:r>
            <a:endParaRPr lang="en-GB" sz="125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50" dirty="0">
              <a:effectLst/>
              <a:latin typeface="Sakkal Majalla" panose="02000000000000000000" pitchFamily="2" charset="-78"/>
              <a:cs typeface="Sakkal Majalla" panose="02000000000000000000" pitchFamily="2" charset="-78"/>
            </a:endParaRPr>
          </a:p>
          <a:p>
            <a:pPr rtl="1"/>
            <a:r>
              <a:rPr lang="ar" sz="1250" b="1" dirty="0">
                <a:effectLst/>
                <a:latin typeface="Sakkal Majalla" panose="02000000000000000000" pitchFamily="2" charset="-78"/>
                <a:cs typeface="Sakkal Majalla" panose="02000000000000000000" pitchFamily="2" charset="-78"/>
              </a:rPr>
              <a:t>تحليل التكلفة والفائدة: </a:t>
            </a:r>
            <a:r>
              <a:rPr lang="ar" sz="1250" dirty="0">
                <a:effectLst/>
                <a:latin typeface="Sakkal Majalla" panose="02000000000000000000" pitchFamily="2" charset="-78"/>
                <a:cs typeface="Sakkal Majalla" panose="02000000000000000000" pitchFamily="2" charset="-78"/>
              </a:rPr>
              <a:t>نجري تحليلًا للتكلفة والفائدة لتقييم الآثار المالية لتنفيذ الميزات والفرص المحسنة، ومقارنتها بالفوائد المحتملة التي توفرها.</a:t>
            </a:r>
            <a:endParaRPr lang="en-GB" sz="125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50" dirty="0">
              <a:effectLst/>
              <a:latin typeface="Sakkal Majalla" panose="02000000000000000000" pitchFamily="2" charset="-78"/>
              <a:cs typeface="Sakkal Majalla" panose="02000000000000000000" pitchFamily="2" charset="-78"/>
            </a:endParaRPr>
          </a:p>
          <a:p>
            <a:pPr rtl="1"/>
            <a:r>
              <a:rPr lang="ar" sz="1250" b="1" dirty="0">
                <a:effectLst/>
                <a:latin typeface="Sakkal Majalla" panose="02000000000000000000" pitchFamily="2" charset="-78"/>
                <a:cs typeface="Sakkal Majalla" panose="02000000000000000000" pitchFamily="2" charset="-78"/>
              </a:rPr>
              <a:t>الفوائد البيئية: </a:t>
            </a:r>
            <a:r>
              <a:rPr lang="ar" sz="1250" dirty="0">
                <a:effectLst/>
                <a:latin typeface="Sakkal Majalla" panose="02000000000000000000" pitchFamily="2" charset="-78"/>
                <a:cs typeface="Sakkal Majalla" panose="02000000000000000000" pitchFamily="2" charset="-78"/>
              </a:rPr>
              <a:t>نقيِّم التأثير البيئي لحل التصميم، مع مراعاة عوامل مثل كفاءة الطاقة واستخدام المواد وقابلية إعادة التدوير.</a:t>
            </a:r>
            <a:endParaRPr lang="en-GB" sz="125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50" dirty="0">
              <a:latin typeface="Sakkal Majalla" panose="02000000000000000000" pitchFamily="2" charset="-78"/>
              <a:cs typeface="Sakkal Majalla" panose="02000000000000000000" pitchFamily="2" charset="-78"/>
            </a:endParaRPr>
          </a:p>
          <a:p>
            <a:pPr rtl="1"/>
            <a:r>
              <a:rPr lang="ar" sz="1250" b="1" dirty="0">
                <a:effectLst/>
                <a:latin typeface="Sakkal Majalla" panose="02000000000000000000" pitchFamily="2" charset="-78"/>
                <a:cs typeface="Sakkal Majalla" panose="02000000000000000000" pitchFamily="2" charset="-78"/>
              </a:rPr>
              <a:t>المخاطر المتعلقة بالصحة و السلامة: </a:t>
            </a:r>
            <a:r>
              <a:rPr lang="ar" sz="1250" dirty="0">
                <a:effectLst/>
                <a:latin typeface="Sakkal Majalla" panose="02000000000000000000" pitchFamily="2" charset="-78"/>
                <a:cs typeface="Sakkal Majalla" panose="02000000000000000000" pitchFamily="2" charset="-78"/>
              </a:rPr>
              <a:t>نعطي الأولوية لصحة وسلامة المستخدمين من خلال تحديد أي مخاطر محتملة مرتبطة بحل التصميم ومعالجتها.</a:t>
            </a:r>
            <a:endParaRPr lang="en-GB" sz="125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50" dirty="0">
              <a:effectLst/>
              <a:latin typeface="Sakkal Majalla" panose="02000000000000000000" pitchFamily="2" charset="-78"/>
              <a:cs typeface="Sakkal Majalla" panose="02000000000000000000" pitchFamily="2" charset="-78"/>
            </a:endParaRPr>
          </a:p>
          <a:p>
            <a:pPr rtl="1"/>
            <a:r>
              <a:rPr lang="ar" sz="1250" b="1" dirty="0">
                <a:effectLst/>
                <a:latin typeface="Sakkal Majalla" panose="02000000000000000000" pitchFamily="2" charset="-78"/>
                <a:cs typeface="Sakkal Majalla" panose="02000000000000000000" pitchFamily="2" charset="-78"/>
              </a:rPr>
              <a:t>اعتبارات دورة حياة المنتج: </a:t>
            </a:r>
            <a:r>
              <a:rPr lang="ar" sz="1250" dirty="0">
                <a:effectLst/>
                <a:latin typeface="Sakkal Majalla" panose="02000000000000000000" pitchFamily="2" charset="-78"/>
                <a:cs typeface="Sakkal Majalla" panose="02000000000000000000" pitchFamily="2" charset="-78"/>
              </a:rPr>
              <a:t>نراعي دورة الحياة الكاملة للمنتج، بدءًا من التصنيع إلى التخلص، لضمان الاستدامة وتقليل التأثير البيئي.</a:t>
            </a:r>
            <a:endParaRPr lang="en-GB" sz="125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25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06195" y="203498"/>
            <a:ext cx="576153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موازنة الميزات والفرص المحسنة مع القيود والعوائق</a:t>
            </a:r>
          </a:p>
        </p:txBody>
      </p:sp>
      <p:sp>
        <p:nvSpPr>
          <p:cNvPr id="4" name="Content Placeholder 3">
            <a:extLst>
              <a:ext uri="{FF2B5EF4-FFF2-40B4-BE49-F238E27FC236}">
                <a16:creationId xmlns:a16="http://schemas.microsoft.com/office/drawing/2014/main" id="{5D0A4084-C2E7-4CBF-B609-70799D450AC8}"/>
              </a:ext>
            </a:extLst>
          </p:cNvPr>
          <p:cNvSpPr txBox="1">
            <a:spLocks noChangeArrowheads="1"/>
          </p:cNvSpPr>
          <p:nvPr/>
        </p:nvSpPr>
        <p:spPr bwMode="auto">
          <a:xfrm>
            <a:off x="17536" y="1673763"/>
            <a:ext cx="4355976" cy="2295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250" b="1" kern="0" dirty="0">
                <a:latin typeface="Sakkal Majalla" panose="02000000000000000000" pitchFamily="2" charset="-78"/>
                <a:cs typeface="Sakkal Majalla" panose="02000000000000000000" pitchFamily="2" charset="-78"/>
              </a:rPr>
              <a:t>عمليات التكييف المدفوعة بالتكنولوجيا</a:t>
            </a:r>
          </a:p>
          <a:p>
            <a:pPr rtl="1">
              <a:buFont typeface="+mj-lt"/>
              <a:buAutoNum type="arabicPeriod"/>
            </a:pPr>
            <a:r>
              <a:rPr lang="ar" sz="1250" kern="0" dirty="0">
                <a:latin typeface="Sakkal Majalla" panose="02000000000000000000" pitchFamily="2" charset="-78"/>
                <a:cs typeface="Sakkal Majalla" panose="02000000000000000000" pitchFamily="2" charset="-78"/>
              </a:rPr>
              <a:t>استكشف تكامل الذكاء الاصطناعي وخوارزميات التعلم الآلي لتحسين وظائف وأداء حل التصميم.</a:t>
            </a:r>
          </a:p>
          <a:p>
            <a:pPr rtl="1">
              <a:buFont typeface="+mj-lt"/>
              <a:buAutoNum type="arabicPeriod"/>
            </a:pPr>
            <a:r>
              <a:rPr lang="ar" sz="1250" kern="0" dirty="0">
                <a:latin typeface="Sakkal Majalla" panose="02000000000000000000" pitchFamily="2" charset="-78"/>
                <a:cs typeface="Sakkal Majalla" panose="02000000000000000000" pitchFamily="2" charset="-78"/>
              </a:rPr>
              <a:t>وادرس استخدام تقنية إنترنت الأشياء (IoT) لتمكين المراقبة عن بُعد والتحكم في النظام.</a:t>
            </a:r>
          </a:p>
          <a:p>
            <a:pPr marL="0" indent="0" rtl="1">
              <a:buNone/>
            </a:pPr>
            <a:r>
              <a:rPr lang="ar" sz="1250" b="1" kern="0" dirty="0">
                <a:latin typeface="Sakkal Majalla" panose="02000000000000000000" pitchFamily="2" charset="-78"/>
                <a:cs typeface="Sakkal Majalla" panose="02000000000000000000" pitchFamily="2" charset="-78"/>
              </a:rPr>
              <a:t>تحسينات إضافية</a:t>
            </a:r>
          </a:p>
          <a:p>
            <a:pPr rtl="1">
              <a:buFont typeface="+mj-lt"/>
              <a:buAutoNum type="arabicPeriod"/>
            </a:pPr>
            <a:r>
              <a:rPr lang="ar" sz="1250" kern="0" dirty="0">
                <a:latin typeface="Sakkal Majalla" panose="02000000000000000000" pitchFamily="2" charset="-78"/>
                <a:cs typeface="Sakkal Majalla" panose="02000000000000000000" pitchFamily="2" charset="-78"/>
              </a:rPr>
              <a:t>فكّر في دمج تعليقات المستخدمين ومقترحاتهم لتحسين التصميم ومعالجة أي مشكلات تتعلق بقابلية الاستخدام.</a:t>
            </a:r>
          </a:p>
          <a:p>
            <a:pPr rtl="1">
              <a:buFont typeface="+mj-lt"/>
              <a:buAutoNum type="arabicPeriod"/>
            </a:pPr>
            <a:r>
              <a:rPr lang="ar" sz="1250" kern="0" dirty="0">
                <a:latin typeface="Sakkal Majalla" panose="02000000000000000000" pitchFamily="2" charset="-78"/>
                <a:cs typeface="Sakkal Majalla" panose="02000000000000000000" pitchFamily="2" charset="-78"/>
              </a:rPr>
              <a:t>واعمل على تقييم جدوى تنفيذ المواد المستدامة وعمليات التصنيع للحد من التأثير البيئي لحل التصميم.</a:t>
            </a:r>
          </a:p>
        </p:txBody>
      </p:sp>
      <p:sp>
        <p:nvSpPr>
          <p:cNvPr id="5" name="Rectangle 1">
            <a:extLst>
              <a:ext uri="{FF2B5EF4-FFF2-40B4-BE49-F238E27FC236}">
                <a16:creationId xmlns:a16="http://schemas.microsoft.com/office/drawing/2014/main" id="{4475EA19-F10B-45DE-B6EC-8380CA28AAD7}"/>
              </a:ext>
            </a:extLst>
          </p:cNvPr>
          <p:cNvSpPr>
            <a:spLocks noChangeArrowheads="1"/>
          </p:cNvSpPr>
          <p:nvPr/>
        </p:nvSpPr>
        <p:spPr bwMode="auto">
          <a:xfrm>
            <a:off x="-198489" y="1219080"/>
            <a:ext cx="4572001" cy="270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dirty="0">
                <a:latin typeface="Sakkal Majalla" panose="02000000000000000000" pitchFamily="2" charset="-78"/>
                <a:cs typeface="Sakkal Majalla" panose="02000000000000000000" pitchFamily="2" charset="-78"/>
              </a:rPr>
              <a:t>المزيد من الفرص/التعديلات</a:t>
            </a:r>
          </a:p>
        </p:txBody>
      </p:sp>
      <p:pic>
        <p:nvPicPr>
          <p:cNvPr id="3" name="Picture 2" descr="A hand drawing a graph&#10;&#10;Description automatically generated">
            <a:extLst>
              <a:ext uri="{FF2B5EF4-FFF2-40B4-BE49-F238E27FC236}">
                <a16:creationId xmlns:a16="http://schemas.microsoft.com/office/drawing/2014/main" id="{CD7AA674-19C0-0108-C3D9-C8355E5C5EC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86628" y="4075339"/>
            <a:ext cx="3599892" cy="2399928"/>
          </a:xfrm>
          <a:prstGeom prst="rect">
            <a:avLst/>
          </a:prstGeom>
        </p:spPr>
      </p:pic>
      <p:sp>
        <p:nvSpPr>
          <p:cNvPr id="2" name="Footer Placeholder 2">
            <a:extLst>
              <a:ext uri="{FF2B5EF4-FFF2-40B4-BE49-F238E27FC236}">
                <a16:creationId xmlns:a16="http://schemas.microsoft.com/office/drawing/2014/main" id="{B640A3F5-B646-5DCB-FA5C-336B09AF827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extLst>
      <p:ext uri="{BB962C8B-B14F-4D97-AF65-F5344CB8AC3E}">
        <p14:creationId xmlns:p14="http://schemas.microsoft.com/office/powerpoint/2010/main" val="2663232682"/>
      </p:ext>
    </p:extLst>
  </p:cSld>
  <p:clrMapOvr>
    <a:masterClrMapping/>
  </p:clrMapOvr>
  <p:transition>
    <p:sndAc>
      <p:stSnd>
        <p:snd r:embed="rId3" name="click.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endParaRPr lang="en-GB" altLang="en-US" sz="4600" kern="0" dirty="0">
              <a:latin typeface="Sakkal Majalla" panose="02000000000000000000" pitchFamily="2" charset="-78"/>
              <a:cs typeface="Sakkal Majalla" panose="02000000000000000000" pitchFamily="2" charset="-78"/>
            </a:endParaRP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9"/>
            <a:ext cx="7991475" cy="280831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600" kern="0" dirty="0">
                <a:latin typeface="Sakkal Majalla" panose="02000000000000000000" pitchFamily="2" charset="-78"/>
                <a:cs typeface="Sakkal Majalla" panose="02000000000000000000" pitchFamily="2" charset="-78"/>
              </a:rPr>
              <a:t>الصور</a:t>
            </a:r>
          </a:p>
          <a:p>
            <a:pPr marL="0" indent="0" rtl="1">
              <a:lnSpc>
                <a:spcPct val="107000"/>
              </a:lnSpc>
              <a:spcAft>
                <a:spcPts val="800"/>
              </a:spcAft>
              <a:buNone/>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123آر اف</a:t>
            </a:r>
            <a:r>
              <a:rPr lang="ar" sz="2000" b="1">
                <a:effectLst/>
                <a:latin typeface="Sakkal Majalla" panose="02000000000000000000" pitchFamily="2" charset="-78"/>
                <a:ea typeface="Calibri" panose="020F0502020204030204" pitchFamily="34" charset="0"/>
                <a:cs typeface="Sakkal Majalla" panose="02000000000000000000" pitchFamily="2" charset="-78"/>
              </a:rPr>
              <a:t>:</a:t>
            </a:r>
            <a:r>
              <a:rPr lang="ar" sz="2000">
                <a:effectLst/>
                <a:latin typeface="Sakkal Majalla" panose="02000000000000000000" pitchFamily="2" charset="-78"/>
                <a:ea typeface="Calibri" panose="020F0502020204030204" pitchFamily="34" charset="0"/>
                <a:cs typeface="Sakkal Majalla" panose="02000000000000000000" pitchFamily="2" charset="-78"/>
              </a:rPr>
              <a:t> </a:t>
            </a:r>
            <a:r>
              <a:rPr lang="en-US" sz="2000">
                <a:effectLst/>
                <a:latin typeface="Sakkal Majalla" panose="02000000000000000000" pitchFamily="2" charset="-78"/>
                <a:ea typeface="Calibri" panose="020F0502020204030204" pitchFamily="34" charset="0"/>
                <a:cs typeface="Sakkal Majalla" panose="02000000000000000000" pitchFamily="2" charset="-78"/>
              </a:rPr>
              <a:t>aoo3771</a:t>
            </a:r>
            <a:r>
              <a:rPr lang="ar" sz="2000">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(الشريحة 3)، كاتالين 205 (الشريحة 4)، كاسيزو (الشريحة 43)؛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شترستوك:</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بارابول ستوديو (الشريحة 5)، سيرتاك ساكاريا (الشريحة 6)، </a:t>
            </a:r>
            <a:r>
              <a:rPr lang="en-US" sz="2000" dirty="0">
                <a:effectLst/>
                <a:latin typeface="Sakkal Majalla" panose="02000000000000000000" pitchFamily="2" charset="-78"/>
                <a:ea typeface="Calibri" panose="020F0502020204030204" pitchFamily="34" charset="0"/>
                <a:cs typeface="Sakkal Majalla" panose="02000000000000000000" pitchFamily="2" charset="-78"/>
              </a:rPr>
              <a:t>Dzm1try</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(الشريحة 7)، ميلوس ديزان (الشريحة 8)، تورنا (الشريحة 10)، برودكشن بيريغ (الشريحة 11)، غارمونتشيغ (الشريحة 25 - بالأعلى)، سيمونالفينج (الشريحة 25 - بالأسفل)، كوراتي (الشريحة 31)، بوبوفا_إيرينا (الشريحة 32)، فوتو كوزير (الشريحة 34)، أيكوت أردوغو (الشريحة 41 - بالأعلى)، سيرجي لوبيز رويج (الشريحة 41 - بالأسفل)، جيرساك (الشريحة 44).</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3A7CC79-9558-52C3-E4C4-6B9136BD560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A103000399205</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7012c9df-7563-46f6-96ee-cebd66fd5577">
      <UserInfo>
        <DisplayName/>
        <AccountId xsi:nil="true"/>
        <AccountType/>
      </UserInfo>
    </SharedWithUsers>
    <MediaLengthInSeconds xmlns="f63d1639-2e8e-4dfe-b2d4-ff2deac92409" xsi:nil="true"/>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Props1.xml><?xml version="1.0" encoding="utf-8"?>
<ds:datastoreItem xmlns:ds="http://schemas.openxmlformats.org/officeDocument/2006/customXml" ds:itemID="{BCC94747-885B-4680-8A94-44538D8567CB}"/>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4B700610-39F3-4A35-AAF4-C1E1359C0930}">
  <ds:schemaRefs>
    <ds:schemaRef ds:uri="6125ffc9-2c56-435e-8267-1393444907b2"/>
    <ds:schemaRef ds:uri="http://schemas.openxmlformats.org/package/2006/metadata/core-properties"/>
    <ds:schemaRef ds:uri="http://schemas.microsoft.com/office/2006/documentManagement/types"/>
    <ds:schemaRef ds:uri="http://schemas.microsoft.com/office/2006/metadata/properties"/>
    <ds:schemaRef ds:uri="http://purl.org/dc/terms/"/>
    <ds:schemaRef ds:uri="http://purl.org/dc/elements/1.1/"/>
    <ds:schemaRef ds:uri="http://purl.org/dc/dcmitype/"/>
    <ds:schemaRef ds:uri="7c1bd8dc-4e40-424f-a15f-9ffcd522197f"/>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10735</TotalTime>
  <Words>7858</Words>
  <Application>Microsoft Office PowerPoint</Application>
  <PresentationFormat>On-screen Show (4:3)</PresentationFormat>
  <Paragraphs>748</Paragraphs>
  <Slides>48</Slides>
  <Notes>41</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48</vt:i4>
      </vt:variant>
    </vt:vector>
  </HeadingPairs>
  <TitlesOfParts>
    <vt:vector size="63"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3 تصميم وتصنيع المنتجات في مجال الهندسة     </vt:lpstr>
      <vt:lpstr>نتاجات التعلم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أ4 تصميم لعميل تلبية احتياجات العملاء في أثناء  نشاط التصميم الهندسي.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أنظمة التشحيم</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158</cp:revision>
  <dcterms:created xsi:type="dcterms:W3CDTF">2020-07-15T07:14:47Z</dcterms:created>
  <dcterms:modified xsi:type="dcterms:W3CDTF">2024-09-10T14:54:27Z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