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7"/>
  </p:notesMasterIdLst>
  <p:sldIdLst>
    <p:sldId id="256" r:id="rId14"/>
    <p:sldId id="257" r:id="rId15"/>
    <p:sldId id="258" r:id="rId16"/>
    <p:sldId id="272" r:id="rId17"/>
    <p:sldId id="305" r:id="rId18"/>
    <p:sldId id="327" r:id="rId19"/>
    <p:sldId id="313" r:id="rId20"/>
    <p:sldId id="331" r:id="rId21"/>
    <p:sldId id="332" r:id="rId22"/>
    <p:sldId id="322" r:id="rId23"/>
    <p:sldId id="333" r:id="rId24"/>
    <p:sldId id="334" r:id="rId25"/>
    <p:sldId id="310" r:id="rId26"/>
    <p:sldId id="338" r:id="rId27"/>
    <p:sldId id="345" r:id="rId28"/>
    <p:sldId id="337" r:id="rId29"/>
    <p:sldId id="323" r:id="rId30"/>
    <p:sldId id="339" r:id="rId31"/>
    <p:sldId id="340" r:id="rId32"/>
    <p:sldId id="311" r:id="rId33"/>
    <p:sldId id="341" r:id="rId34"/>
    <p:sldId id="324" r:id="rId35"/>
    <p:sldId id="342" r:id="rId36"/>
    <p:sldId id="343" r:id="rId37"/>
    <p:sldId id="325" r:id="rId38"/>
    <p:sldId id="344" r:id="rId39"/>
    <p:sldId id="312" r:id="rId40"/>
    <p:sldId id="306" r:id="rId41"/>
    <p:sldId id="307" r:id="rId42"/>
    <p:sldId id="329" r:id="rId43"/>
    <p:sldId id="330" r:id="rId44"/>
    <p:sldId id="346" r:id="rId45"/>
    <p:sldId id="347" r:id="rId46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16BD0E-A07E-3308-9649-AB8D9CFF2353}" name="Vikki Edmondson" initials="VE" userId="S::vikki.edmondson@northumbria.ac.uk::01e8c902-be8e-4f09-8374-931a8bf47c66" providerId="AD"/>
  <p188:author id="{99CFEB90-9D66-8A0A-B491-5A1B86E8BE4E}" name="Sam Prince" initials="SP" userId="S::sam.prince1@pearson.com::b8c1c271-dd5b-4079-a09a-81f4ce8be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59145-19BA-4B50-9D90-88AEA216A17A}" v="4" dt="2023-11-22T18:05:07.999"/>
    <p1510:client id="{66D32F7E-E55E-49D3-A65C-AF44AB66F63A}" v="44" dt="2023-11-23T10:37:11.797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95" autoAdjust="0"/>
    <p:restoredTop sz="94249" autoAdjust="0"/>
  </p:normalViewPr>
  <p:slideViewPr>
    <p:cSldViewPr>
      <p:cViewPr varScale="1">
        <p:scale>
          <a:sx n="162" d="100"/>
          <a:sy n="162" d="100"/>
        </p:scale>
        <p:origin x="2520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55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b8c1c271-dd5b-4079-a09a-81f4ce8be867" providerId="ADAL" clId="{CFF86811-B1AD-4BBA-A791-B05936080F24}"/>
    <pc:docChg chg="custSel modSld">
      <pc:chgData name="Sam Prince" userId="b8c1c271-dd5b-4079-a09a-81f4ce8be867" providerId="ADAL" clId="{CFF86811-B1AD-4BBA-A791-B05936080F24}" dt="2023-11-13T12:14:31.984" v="55" actId="14100"/>
      <pc:docMkLst>
        <pc:docMk/>
      </pc:docMkLst>
      <pc:sldChg chg="addSp delSp modSp mod">
        <pc:chgData name="Sam Prince" userId="b8c1c271-dd5b-4079-a09a-81f4ce8be867" providerId="ADAL" clId="{CFF86811-B1AD-4BBA-A791-B05936080F24}" dt="2023-11-13T11:54:33.016" v="2" actId="1076"/>
        <pc:sldMkLst>
          <pc:docMk/>
          <pc:sldMk cId="0" sldId="256"/>
        </pc:sldMkLst>
        <pc:spChg chg="add mod">
          <ac:chgData name="Sam Prince" userId="b8c1c271-dd5b-4079-a09a-81f4ce8be867" providerId="ADAL" clId="{CFF86811-B1AD-4BBA-A791-B05936080F24}" dt="2023-11-13T11:54:33.016" v="2" actId="1076"/>
          <ac:spMkLst>
            <pc:docMk/>
            <pc:sldMk cId="0" sldId="256"/>
            <ac:spMk id="2" creationId="{BA1DBD30-D227-0CFF-540B-E00D23711A89}"/>
          </ac:spMkLst>
        </pc:spChg>
        <pc:spChg chg="del">
          <ac:chgData name="Sam Prince" userId="b8c1c271-dd5b-4079-a09a-81f4ce8be867" providerId="ADAL" clId="{CFF86811-B1AD-4BBA-A791-B05936080F24}" dt="2023-11-13T11:54:27.962" v="0" actId="478"/>
          <ac:spMkLst>
            <pc:docMk/>
            <pc:sldMk cId="0" sldId="256"/>
            <ac:spMk id="28680" creationId="{250B1923-7747-07CF-317E-05CAA217CFCA}"/>
          </ac:spMkLst>
        </pc:spChg>
      </pc:sldChg>
      <pc:sldChg chg="delCm">
        <pc:chgData name="Sam Prince" userId="b8c1c271-dd5b-4079-a09a-81f4ce8be867" providerId="ADAL" clId="{CFF86811-B1AD-4BBA-A791-B05936080F24}" dt="2023-11-13T11:55:40.206" v="7"/>
        <pc:sldMkLst>
          <pc:docMk/>
          <pc:sldMk cId="30041694" sldId="311"/>
        </pc:sldMkLst>
      </pc:sldChg>
      <pc:sldChg chg="modSp mod delCm">
        <pc:chgData name="Sam Prince" userId="b8c1c271-dd5b-4079-a09a-81f4ce8be867" providerId="ADAL" clId="{CFF86811-B1AD-4BBA-A791-B05936080F24}" dt="2023-11-13T11:59:36.436" v="34" actId="27636"/>
        <pc:sldMkLst>
          <pc:docMk/>
          <pc:sldMk cId="4217868747" sldId="312"/>
        </pc:sldMkLst>
        <pc:spChg chg="mod">
          <ac:chgData name="Sam Prince" userId="b8c1c271-dd5b-4079-a09a-81f4ce8be867" providerId="ADAL" clId="{CFF86811-B1AD-4BBA-A791-B05936080F24}" dt="2023-11-13T11:59:36.436" v="34" actId="27636"/>
          <ac:spMkLst>
            <pc:docMk/>
            <pc:sldMk cId="4217868747" sldId="312"/>
            <ac:spMk id="34819" creationId="{453C7683-8588-7ABC-32E0-8A4E68218620}"/>
          </ac:spMkLst>
        </pc:spChg>
      </pc:sldChg>
      <pc:sldChg chg="addSp delSp modSp mod">
        <pc:chgData name="Sam Prince" userId="b8c1c271-dd5b-4079-a09a-81f4ce8be867" providerId="ADAL" clId="{CFF86811-B1AD-4BBA-A791-B05936080F24}" dt="2023-11-13T12:13:23.052" v="43" actId="1076"/>
        <pc:sldMkLst>
          <pc:docMk/>
          <pc:sldMk cId="470701041" sldId="323"/>
        </pc:sldMkLst>
        <pc:picChg chg="add mod">
          <ac:chgData name="Sam Prince" userId="b8c1c271-dd5b-4079-a09a-81f4ce8be867" providerId="ADAL" clId="{CFF86811-B1AD-4BBA-A791-B05936080F24}" dt="2023-11-13T12:13:23.052" v="43" actId="1076"/>
          <ac:picMkLst>
            <pc:docMk/>
            <pc:sldMk cId="470701041" sldId="323"/>
            <ac:picMk id="3" creationId="{4C56FF76-3103-FC53-EFB1-752546A28005}"/>
          </ac:picMkLst>
        </pc:picChg>
        <pc:picChg chg="del">
          <ac:chgData name="Sam Prince" userId="b8c1c271-dd5b-4079-a09a-81f4ce8be867" providerId="ADAL" clId="{CFF86811-B1AD-4BBA-A791-B05936080F24}" dt="2023-11-13T12:13:14.148" v="40" actId="478"/>
          <ac:picMkLst>
            <pc:docMk/>
            <pc:sldMk cId="470701041" sldId="323"/>
            <ac:picMk id="4" creationId="{19B6DD83-EE74-1EEE-9D97-9116E3455EC5}"/>
          </ac:picMkLst>
        </pc:picChg>
      </pc:sldChg>
      <pc:sldChg chg="modSp mod delCm">
        <pc:chgData name="Sam Prince" userId="b8c1c271-dd5b-4079-a09a-81f4ce8be867" providerId="ADAL" clId="{CFF86811-B1AD-4BBA-A791-B05936080F24}" dt="2023-11-13T11:58:46.364" v="18" actId="14100"/>
        <pc:sldMkLst>
          <pc:docMk/>
          <pc:sldMk cId="917972314" sldId="330"/>
        </pc:sldMkLst>
        <pc:spChg chg="mod">
          <ac:chgData name="Sam Prince" userId="b8c1c271-dd5b-4079-a09a-81f4ce8be867" providerId="ADAL" clId="{CFF86811-B1AD-4BBA-A791-B05936080F24}" dt="2023-11-13T11:58:46.364" v="18" actId="14100"/>
          <ac:spMkLst>
            <pc:docMk/>
            <pc:sldMk cId="917972314" sldId="330"/>
            <ac:spMk id="4" creationId="{B9F6C77D-0E91-A535-E3F0-45442D6BE882}"/>
          </ac:spMkLst>
        </pc:spChg>
        <pc:spChg chg="mod">
          <ac:chgData name="Sam Prince" userId="b8c1c271-dd5b-4079-a09a-81f4ce8be867" providerId="ADAL" clId="{CFF86811-B1AD-4BBA-A791-B05936080F24}" dt="2023-11-13T11:58:26.548" v="14" actId="20577"/>
          <ac:spMkLst>
            <pc:docMk/>
            <pc:sldMk cId="917972314" sldId="330"/>
            <ac:spMk id="34820" creationId="{8DCD7CE1-603D-4D59-3DBB-C13C0B6505F0}"/>
          </ac:spMkLst>
        </pc:spChg>
      </pc:sldChg>
      <pc:sldChg chg="delCm modCm">
        <pc:chgData name="Sam Prince" userId="b8c1c271-dd5b-4079-a09a-81f4ce8be867" providerId="ADAL" clId="{CFF86811-B1AD-4BBA-A791-B05936080F24}" dt="2023-11-13T11:55:02.252" v="4"/>
        <pc:sldMkLst>
          <pc:docMk/>
          <pc:sldMk cId="1098313663" sldId="333"/>
        </pc:sldMkLst>
      </pc:sldChg>
      <pc:sldChg chg="addSp delSp modSp mod delCm">
        <pc:chgData name="Sam Prince" userId="b8c1c271-dd5b-4079-a09a-81f4ce8be867" providerId="ADAL" clId="{CFF86811-B1AD-4BBA-A791-B05936080F24}" dt="2023-11-13T12:14:31.984" v="55" actId="14100"/>
        <pc:sldMkLst>
          <pc:docMk/>
          <pc:sldMk cId="2446591769" sldId="338"/>
        </pc:sldMkLst>
        <pc:picChg chg="del">
          <ac:chgData name="Sam Prince" userId="b8c1c271-dd5b-4079-a09a-81f4ce8be867" providerId="ADAL" clId="{CFF86811-B1AD-4BBA-A791-B05936080F24}" dt="2023-11-13T12:14:20.465" v="51" actId="478"/>
          <ac:picMkLst>
            <pc:docMk/>
            <pc:sldMk cId="2446591769" sldId="338"/>
            <ac:picMk id="3" creationId="{0230202B-339A-B204-96EF-6440C3AF1160}"/>
          </ac:picMkLst>
        </pc:picChg>
        <pc:picChg chg="add mod">
          <ac:chgData name="Sam Prince" userId="b8c1c271-dd5b-4079-a09a-81f4ce8be867" providerId="ADAL" clId="{CFF86811-B1AD-4BBA-A791-B05936080F24}" dt="2023-11-13T12:14:31.984" v="55" actId="14100"/>
          <ac:picMkLst>
            <pc:docMk/>
            <pc:sldMk cId="2446591769" sldId="338"/>
            <ac:picMk id="5" creationId="{E0EB2733-7812-F868-A92F-F7D8A21C807B}"/>
          </ac:picMkLst>
        </pc:picChg>
      </pc:sldChg>
      <pc:sldChg chg="addSp delSp modSp mod">
        <pc:chgData name="Sam Prince" userId="b8c1c271-dd5b-4079-a09a-81f4ce8be867" providerId="ADAL" clId="{CFF86811-B1AD-4BBA-A791-B05936080F24}" dt="2023-11-13T12:13:57.855" v="50" actId="1076"/>
        <pc:sldMkLst>
          <pc:docMk/>
          <pc:sldMk cId="2312427690" sldId="341"/>
        </pc:sldMkLst>
        <pc:picChg chg="add mod">
          <ac:chgData name="Sam Prince" userId="b8c1c271-dd5b-4079-a09a-81f4ce8be867" providerId="ADAL" clId="{CFF86811-B1AD-4BBA-A791-B05936080F24}" dt="2023-11-13T12:13:57.855" v="50" actId="1076"/>
          <ac:picMkLst>
            <pc:docMk/>
            <pc:sldMk cId="2312427690" sldId="341"/>
            <ac:picMk id="3" creationId="{68C8A9E0-DB05-0D7D-2181-DB516F6B1BF8}"/>
          </ac:picMkLst>
        </pc:picChg>
        <pc:picChg chg="del">
          <ac:chgData name="Sam Prince" userId="b8c1c271-dd5b-4079-a09a-81f4ce8be867" providerId="ADAL" clId="{CFF86811-B1AD-4BBA-A791-B05936080F24}" dt="2023-11-13T12:13:39.513" v="44" actId="478"/>
          <ac:picMkLst>
            <pc:docMk/>
            <pc:sldMk cId="2312427690" sldId="341"/>
            <ac:picMk id="5" creationId="{0120A0F9-008F-298C-25D7-965820B0D422}"/>
          </ac:picMkLst>
        </pc:picChg>
      </pc:sldChg>
      <pc:sldChg chg="addSp delSp modSp mod delCm">
        <pc:chgData name="Sam Prince" userId="b8c1c271-dd5b-4079-a09a-81f4ce8be867" providerId="ADAL" clId="{CFF86811-B1AD-4BBA-A791-B05936080F24}" dt="2023-11-13T12:12:25.680" v="39" actId="14100"/>
        <pc:sldMkLst>
          <pc:docMk/>
          <pc:sldMk cId="4204594349" sldId="345"/>
        </pc:sldMkLst>
        <pc:picChg chg="del">
          <ac:chgData name="Sam Prince" userId="b8c1c271-dd5b-4079-a09a-81f4ce8be867" providerId="ADAL" clId="{CFF86811-B1AD-4BBA-A791-B05936080F24}" dt="2023-11-13T12:12:14.823" v="35" actId="478"/>
          <ac:picMkLst>
            <pc:docMk/>
            <pc:sldMk cId="4204594349" sldId="345"/>
            <ac:picMk id="3" creationId="{C64B6EDE-21D2-AC0B-C5A7-6486B23DC774}"/>
          </ac:picMkLst>
        </pc:picChg>
        <pc:picChg chg="add mod">
          <ac:chgData name="Sam Prince" userId="b8c1c271-dd5b-4079-a09a-81f4ce8be867" providerId="ADAL" clId="{CFF86811-B1AD-4BBA-A791-B05936080F24}" dt="2023-11-13T12:12:25.680" v="39" actId="14100"/>
          <ac:picMkLst>
            <pc:docMk/>
            <pc:sldMk cId="4204594349" sldId="345"/>
            <ac:picMk id="5" creationId="{A308F519-997B-82A9-F388-7D9C5EC0C617}"/>
          </ac:picMkLst>
        </pc:picChg>
      </pc:sldChg>
      <pc:sldChg chg="modSp mod delCm">
        <pc:chgData name="Sam Prince" userId="b8c1c271-dd5b-4079-a09a-81f4ce8be867" providerId="ADAL" clId="{CFF86811-B1AD-4BBA-A791-B05936080F24}" dt="2023-11-13T11:59:03.978" v="25" actId="14100"/>
        <pc:sldMkLst>
          <pc:docMk/>
          <pc:sldMk cId="2016416840" sldId="346"/>
        </pc:sldMkLst>
        <pc:spChg chg="mod">
          <ac:chgData name="Sam Prince" userId="b8c1c271-dd5b-4079-a09a-81f4ce8be867" providerId="ADAL" clId="{CFF86811-B1AD-4BBA-A791-B05936080F24}" dt="2023-11-13T11:59:03.978" v="25" actId="14100"/>
          <ac:spMkLst>
            <pc:docMk/>
            <pc:sldMk cId="2016416840" sldId="346"/>
            <ac:spMk id="4" creationId="{B9F6C77D-0E91-A535-E3F0-45442D6BE882}"/>
          </ac:spMkLst>
        </pc:spChg>
        <pc:spChg chg="mod">
          <ac:chgData name="Sam Prince" userId="b8c1c271-dd5b-4079-a09a-81f4ce8be867" providerId="ADAL" clId="{CFF86811-B1AD-4BBA-A791-B05936080F24}" dt="2023-11-13T11:58:52.386" v="22" actId="20577"/>
          <ac:spMkLst>
            <pc:docMk/>
            <pc:sldMk cId="2016416840" sldId="346"/>
            <ac:spMk id="34820" creationId="{8DCD7CE1-603D-4D59-3DBB-C13C0B6505F0}"/>
          </ac:spMkLst>
        </pc:spChg>
      </pc:sldChg>
    </pc:docChg>
  </pc:docChgLst>
  <pc:docChgLst>
    <pc:chgData name="Sam Prince" userId="S::sam.prince1@pearson.com::b8c1c271-dd5b-4079-a09a-81f4ce8be867" providerId="AD" clId="Web-{8232EC10-FE3F-59A1-B3FF-87254100411A}"/>
    <pc:docChg chg="modSld">
      <pc:chgData name="Sam Prince" userId="S::sam.prince1@pearson.com::b8c1c271-dd5b-4079-a09a-81f4ce8be867" providerId="AD" clId="Web-{8232EC10-FE3F-59A1-B3FF-87254100411A}" dt="2023-10-23T14:56:39.376" v="7" actId="20577"/>
      <pc:docMkLst>
        <pc:docMk/>
      </pc:docMkLst>
      <pc:sldChg chg="modSp">
        <pc:chgData name="Sam Prince" userId="S::sam.prince1@pearson.com::b8c1c271-dd5b-4079-a09a-81f4ce8be867" providerId="AD" clId="Web-{8232EC10-FE3F-59A1-B3FF-87254100411A}" dt="2023-10-23T14:56:39.376" v="7" actId="20577"/>
        <pc:sldMkLst>
          <pc:docMk/>
          <pc:sldMk cId="0" sldId="256"/>
        </pc:sldMkLst>
        <pc:spChg chg="mod">
          <ac:chgData name="Sam Prince" userId="S::sam.prince1@pearson.com::b8c1c271-dd5b-4079-a09a-81f4ce8be867" providerId="AD" clId="Web-{8232EC10-FE3F-59A1-B3FF-87254100411A}" dt="2023-10-23T14:56:39.376" v="7" actId="20577"/>
          <ac:spMkLst>
            <pc:docMk/>
            <pc:sldMk cId="0" sldId="256"/>
            <ac:spMk id="3" creationId="{986D29E0-B089-110D-BF1E-B3C37F2C37F9}"/>
          </ac:spMkLst>
        </pc:spChg>
        <pc:spChg chg="mod">
          <ac:chgData name="Sam Prince" userId="S::sam.prince1@pearson.com::b8c1c271-dd5b-4079-a09a-81f4ce8be867" providerId="AD" clId="Web-{8232EC10-FE3F-59A1-B3FF-87254100411A}" dt="2023-10-23T14:56:36.485" v="5" actId="20577"/>
          <ac:spMkLst>
            <pc:docMk/>
            <pc:sldMk cId="0" sldId="256"/>
            <ac:spMk id="4" creationId="{03618BED-11B5-90CC-5910-B65474D700AA}"/>
          </ac:spMkLst>
        </pc:spChg>
      </pc:sldChg>
    </pc:docChg>
  </pc:docChgLst>
  <pc:docChgLst>
    <pc:chgData name="Sam Prince" userId="b8c1c271-dd5b-4079-a09a-81f4ce8be867" providerId="ADAL" clId="{47659145-19BA-4B50-9D90-88AEA216A17A}"/>
    <pc:docChg chg="custSel modSld">
      <pc:chgData name="Sam Prince" userId="b8c1c271-dd5b-4079-a09a-81f4ce8be867" providerId="ADAL" clId="{47659145-19BA-4B50-9D90-88AEA216A17A}" dt="2023-11-22T18:11:31.704" v="42" actId="20577"/>
      <pc:docMkLst>
        <pc:docMk/>
      </pc:docMkLst>
      <pc:sldChg chg="addSp delSp modSp mod">
        <pc:chgData name="Sam Prince" userId="b8c1c271-dd5b-4079-a09a-81f4ce8be867" providerId="ADAL" clId="{47659145-19BA-4B50-9D90-88AEA216A17A}" dt="2023-11-22T18:04:01.874" v="27" actId="1076"/>
        <pc:sldMkLst>
          <pc:docMk/>
          <pc:sldMk cId="4217868747" sldId="312"/>
        </pc:sldMkLst>
        <pc:picChg chg="del">
          <ac:chgData name="Sam Prince" userId="b8c1c271-dd5b-4079-a09a-81f4ce8be867" providerId="ADAL" clId="{47659145-19BA-4B50-9D90-88AEA216A17A}" dt="2023-11-22T18:03:46.330" v="22" actId="478"/>
          <ac:picMkLst>
            <pc:docMk/>
            <pc:sldMk cId="4217868747" sldId="312"/>
            <ac:picMk id="3" creationId="{CB1AF508-D643-BCA5-E66E-A90285DA0A07}"/>
          </ac:picMkLst>
        </pc:picChg>
        <pc:picChg chg="add mod">
          <ac:chgData name="Sam Prince" userId="b8c1c271-dd5b-4079-a09a-81f4ce8be867" providerId="ADAL" clId="{47659145-19BA-4B50-9D90-88AEA216A17A}" dt="2023-11-22T18:04:01.874" v="27" actId="1076"/>
          <ac:picMkLst>
            <pc:docMk/>
            <pc:sldMk cId="4217868747" sldId="312"/>
            <ac:picMk id="4" creationId="{4CFE650C-0CCA-E20E-21E5-6C88712DDC75}"/>
          </ac:picMkLst>
        </pc:picChg>
      </pc:sldChg>
      <pc:sldChg chg="addSp delSp modSp mod">
        <pc:chgData name="Sam Prince" userId="b8c1c271-dd5b-4079-a09a-81f4ce8be867" providerId="ADAL" clId="{47659145-19BA-4B50-9D90-88AEA216A17A}" dt="2023-11-22T18:02:22.612" v="10" actId="1076"/>
        <pc:sldMkLst>
          <pc:docMk/>
          <pc:sldMk cId="2723145805" sldId="313"/>
        </pc:sldMkLst>
        <pc:picChg chg="del">
          <ac:chgData name="Sam Prince" userId="b8c1c271-dd5b-4079-a09a-81f4ce8be867" providerId="ADAL" clId="{47659145-19BA-4B50-9D90-88AEA216A17A}" dt="2023-11-22T18:02:13.875" v="5" actId="478"/>
          <ac:picMkLst>
            <pc:docMk/>
            <pc:sldMk cId="2723145805" sldId="313"/>
            <ac:picMk id="3" creationId="{C956B0B2-8464-8D85-1F4D-D7D9608D914D}"/>
          </ac:picMkLst>
        </pc:picChg>
        <pc:picChg chg="add mod">
          <ac:chgData name="Sam Prince" userId="b8c1c271-dd5b-4079-a09a-81f4ce8be867" providerId="ADAL" clId="{47659145-19BA-4B50-9D90-88AEA216A17A}" dt="2023-11-22T18:02:22.612" v="10" actId="1076"/>
          <ac:picMkLst>
            <pc:docMk/>
            <pc:sldMk cId="2723145805" sldId="313"/>
            <ac:picMk id="6" creationId="{4A646D5F-4695-B7EA-9614-F5D3CB749620}"/>
          </ac:picMkLst>
        </pc:picChg>
      </pc:sldChg>
      <pc:sldChg chg="addSp delSp modSp mod">
        <pc:chgData name="Sam Prince" userId="b8c1c271-dd5b-4079-a09a-81f4ce8be867" providerId="ADAL" clId="{47659145-19BA-4B50-9D90-88AEA216A17A}" dt="2023-11-22T18:01:56.374" v="4" actId="14100"/>
        <pc:sldMkLst>
          <pc:docMk/>
          <pc:sldMk cId="3286958162" sldId="327"/>
        </pc:sldMkLst>
        <pc:picChg chg="del">
          <ac:chgData name="Sam Prince" userId="b8c1c271-dd5b-4079-a09a-81f4ce8be867" providerId="ADAL" clId="{47659145-19BA-4B50-9D90-88AEA216A17A}" dt="2023-11-22T18:01:44.109" v="0" actId="478"/>
          <ac:picMkLst>
            <pc:docMk/>
            <pc:sldMk cId="3286958162" sldId="327"/>
            <ac:picMk id="3" creationId="{0ABEEE4B-E452-F2AD-385B-83DC32B2BB0E}"/>
          </ac:picMkLst>
        </pc:picChg>
        <pc:picChg chg="add mod">
          <ac:chgData name="Sam Prince" userId="b8c1c271-dd5b-4079-a09a-81f4ce8be867" providerId="ADAL" clId="{47659145-19BA-4B50-9D90-88AEA216A17A}" dt="2023-11-22T18:01:56.374" v="4" actId="14100"/>
          <ac:picMkLst>
            <pc:docMk/>
            <pc:sldMk cId="3286958162" sldId="327"/>
            <ac:picMk id="4" creationId="{830B8BF1-C0BB-C63F-0A65-240DDE876546}"/>
          </ac:picMkLst>
        </pc:picChg>
      </pc:sldChg>
      <pc:sldChg chg="addSp delSp modSp mod">
        <pc:chgData name="Sam Prince" userId="b8c1c271-dd5b-4079-a09a-81f4ce8be867" providerId="ADAL" clId="{47659145-19BA-4B50-9D90-88AEA216A17A}" dt="2023-11-22T18:04:55.478" v="32" actId="14100"/>
        <pc:sldMkLst>
          <pc:docMk/>
          <pc:sldMk cId="3410251149" sldId="329"/>
        </pc:sldMkLst>
        <pc:picChg chg="del">
          <ac:chgData name="Sam Prince" userId="b8c1c271-dd5b-4079-a09a-81f4ce8be867" providerId="ADAL" clId="{47659145-19BA-4B50-9D90-88AEA216A17A}" dt="2023-11-22T18:04:48.036" v="28" actId="478"/>
          <ac:picMkLst>
            <pc:docMk/>
            <pc:sldMk cId="3410251149" sldId="329"/>
            <ac:picMk id="3" creationId="{F0612177-7269-D314-6A6F-51753FBE84E8}"/>
          </ac:picMkLst>
        </pc:picChg>
        <pc:picChg chg="add mod">
          <ac:chgData name="Sam Prince" userId="b8c1c271-dd5b-4079-a09a-81f4ce8be867" providerId="ADAL" clId="{47659145-19BA-4B50-9D90-88AEA216A17A}" dt="2023-11-22T18:04:55.478" v="32" actId="14100"/>
          <ac:picMkLst>
            <pc:docMk/>
            <pc:sldMk cId="3410251149" sldId="329"/>
            <ac:picMk id="5" creationId="{ECC0650D-938E-C7EE-BEDB-32B410B750CF}"/>
          </ac:picMkLst>
        </pc:picChg>
      </pc:sldChg>
      <pc:sldChg chg="addSp delSp modSp mod">
        <pc:chgData name="Sam Prince" userId="b8c1c271-dd5b-4079-a09a-81f4ce8be867" providerId="ADAL" clId="{47659145-19BA-4B50-9D90-88AEA216A17A}" dt="2023-11-22T18:02:51.293" v="14" actId="1076"/>
        <pc:sldMkLst>
          <pc:docMk/>
          <pc:sldMk cId="4228151028" sldId="332"/>
        </pc:sldMkLst>
        <pc:picChg chg="add mod">
          <ac:chgData name="Sam Prince" userId="b8c1c271-dd5b-4079-a09a-81f4ce8be867" providerId="ADAL" clId="{47659145-19BA-4B50-9D90-88AEA216A17A}" dt="2023-11-22T18:02:51.293" v="14" actId="1076"/>
          <ac:picMkLst>
            <pc:docMk/>
            <pc:sldMk cId="4228151028" sldId="332"/>
            <ac:picMk id="4" creationId="{ACAA458B-B735-E6DB-C680-5C3BB3F47D6D}"/>
          </ac:picMkLst>
        </pc:picChg>
        <pc:picChg chg="del">
          <ac:chgData name="Sam Prince" userId="b8c1c271-dd5b-4079-a09a-81f4ce8be867" providerId="ADAL" clId="{47659145-19BA-4B50-9D90-88AEA216A17A}" dt="2023-11-22T18:02:37.336" v="11" actId="478"/>
          <ac:picMkLst>
            <pc:docMk/>
            <pc:sldMk cId="4228151028" sldId="332"/>
            <ac:picMk id="6" creationId="{89BAEE2A-A82F-20C3-4FF0-14DCC0D4C54E}"/>
          </ac:picMkLst>
        </pc:picChg>
      </pc:sldChg>
      <pc:sldChg chg="addSp delSp modSp mod">
        <pc:chgData name="Sam Prince" userId="b8c1c271-dd5b-4079-a09a-81f4ce8be867" providerId="ADAL" clId="{47659145-19BA-4B50-9D90-88AEA216A17A}" dt="2023-11-22T18:03:19.763" v="21" actId="14100"/>
        <pc:sldMkLst>
          <pc:docMk/>
          <pc:sldMk cId="781525074" sldId="334"/>
        </pc:sldMkLst>
        <pc:picChg chg="add mod">
          <ac:chgData name="Sam Prince" userId="b8c1c271-dd5b-4079-a09a-81f4ce8be867" providerId="ADAL" clId="{47659145-19BA-4B50-9D90-88AEA216A17A}" dt="2023-11-22T18:03:19.763" v="21" actId="14100"/>
          <ac:picMkLst>
            <pc:docMk/>
            <pc:sldMk cId="781525074" sldId="334"/>
            <ac:picMk id="4" creationId="{414AF262-1854-8FA5-56F2-4494750BC4C4}"/>
          </ac:picMkLst>
        </pc:picChg>
        <pc:picChg chg="del">
          <ac:chgData name="Sam Prince" userId="b8c1c271-dd5b-4079-a09a-81f4ce8be867" providerId="ADAL" clId="{47659145-19BA-4B50-9D90-88AEA216A17A}" dt="2023-11-22T18:03:07.907" v="15" actId="478"/>
          <ac:picMkLst>
            <pc:docMk/>
            <pc:sldMk cId="781525074" sldId="334"/>
            <ac:picMk id="5" creationId="{0C12386D-4EDE-1324-5885-8C36390DD969}"/>
          </ac:picMkLst>
        </pc:picChg>
      </pc:sldChg>
      <pc:sldChg chg="addSp delSp modSp mod">
        <pc:chgData name="Sam Prince" userId="b8c1c271-dd5b-4079-a09a-81f4ce8be867" providerId="ADAL" clId="{47659145-19BA-4B50-9D90-88AEA216A17A}" dt="2023-11-22T18:11:31.704" v="42" actId="20577"/>
        <pc:sldMkLst>
          <pc:docMk/>
          <pc:sldMk cId="699093148" sldId="337"/>
        </pc:sldMkLst>
        <pc:spChg chg="mod">
          <ac:chgData name="Sam Prince" userId="b8c1c271-dd5b-4079-a09a-81f4ce8be867" providerId="ADAL" clId="{47659145-19BA-4B50-9D90-88AEA216A17A}" dt="2023-11-22T18:11:31.704" v="42" actId="20577"/>
          <ac:spMkLst>
            <pc:docMk/>
            <pc:sldMk cId="699093148" sldId="337"/>
            <ac:spMk id="5" creationId="{78527617-3A2A-F087-A6B0-7279F9AE4E49}"/>
          </ac:spMkLst>
        </pc:spChg>
        <pc:picChg chg="add mod ord">
          <ac:chgData name="Sam Prince" userId="b8c1c271-dd5b-4079-a09a-81f4ce8be867" providerId="ADAL" clId="{47659145-19BA-4B50-9D90-88AEA216A17A}" dt="2023-11-22T18:09:42.750" v="40" actId="1076"/>
          <ac:picMkLst>
            <pc:docMk/>
            <pc:sldMk cId="699093148" sldId="337"/>
            <ac:picMk id="3" creationId="{B9320B16-ABF2-71FC-8E5E-8BAD536AD950}"/>
          </ac:picMkLst>
        </pc:picChg>
        <pc:picChg chg="del">
          <ac:chgData name="Sam Prince" userId="b8c1c271-dd5b-4079-a09a-81f4ce8be867" providerId="ADAL" clId="{47659145-19BA-4B50-9D90-88AEA216A17A}" dt="2023-11-22T18:09:26.930" v="33" actId="478"/>
          <ac:picMkLst>
            <pc:docMk/>
            <pc:sldMk cId="699093148" sldId="337"/>
            <ac:picMk id="4" creationId="{619ACEB5-5353-2D68-7807-B8D62207795F}"/>
          </ac:picMkLst>
        </pc:picChg>
      </pc:sldChg>
    </pc:docChg>
  </pc:docChgLst>
  <pc:docChgLst>
    <pc:chgData name="Sam Prince" userId="b8c1c271-dd5b-4079-a09a-81f4ce8be867" providerId="ADAL" clId="{F2816B4A-82C0-432C-9437-20E68A159950}"/>
    <pc:docChg chg="undo custSel modSld">
      <pc:chgData name="Sam Prince" userId="b8c1c271-dd5b-4079-a09a-81f4ce8be867" providerId="ADAL" clId="{F2816B4A-82C0-432C-9437-20E68A159950}" dt="2023-10-23T15:37:31.722" v="470" actId="20577"/>
      <pc:docMkLst>
        <pc:docMk/>
      </pc:docMkLst>
      <pc:sldChg chg="modSp mod">
        <pc:chgData name="Sam Prince" userId="b8c1c271-dd5b-4079-a09a-81f4ce8be867" providerId="ADAL" clId="{F2816B4A-82C0-432C-9437-20E68A159950}" dt="2023-10-23T15:00:10.064" v="4" actId="255"/>
        <pc:sldMkLst>
          <pc:docMk/>
          <pc:sldMk cId="0" sldId="256"/>
        </pc:sldMkLst>
        <pc:spChg chg="mod">
          <ac:chgData name="Sam Prince" userId="b8c1c271-dd5b-4079-a09a-81f4ce8be867" providerId="ADAL" clId="{F2816B4A-82C0-432C-9437-20E68A159950}" dt="2023-10-23T15:00:04.813" v="2" actId="113"/>
          <ac:spMkLst>
            <pc:docMk/>
            <pc:sldMk cId="0" sldId="256"/>
            <ac:spMk id="3" creationId="{986D29E0-B089-110D-BF1E-B3C37F2C37F9}"/>
          </ac:spMkLst>
        </pc:spChg>
        <pc:spChg chg="mod">
          <ac:chgData name="Sam Prince" userId="b8c1c271-dd5b-4079-a09a-81f4ce8be867" providerId="ADAL" clId="{F2816B4A-82C0-432C-9437-20E68A159950}" dt="2023-10-23T15:00:10.064" v="4" actId="255"/>
          <ac:spMkLst>
            <pc:docMk/>
            <pc:sldMk cId="0" sldId="256"/>
            <ac:spMk id="4" creationId="{03618BED-11B5-90CC-5910-B65474D700AA}"/>
          </ac:spMkLst>
        </pc:spChg>
      </pc:sldChg>
      <pc:sldChg chg="modSp mod">
        <pc:chgData name="Sam Prince" userId="b8c1c271-dd5b-4079-a09a-81f4ce8be867" providerId="ADAL" clId="{F2816B4A-82C0-432C-9437-20E68A159950}" dt="2023-10-23T15:00:19.231" v="5" actId="113"/>
        <pc:sldMkLst>
          <pc:docMk/>
          <pc:sldMk cId="0" sldId="257"/>
        </pc:sldMkLst>
        <pc:spChg chg="mod">
          <ac:chgData name="Sam Prince" userId="b8c1c271-dd5b-4079-a09a-81f4ce8be867" providerId="ADAL" clId="{F2816B4A-82C0-432C-9437-20E68A159950}" dt="2023-10-23T15:00:19.231" v="5" actId="113"/>
          <ac:spMkLst>
            <pc:docMk/>
            <pc:sldMk cId="0" sldId="257"/>
            <ac:spMk id="30722" creationId="{FC4F7FC9-2CE9-41A9-0CEE-4C8BD93B5782}"/>
          </ac:spMkLst>
        </pc:spChg>
      </pc:sldChg>
      <pc:sldChg chg="modSp mod">
        <pc:chgData name="Sam Prince" userId="b8c1c271-dd5b-4079-a09a-81f4ce8be867" providerId="ADAL" clId="{F2816B4A-82C0-432C-9437-20E68A159950}" dt="2023-10-23T15:22:07.733" v="351" actId="1076"/>
        <pc:sldMkLst>
          <pc:docMk/>
          <pc:sldMk cId="0" sldId="258"/>
        </pc:sldMkLst>
        <pc:spChg chg="mod">
          <ac:chgData name="Sam Prince" userId="b8c1c271-dd5b-4079-a09a-81f4ce8be867" providerId="ADAL" clId="{F2816B4A-82C0-432C-9437-20E68A159950}" dt="2023-10-23T15:00:23.751" v="6" actId="113"/>
          <ac:spMkLst>
            <pc:docMk/>
            <pc:sldMk cId="0" sldId="258"/>
            <ac:spMk id="32770" creationId="{CD9316BF-B3CE-8341-5A0A-249747D6C6E1}"/>
          </ac:spMkLst>
        </pc:spChg>
        <pc:spChg chg="mod">
          <ac:chgData name="Sam Prince" userId="b8c1c271-dd5b-4079-a09a-81f4ce8be867" providerId="ADAL" clId="{F2816B4A-82C0-432C-9437-20E68A159950}" dt="2023-10-23T15:22:07.733" v="351" actId="1076"/>
          <ac:spMkLst>
            <pc:docMk/>
            <pc:sldMk cId="0" sldId="258"/>
            <ac:spMk id="32771" creationId="{44DFA49F-83B7-E61C-00EB-D6046D571A05}"/>
          </ac:spMkLst>
        </pc:spChg>
      </pc:sldChg>
      <pc:sldChg chg="modSp mod">
        <pc:chgData name="Sam Prince" userId="b8c1c271-dd5b-4079-a09a-81f4ce8be867" providerId="ADAL" clId="{F2816B4A-82C0-432C-9437-20E68A159950}" dt="2023-10-23T15:11:05.839" v="192" actId="20577"/>
        <pc:sldMkLst>
          <pc:docMk/>
          <pc:sldMk cId="0" sldId="272"/>
        </pc:sldMkLst>
        <pc:spChg chg="mod">
          <ac:chgData name="Sam Prince" userId="b8c1c271-dd5b-4079-a09a-81f4ce8be867" providerId="ADAL" clId="{F2816B4A-82C0-432C-9437-20E68A159950}" dt="2023-10-23T15:11:05.839" v="192" actId="20577"/>
          <ac:spMkLst>
            <pc:docMk/>
            <pc:sldMk cId="0" sldId="272"/>
            <ac:spMk id="2" creationId="{B7377757-3F09-D4F3-FAE4-90B789AC5750}"/>
          </ac:spMkLst>
        </pc:spChg>
        <pc:spChg chg="mod">
          <ac:chgData name="Sam Prince" userId="b8c1c271-dd5b-4079-a09a-81f4ce8be867" providerId="ADAL" clId="{F2816B4A-82C0-432C-9437-20E68A159950}" dt="2023-10-23T15:01:35.509" v="9" actId="179"/>
          <ac:spMkLst>
            <pc:docMk/>
            <pc:sldMk cId="0" sldId="272"/>
            <ac:spMk id="34819" creationId="{453C7683-8588-7ABC-32E0-8A4E68218620}"/>
          </ac:spMkLst>
        </pc:spChg>
      </pc:sldChg>
      <pc:sldChg chg="delSp modSp mod">
        <pc:chgData name="Sam Prince" userId="b8c1c271-dd5b-4079-a09a-81f4ce8be867" providerId="ADAL" clId="{F2816B4A-82C0-432C-9437-20E68A159950}" dt="2023-10-23T15:34:35.262" v="424" actId="179"/>
        <pc:sldMkLst>
          <pc:docMk/>
          <pc:sldMk cId="884549766" sldId="305"/>
        </pc:sldMkLst>
        <pc:spChg chg="mod">
          <ac:chgData name="Sam Prince" userId="b8c1c271-dd5b-4079-a09a-81f4ce8be867" providerId="ADAL" clId="{F2816B4A-82C0-432C-9437-20E68A159950}" dt="2023-10-23T15:34:28.308" v="423" actId="179"/>
          <ac:spMkLst>
            <pc:docMk/>
            <pc:sldMk cId="884549766" sldId="305"/>
            <ac:spMk id="2" creationId="{EFDD8993-81DF-F394-39C5-D8C989861963}"/>
          </ac:spMkLst>
        </pc:spChg>
        <pc:spChg chg="mod">
          <ac:chgData name="Sam Prince" userId="b8c1c271-dd5b-4079-a09a-81f4ce8be867" providerId="ADAL" clId="{F2816B4A-82C0-432C-9437-20E68A159950}" dt="2023-10-23T15:34:35.262" v="424" actId="179"/>
          <ac:spMkLst>
            <pc:docMk/>
            <pc:sldMk cId="884549766" sldId="305"/>
            <ac:spMk id="3" creationId="{3B8765B5-33C2-41A6-B064-C052CBC3F2F1}"/>
          </ac:spMkLst>
        </pc:spChg>
        <pc:spChg chg="mod">
          <ac:chgData name="Sam Prince" userId="b8c1c271-dd5b-4079-a09a-81f4ce8be867" providerId="ADAL" clId="{F2816B4A-82C0-432C-9437-20E68A159950}" dt="2023-10-23T15:34:19.768" v="420" actId="12"/>
          <ac:spMkLst>
            <pc:docMk/>
            <pc:sldMk cId="884549766" sldId="305"/>
            <ac:spMk id="5" creationId="{7E4E5454-1777-2464-F100-B1CC54CE78D7}"/>
          </ac:spMkLst>
        </pc:spChg>
        <pc:spChg chg="mod">
          <ac:chgData name="Sam Prince" userId="b8c1c271-dd5b-4079-a09a-81f4ce8be867" providerId="ADAL" clId="{F2816B4A-82C0-432C-9437-20E68A159950}" dt="2023-10-23T15:34:22.940" v="421" actId="12"/>
          <ac:spMkLst>
            <pc:docMk/>
            <pc:sldMk cId="884549766" sldId="305"/>
            <ac:spMk id="6" creationId="{E8AAEB81-EF50-9C44-9F1F-9EAB3A3231EA}"/>
          </ac:spMkLst>
        </pc:spChg>
        <pc:spChg chg="mod">
          <ac:chgData name="Sam Prince" userId="b8c1c271-dd5b-4079-a09a-81f4ce8be867" providerId="ADAL" clId="{F2816B4A-82C0-432C-9437-20E68A159950}" dt="2023-10-23T15:04:04.681" v="54" actId="20577"/>
          <ac:spMkLst>
            <pc:docMk/>
            <pc:sldMk cId="884549766" sldId="305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1:40.580" v="10" actId="478"/>
          <ac:spMkLst>
            <pc:docMk/>
            <pc:sldMk cId="884549766" sldId="305"/>
            <ac:spMk id="34825" creationId="{A769D6F0-D2EB-B240-556F-F2D5022220C4}"/>
          </ac:spMkLst>
        </pc:spChg>
      </pc:sldChg>
      <pc:sldChg chg="modSp mod">
        <pc:chgData name="Sam Prince" userId="b8c1c271-dd5b-4079-a09a-81f4ce8be867" providerId="ADAL" clId="{F2816B4A-82C0-432C-9437-20E68A159950}" dt="2023-10-23T15:31:53.914" v="415" actId="1076"/>
        <pc:sldMkLst>
          <pc:docMk/>
          <pc:sldMk cId="588007661" sldId="306"/>
        </pc:sldMkLst>
        <pc:spChg chg="mod">
          <ac:chgData name="Sam Prince" userId="b8c1c271-dd5b-4079-a09a-81f4ce8be867" providerId="ADAL" clId="{F2816B4A-82C0-432C-9437-20E68A159950}" dt="2023-10-23T15:31:53.914" v="415" actId="1076"/>
          <ac:spMkLst>
            <pc:docMk/>
            <pc:sldMk cId="588007661" sldId="306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F2816B4A-82C0-432C-9437-20E68A159950}" dt="2023-10-23T15:32:00.158" v="416" actId="20577"/>
        <pc:sldMkLst>
          <pc:docMk/>
          <pc:sldMk cId="3621417310" sldId="307"/>
        </pc:sldMkLst>
        <pc:spChg chg="mod">
          <ac:chgData name="Sam Prince" userId="b8c1c271-dd5b-4079-a09a-81f4ce8be867" providerId="ADAL" clId="{F2816B4A-82C0-432C-9437-20E68A159950}" dt="2023-10-23T15:32:00.158" v="416" actId="20577"/>
          <ac:spMkLst>
            <pc:docMk/>
            <pc:sldMk cId="3621417310" sldId="307"/>
            <ac:spMk id="2" creationId="{3314DDA9-CB63-BCA3-B48C-46C13D4BB8ED}"/>
          </ac:spMkLst>
        </pc:spChg>
        <pc:spChg chg="mod">
          <ac:chgData name="Sam Prince" userId="b8c1c271-dd5b-4079-a09a-81f4ce8be867" providerId="ADAL" clId="{F2816B4A-82C0-432C-9437-20E68A159950}" dt="2023-10-23T15:20:24.890" v="340" actId="20577"/>
          <ac:spMkLst>
            <pc:docMk/>
            <pc:sldMk cId="3621417310" sldId="30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37:23.263" v="468" actId="113"/>
        <pc:sldMkLst>
          <pc:docMk/>
          <pc:sldMk cId="2629366877" sldId="310"/>
        </pc:sldMkLst>
        <pc:spChg chg="mod">
          <ac:chgData name="Sam Prince" userId="b8c1c271-dd5b-4079-a09a-81f4ce8be867" providerId="ADAL" clId="{F2816B4A-82C0-432C-9437-20E68A159950}" dt="2023-10-23T15:37:23.263" v="468" actId="113"/>
          <ac:spMkLst>
            <pc:docMk/>
            <pc:sldMk cId="2629366877" sldId="310"/>
            <ac:spMk id="4" creationId="{BBC39A38-00D9-3AFF-2256-2DA64888B278}"/>
          </ac:spMkLst>
        </pc:spChg>
        <pc:spChg chg="mod">
          <ac:chgData name="Sam Prince" userId="b8c1c271-dd5b-4079-a09a-81f4ce8be867" providerId="ADAL" clId="{F2816B4A-82C0-432C-9437-20E68A159950}" dt="2023-10-23T15:12:07.658" v="211" actId="20577"/>
          <ac:spMkLst>
            <pc:docMk/>
            <pc:sldMk cId="2629366877" sldId="310"/>
            <ac:spMk id="34820" creationId="{8DCD7CE1-603D-4D59-3DBB-C13C0B6505F0}"/>
          </ac:spMkLst>
        </pc:spChg>
      </pc:sldChg>
      <pc:sldChg chg="modSp mod addCm">
        <pc:chgData name="Sam Prince" userId="b8c1c271-dd5b-4079-a09a-81f4ce8be867" providerId="ADAL" clId="{F2816B4A-82C0-432C-9437-20E68A159950}" dt="2023-10-23T15:30:05.905" v="399"/>
        <pc:sldMkLst>
          <pc:docMk/>
          <pc:sldMk cId="30041694" sldId="311"/>
        </pc:sldMkLst>
        <pc:spChg chg="mod">
          <ac:chgData name="Sam Prince" userId="b8c1c271-dd5b-4079-a09a-81f4ce8be867" providerId="ADAL" clId="{F2816B4A-82C0-432C-9437-20E68A159950}" dt="2023-10-23T15:29:14.416" v="398" actId="1076"/>
          <ac:spMkLst>
            <pc:docMk/>
            <pc:sldMk cId="30041694" sldId="311"/>
            <ac:spMk id="3" creationId="{4D60BDD1-BE2D-996C-EB58-F6C1889ACF42}"/>
          </ac:spMkLst>
        </pc:spChg>
        <pc:spChg chg="mod">
          <ac:chgData name="Sam Prince" userId="b8c1c271-dd5b-4079-a09a-81f4ce8be867" providerId="ADAL" clId="{F2816B4A-82C0-432C-9437-20E68A159950}" dt="2023-10-23T15:15:09.278" v="269" actId="12"/>
          <ac:spMkLst>
            <pc:docMk/>
            <pc:sldMk cId="30041694" sldId="311"/>
            <ac:spMk id="4" creationId="{D6D80116-27A7-7871-F18F-D48D90787F47}"/>
          </ac:spMkLst>
        </pc:spChg>
        <pc:spChg chg="mod">
          <ac:chgData name="Sam Prince" userId="b8c1c271-dd5b-4079-a09a-81f4ce8be867" providerId="ADAL" clId="{F2816B4A-82C0-432C-9437-20E68A159950}" dt="2023-10-23T15:28:52.943" v="397" actId="20577"/>
          <ac:spMkLst>
            <pc:docMk/>
            <pc:sldMk cId="30041694" sldId="311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14:51.022" v="262" actId="20577"/>
          <ac:spMkLst>
            <pc:docMk/>
            <pc:sldMk cId="30041694" sldId="311"/>
            <ac:spMk id="34820" creationId="{8DCD7CE1-603D-4D59-3DBB-C13C0B6505F0}"/>
          </ac:spMkLst>
        </pc:spChg>
      </pc:sldChg>
      <pc:sldChg chg="delSp modSp mod addCm">
        <pc:chgData name="Sam Prince" userId="b8c1c271-dd5b-4079-a09a-81f4ce8be867" providerId="ADAL" clId="{F2816B4A-82C0-432C-9437-20E68A159950}" dt="2023-10-23T15:20:00.673" v="336" actId="27636"/>
        <pc:sldMkLst>
          <pc:docMk/>
          <pc:sldMk cId="4217868747" sldId="312"/>
        </pc:sldMkLst>
        <pc:spChg chg="mod">
          <ac:chgData name="Sam Prince" userId="b8c1c271-dd5b-4079-a09a-81f4ce8be867" providerId="ADAL" clId="{F2816B4A-82C0-432C-9437-20E68A159950}" dt="2023-10-23T15:20:00.673" v="336" actId="27636"/>
          <ac:spMkLst>
            <pc:docMk/>
            <pc:sldMk cId="4217868747" sldId="312"/>
            <ac:spMk id="34819" creationId="{453C7683-8588-7ABC-32E0-8A4E68218620}"/>
          </ac:spMkLst>
        </pc:spChg>
        <pc:spChg chg="del">
          <ac:chgData name="Sam Prince" userId="b8c1c271-dd5b-4079-a09a-81f4ce8be867" providerId="ADAL" clId="{F2816B4A-82C0-432C-9437-20E68A159950}" dt="2023-10-23T15:18:18.261" v="329" actId="478"/>
          <ac:spMkLst>
            <pc:docMk/>
            <pc:sldMk cId="4217868747" sldId="312"/>
            <ac:spMk id="34825" creationId="{E51B2B85-35FC-F03B-D0F4-9BC8401EF3CC}"/>
          </ac:spMkLst>
        </pc:spChg>
      </pc:sldChg>
      <pc:sldChg chg="delSp modSp mod">
        <pc:chgData name="Sam Prince" userId="b8c1c271-dd5b-4079-a09a-81f4ce8be867" providerId="ADAL" clId="{F2816B4A-82C0-432C-9437-20E68A159950}" dt="2023-10-23T15:35:20.468" v="430" actId="14100"/>
        <pc:sldMkLst>
          <pc:docMk/>
          <pc:sldMk cId="2723145805" sldId="313"/>
        </pc:sldMkLst>
        <pc:spChg chg="mod">
          <ac:chgData name="Sam Prince" userId="b8c1c271-dd5b-4079-a09a-81f4ce8be867" providerId="ADAL" clId="{F2816B4A-82C0-432C-9437-20E68A159950}" dt="2023-10-23T15:35:20.468" v="430" actId="14100"/>
          <ac:spMkLst>
            <pc:docMk/>
            <pc:sldMk cId="2723145805" sldId="313"/>
            <ac:spMk id="2" creationId="{3E1E37E2-7126-8D3F-6C09-2878B97FA7DC}"/>
          </ac:spMkLst>
        </pc:spChg>
        <pc:spChg chg="mod">
          <ac:chgData name="Sam Prince" userId="b8c1c271-dd5b-4079-a09a-81f4ce8be867" providerId="ADAL" clId="{F2816B4A-82C0-432C-9437-20E68A159950}" dt="2023-10-23T15:03:31.669" v="41" actId="1076"/>
          <ac:spMkLst>
            <pc:docMk/>
            <pc:sldMk cId="2723145805" sldId="313"/>
            <ac:spMk id="4" creationId="{F7AFB0CC-7F00-D556-1D2F-DAF0A4EEC4C9}"/>
          </ac:spMkLst>
        </pc:spChg>
        <pc:spChg chg="mod">
          <ac:chgData name="Sam Prince" userId="b8c1c271-dd5b-4079-a09a-81f4ce8be867" providerId="ADAL" clId="{F2816B4A-82C0-432C-9437-20E68A159950}" dt="2023-10-23T15:06:30.585" v="98" actId="14100"/>
          <ac:spMkLst>
            <pc:docMk/>
            <pc:sldMk cId="2723145805" sldId="313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3:05.528" v="34" actId="478"/>
          <ac:spMkLst>
            <pc:docMk/>
            <pc:sldMk cId="2723145805" sldId="313"/>
            <ac:spMk id="34831" creationId="{95A66324-9FA1-81DD-5BB9-1FBDAB4051BF}"/>
          </ac:spMkLst>
        </pc:spChg>
        <pc:picChg chg="mod">
          <ac:chgData name="Sam Prince" userId="b8c1c271-dd5b-4079-a09a-81f4ce8be867" providerId="ADAL" clId="{F2816B4A-82C0-432C-9437-20E68A159950}" dt="2023-10-23T15:04:35.521" v="65" actId="1076"/>
          <ac:picMkLst>
            <pc:docMk/>
            <pc:sldMk cId="2723145805" sldId="313"/>
            <ac:picMk id="3" creationId="{C956B0B2-8464-8D85-1F4D-D7D9608D914D}"/>
          </ac:picMkLst>
        </pc:picChg>
      </pc:sldChg>
      <pc:sldChg chg="delSp modSp mod">
        <pc:chgData name="Sam Prince" userId="b8c1c271-dd5b-4079-a09a-81f4ce8be867" providerId="ADAL" clId="{F2816B4A-82C0-432C-9437-20E68A159950}" dt="2023-10-23T15:36:22.363" v="445" actId="27636"/>
        <pc:sldMkLst>
          <pc:docMk/>
          <pc:sldMk cId="1453608497" sldId="322"/>
        </pc:sldMkLst>
        <pc:spChg chg="mod">
          <ac:chgData name="Sam Prince" userId="b8c1c271-dd5b-4079-a09a-81f4ce8be867" providerId="ADAL" clId="{F2816B4A-82C0-432C-9437-20E68A159950}" dt="2023-10-23T15:36:22.363" v="445" actId="27636"/>
          <ac:spMkLst>
            <pc:docMk/>
            <pc:sldMk cId="1453608497" sldId="322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08:48.230" v="140" actId="20577"/>
          <ac:spMkLst>
            <pc:docMk/>
            <pc:sldMk cId="1453608497" sldId="322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6:53.920" v="102" actId="478"/>
          <ac:spMkLst>
            <pc:docMk/>
            <pc:sldMk cId="1453608497" sldId="322"/>
            <ac:spMk id="34825" creationId="{40FE265E-EEE7-E603-C119-B31F0DC3DF51}"/>
          </ac:spMkLst>
        </pc:spChg>
      </pc:sldChg>
      <pc:sldChg chg="modSp mod">
        <pc:chgData name="Sam Prince" userId="b8c1c271-dd5b-4079-a09a-81f4ce8be867" providerId="ADAL" clId="{F2816B4A-82C0-432C-9437-20E68A159950}" dt="2023-10-23T15:27:31.217" v="377" actId="179"/>
        <pc:sldMkLst>
          <pc:docMk/>
          <pc:sldMk cId="470701041" sldId="323"/>
        </pc:sldMkLst>
        <pc:spChg chg="mod">
          <ac:chgData name="Sam Prince" userId="b8c1c271-dd5b-4079-a09a-81f4ce8be867" providerId="ADAL" clId="{F2816B4A-82C0-432C-9437-20E68A159950}" dt="2023-10-23T15:27:31.217" v="377" actId="179"/>
          <ac:spMkLst>
            <pc:docMk/>
            <pc:sldMk cId="470701041" sldId="323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14:02.054" v="246" actId="20577"/>
          <ac:spMkLst>
            <pc:docMk/>
            <pc:sldMk cId="470701041" sldId="323"/>
            <ac:spMk id="34820" creationId="{8DCD7CE1-603D-4D59-3DBB-C13C0B6505F0}"/>
          </ac:spMkLst>
        </pc:spChg>
        <pc:picChg chg="mod">
          <ac:chgData name="Sam Prince" userId="b8c1c271-dd5b-4079-a09a-81f4ce8be867" providerId="ADAL" clId="{F2816B4A-82C0-432C-9437-20E68A159950}" dt="2023-10-23T15:13:48.857" v="236" actId="1076"/>
          <ac:picMkLst>
            <pc:docMk/>
            <pc:sldMk cId="470701041" sldId="323"/>
            <ac:picMk id="4" creationId="{19B6DD83-EE74-1EEE-9D97-9116E3455EC5}"/>
          </ac:picMkLst>
        </pc:picChg>
      </pc:sldChg>
      <pc:sldChg chg="modSp mod">
        <pc:chgData name="Sam Prince" userId="b8c1c271-dd5b-4079-a09a-81f4ce8be867" providerId="ADAL" clId="{F2816B4A-82C0-432C-9437-20E68A159950}" dt="2023-10-23T15:16:01.845" v="289" actId="20578"/>
        <pc:sldMkLst>
          <pc:docMk/>
          <pc:sldMk cId="4124290334" sldId="324"/>
        </pc:sldMkLst>
        <pc:spChg chg="mod">
          <ac:chgData name="Sam Prince" userId="b8c1c271-dd5b-4079-a09a-81f4ce8be867" providerId="ADAL" clId="{F2816B4A-82C0-432C-9437-20E68A159950}" dt="2023-10-23T15:16:01.845" v="289" actId="20578"/>
          <ac:spMkLst>
            <pc:docMk/>
            <pc:sldMk cId="4124290334" sldId="324"/>
            <ac:spMk id="3" creationId="{59ADB141-B120-1C6D-58FA-B960676902FB}"/>
          </ac:spMkLst>
        </pc:spChg>
        <pc:spChg chg="mod">
          <ac:chgData name="Sam Prince" userId="b8c1c271-dd5b-4079-a09a-81f4ce8be867" providerId="ADAL" clId="{F2816B4A-82C0-432C-9437-20E68A159950}" dt="2023-10-23T15:15:50.225" v="283" actId="20577"/>
          <ac:spMkLst>
            <pc:docMk/>
            <pc:sldMk cId="4124290334" sldId="324"/>
            <ac:spMk id="5" creationId="{4BBF6CB8-E668-FEDD-5077-3D439D9517F1}"/>
          </ac:spMkLst>
        </pc:spChg>
        <pc:spChg chg="mod">
          <ac:chgData name="Sam Prince" userId="b8c1c271-dd5b-4079-a09a-81f4ce8be867" providerId="ADAL" clId="{F2816B4A-82C0-432C-9437-20E68A159950}" dt="2023-10-23T15:15:55.609" v="287" actId="20577"/>
          <ac:spMkLst>
            <pc:docMk/>
            <pc:sldMk cId="4124290334" sldId="324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31:32.152" v="414"/>
        <pc:sldMkLst>
          <pc:docMk/>
          <pc:sldMk cId="3298686084" sldId="325"/>
        </pc:sldMkLst>
        <pc:spChg chg="mod">
          <ac:chgData name="Sam Prince" userId="b8c1c271-dd5b-4079-a09a-81f4ce8be867" providerId="ADAL" clId="{F2816B4A-82C0-432C-9437-20E68A159950}" dt="2023-10-23T15:31:32.152" v="414"/>
          <ac:spMkLst>
            <pc:docMk/>
            <pc:sldMk cId="3298686084" sldId="325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17:04.082" v="312" actId="20577"/>
          <ac:spMkLst>
            <pc:docMk/>
            <pc:sldMk cId="3298686084" sldId="325"/>
            <ac:spMk id="34820" creationId="{8DCD7CE1-603D-4D59-3DBB-C13C0B6505F0}"/>
          </ac:spMkLst>
        </pc:spChg>
      </pc:sldChg>
      <pc:sldChg chg="delSp modSp mod">
        <pc:chgData name="Sam Prince" userId="b8c1c271-dd5b-4079-a09a-81f4ce8be867" providerId="ADAL" clId="{F2816B4A-82C0-432C-9437-20E68A159950}" dt="2023-10-23T15:34:55.216" v="426" actId="20577"/>
        <pc:sldMkLst>
          <pc:docMk/>
          <pc:sldMk cId="3286958162" sldId="327"/>
        </pc:sldMkLst>
        <pc:spChg chg="mod">
          <ac:chgData name="Sam Prince" userId="b8c1c271-dd5b-4079-a09a-81f4ce8be867" providerId="ADAL" clId="{F2816B4A-82C0-432C-9437-20E68A159950}" dt="2023-10-23T15:34:55.216" v="426" actId="20577"/>
          <ac:spMkLst>
            <pc:docMk/>
            <pc:sldMk cId="3286958162" sldId="327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03:56.209" v="50" actId="20577"/>
          <ac:spMkLst>
            <pc:docMk/>
            <pc:sldMk cId="3286958162" sldId="327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2:43.627" v="28" actId="478"/>
          <ac:spMkLst>
            <pc:docMk/>
            <pc:sldMk cId="3286958162" sldId="327"/>
            <ac:spMk id="34831" creationId="{95A66324-9FA1-81DD-5BB9-1FBDAB4051BF}"/>
          </ac:spMkLst>
        </pc:spChg>
      </pc:sldChg>
      <pc:sldChg chg="modSp mod">
        <pc:chgData name="Sam Prince" userId="b8c1c271-dd5b-4079-a09a-81f4ce8be867" providerId="ADAL" clId="{F2816B4A-82C0-432C-9437-20E68A159950}" dt="2023-10-23T15:32:12.762" v="417" actId="20577"/>
        <pc:sldMkLst>
          <pc:docMk/>
          <pc:sldMk cId="3410251149" sldId="329"/>
        </pc:sldMkLst>
        <pc:spChg chg="mod">
          <ac:chgData name="Sam Prince" userId="b8c1c271-dd5b-4079-a09a-81f4ce8be867" providerId="ADAL" clId="{F2816B4A-82C0-432C-9437-20E68A159950}" dt="2023-10-23T15:32:12.762" v="417" actId="20577"/>
          <ac:spMkLst>
            <pc:docMk/>
            <pc:sldMk cId="3410251149" sldId="329"/>
            <ac:spMk id="4" creationId="{B9F6C77D-0E91-A535-E3F0-45442D6BE882}"/>
          </ac:spMkLst>
        </pc:spChg>
      </pc:sldChg>
      <pc:sldChg chg="modSp mod addCm">
        <pc:chgData name="Sam Prince" userId="b8c1c271-dd5b-4079-a09a-81f4ce8be867" providerId="ADAL" clId="{F2816B4A-82C0-432C-9437-20E68A159950}" dt="2023-10-23T15:32:26.853" v="418"/>
        <pc:sldMkLst>
          <pc:docMk/>
          <pc:sldMk cId="917972314" sldId="330"/>
        </pc:sldMkLst>
        <pc:spChg chg="mod">
          <ac:chgData name="Sam Prince" userId="b8c1c271-dd5b-4079-a09a-81f4ce8be867" providerId="ADAL" clId="{F2816B4A-82C0-432C-9437-20E68A159950}" dt="2023-10-23T15:21:48.051" v="350" actId="20577"/>
          <ac:spMkLst>
            <pc:docMk/>
            <pc:sldMk cId="917972314" sldId="330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F2816B4A-82C0-432C-9437-20E68A159950}" dt="2023-10-23T15:35:51.077" v="437" actId="6549"/>
        <pc:sldMkLst>
          <pc:docMk/>
          <pc:sldMk cId="806132857" sldId="331"/>
        </pc:sldMkLst>
        <pc:spChg chg="add del mod">
          <ac:chgData name="Sam Prince" userId="b8c1c271-dd5b-4079-a09a-81f4ce8be867" providerId="ADAL" clId="{F2816B4A-82C0-432C-9437-20E68A159950}" dt="2023-10-23T15:35:51.077" v="437" actId="6549"/>
          <ac:spMkLst>
            <pc:docMk/>
            <pc:sldMk cId="806132857" sldId="331"/>
            <ac:spMk id="2" creationId="{3E1E37E2-7126-8D3F-6C09-2878B97FA7DC}"/>
          </ac:spMkLst>
        </pc:spChg>
        <pc:spChg chg="mod">
          <ac:chgData name="Sam Prince" userId="b8c1c271-dd5b-4079-a09a-81f4ce8be867" providerId="ADAL" clId="{F2816B4A-82C0-432C-9437-20E68A159950}" dt="2023-10-23T15:06:21.873" v="96" actId="14100"/>
          <ac:spMkLst>
            <pc:docMk/>
            <pc:sldMk cId="806132857" sldId="331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3:44.822" v="44" actId="478"/>
          <ac:spMkLst>
            <pc:docMk/>
            <pc:sldMk cId="806132857" sldId="331"/>
            <ac:spMk id="34831" creationId="{95A66324-9FA1-81DD-5BB9-1FBDAB4051BF}"/>
          </ac:spMkLst>
        </pc:spChg>
      </pc:sldChg>
      <pc:sldChg chg="delSp modSp mod">
        <pc:chgData name="Sam Prince" userId="b8c1c271-dd5b-4079-a09a-81f4ce8be867" providerId="ADAL" clId="{F2816B4A-82C0-432C-9437-20E68A159950}" dt="2023-10-23T15:36:06.252" v="441" actId="6549"/>
        <pc:sldMkLst>
          <pc:docMk/>
          <pc:sldMk cId="4228151028" sldId="332"/>
        </pc:sldMkLst>
        <pc:spChg chg="mod">
          <ac:chgData name="Sam Prince" userId="b8c1c271-dd5b-4079-a09a-81f4ce8be867" providerId="ADAL" clId="{F2816B4A-82C0-432C-9437-20E68A159950}" dt="2023-10-23T15:36:06.252" v="441" actId="6549"/>
          <ac:spMkLst>
            <pc:docMk/>
            <pc:sldMk cId="4228151028" sldId="332"/>
            <ac:spMk id="2" creationId="{3E1E37E2-7126-8D3F-6C09-2878B97FA7DC}"/>
          </ac:spMkLst>
        </pc:spChg>
        <pc:spChg chg="mod">
          <ac:chgData name="Sam Prince" userId="b8c1c271-dd5b-4079-a09a-81f4ce8be867" providerId="ADAL" clId="{F2816B4A-82C0-432C-9437-20E68A159950}" dt="2023-10-23T15:06:49.661" v="101" actId="113"/>
          <ac:spMkLst>
            <pc:docMk/>
            <pc:sldMk cId="4228151028" sldId="332"/>
            <ac:spMk id="7" creationId="{0A2AC35D-70B6-3704-E28B-10E96FDBF270}"/>
          </ac:spMkLst>
        </pc:spChg>
        <pc:spChg chg="mod">
          <ac:chgData name="Sam Prince" userId="b8c1c271-dd5b-4079-a09a-81f4ce8be867" providerId="ADAL" clId="{F2816B4A-82C0-432C-9437-20E68A159950}" dt="2023-10-23T15:06:13.695" v="94" actId="14100"/>
          <ac:spMkLst>
            <pc:docMk/>
            <pc:sldMk cId="4228151028" sldId="332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5:32.710" v="80" actId="478"/>
          <ac:spMkLst>
            <pc:docMk/>
            <pc:sldMk cId="4228151028" sldId="332"/>
            <ac:spMk id="34831" creationId="{95A66324-9FA1-81DD-5BB9-1FBDAB4051BF}"/>
          </ac:spMkLst>
        </pc:spChg>
        <pc:picChg chg="mod">
          <ac:chgData name="Sam Prince" userId="b8c1c271-dd5b-4079-a09a-81f4ce8be867" providerId="ADAL" clId="{F2816B4A-82C0-432C-9437-20E68A159950}" dt="2023-10-23T15:22:37.159" v="353" actId="1076"/>
          <ac:picMkLst>
            <pc:docMk/>
            <pc:sldMk cId="4228151028" sldId="332"/>
            <ac:picMk id="6" creationId="{89BAEE2A-A82F-20C3-4FF0-14DCC0D4C54E}"/>
          </ac:picMkLst>
        </pc:picChg>
      </pc:sldChg>
      <pc:sldChg chg="delSp modSp mod addCm modCm">
        <pc:chgData name="Sam Prince" userId="b8c1c271-dd5b-4079-a09a-81f4ce8be867" providerId="ADAL" clId="{F2816B4A-82C0-432C-9437-20E68A159950}" dt="2023-10-23T15:24:09.584" v="355"/>
        <pc:sldMkLst>
          <pc:docMk/>
          <pc:sldMk cId="1098313663" sldId="333"/>
        </pc:sldMkLst>
        <pc:spChg chg="mod">
          <ac:chgData name="Sam Prince" userId="b8c1c271-dd5b-4079-a09a-81f4ce8be867" providerId="ADAL" clId="{F2816B4A-82C0-432C-9437-20E68A159950}" dt="2023-10-23T15:09:17.028" v="152" actId="1076"/>
          <ac:spMkLst>
            <pc:docMk/>
            <pc:sldMk cId="1098313663" sldId="333"/>
            <ac:spMk id="2" creationId="{E12A693F-24B8-F419-1775-B52D5A55291F}"/>
          </ac:spMkLst>
        </pc:spChg>
        <pc:spChg chg="mod">
          <ac:chgData name="Sam Prince" userId="b8c1c271-dd5b-4079-a09a-81f4ce8be867" providerId="ADAL" clId="{F2816B4A-82C0-432C-9437-20E68A159950}" dt="2023-10-23T15:09:29.233" v="157" actId="20577"/>
          <ac:spMkLst>
            <pc:docMk/>
            <pc:sldMk cId="1098313663" sldId="333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09:06.753" v="150" actId="20577"/>
          <ac:spMkLst>
            <pc:docMk/>
            <pc:sldMk cId="1098313663" sldId="333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9:01.794" v="147" actId="478"/>
          <ac:spMkLst>
            <pc:docMk/>
            <pc:sldMk cId="1098313663" sldId="333"/>
            <ac:spMk id="34825" creationId="{40FE265E-EEE7-E603-C119-B31F0DC3DF51}"/>
          </ac:spMkLst>
        </pc:spChg>
      </pc:sldChg>
      <pc:sldChg chg="delSp modSp mod">
        <pc:chgData name="Sam Prince" userId="b8c1c271-dd5b-4079-a09a-81f4ce8be867" providerId="ADAL" clId="{F2816B4A-82C0-432C-9437-20E68A159950}" dt="2023-10-23T15:36:49.997" v="449" actId="14100"/>
        <pc:sldMkLst>
          <pc:docMk/>
          <pc:sldMk cId="781525074" sldId="334"/>
        </pc:sldMkLst>
        <pc:spChg chg="mod">
          <ac:chgData name="Sam Prince" userId="b8c1c271-dd5b-4079-a09a-81f4ce8be867" providerId="ADAL" clId="{F2816B4A-82C0-432C-9437-20E68A159950}" dt="2023-10-23T15:36:49.997" v="449" actId="14100"/>
          <ac:spMkLst>
            <pc:docMk/>
            <pc:sldMk cId="781525074" sldId="334"/>
            <ac:spMk id="6" creationId="{F3776939-E009-EA1E-FD0C-7DD9D0501F6D}"/>
          </ac:spMkLst>
        </pc:spChg>
        <pc:spChg chg="mod">
          <ac:chgData name="Sam Prince" userId="b8c1c271-dd5b-4079-a09a-81f4ce8be867" providerId="ADAL" clId="{F2816B4A-82C0-432C-9437-20E68A159950}" dt="2023-10-23T15:09:45.765" v="165" actId="20577"/>
          <ac:spMkLst>
            <pc:docMk/>
            <pc:sldMk cId="781525074" sldId="334"/>
            <ac:spMk id="34820" creationId="{8DCD7CE1-603D-4D59-3DBB-C13C0B6505F0}"/>
          </ac:spMkLst>
        </pc:spChg>
        <pc:spChg chg="del">
          <ac:chgData name="Sam Prince" userId="b8c1c271-dd5b-4079-a09a-81f4ce8be867" providerId="ADAL" clId="{F2816B4A-82C0-432C-9437-20E68A159950}" dt="2023-10-23T15:09:49.001" v="166" actId="478"/>
          <ac:spMkLst>
            <pc:docMk/>
            <pc:sldMk cId="781525074" sldId="334"/>
            <ac:spMk id="34825" creationId="{40FE265E-EEE7-E603-C119-B31F0DC3DF51}"/>
          </ac:spMkLst>
        </pc:spChg>
      </pc:sldChg>
      <pc:sldChg chg="modSp mod">
        <pc:chgData name="Sam Prince" userId="b8c1c271-dd5b-4079-a09a-81f4ce8be867" providerId="ADAL" clId="{F2816B4A-82C0-432C-9437-20E68A159950}" dt="2023-10-23T15:27:20.605" v="375" actId="1076"/>
        <pc:sldMkLst>
          <pc:docMk/>
          <pc:sldMk cId="699093148" sldId="337"/>
        </pc:sldMkLst>
        <pc:spChg chg="mod">
          <ac:chgData name="Sam Prince" userId="b8c1c271-dd5b-4079-a09a-81f4ce8be867" providerId="ADAL" clId="{F2816B4A-82C0-432C-9437-20E68A159950}" dt="2023-10-23T15:13:22.199" v="232" actId="1076"/>
          <ac:spMkLst>
            <pc:docMk/>
            <pc:sldMk cId="699093148" sldId="337"/>
            <ac:spMk id="5" creationId="{78527617-3A2A-F087-A6B0-7279F9AE4E49}"/>
          </ac:spMkLst>
        </pc:spChg>
        <pc:spChg chg="mod">
          <ac:chgData name="Sam Prince" userId="b8c1c271-dd5b-4079-a09a-81f4ce8be867" providerId="ADAL" clId="{F2816B4A-82C0-432C-9437-20E68A159950}" dt="2023-10-23T15:27:20.605" v="375" actId="1076"/>
          <ac:spMkLst>
            <pc:docMk/>
            <pc:sldMk cId="699093148" sldId="337"/>
            <ac:spMk id="6" creationId="{AE24DEFB-D02B-8A34-F327-4B8FFE66CD80}"/>
          </ac:spMkLst>
        </pc:spChg>
        <pc:spChg chg="mod">
          <ac:chgData name="Sam Prince" userId="b8c1c271-dd5b-4079-a09a-81f4ce8be867" providerId="ADAL" clId="{F2816B4A-82C0-432C-9437-20E68A159950}" dt="2023-10-23T15:27:07.695" v="373" actId="179"/>
          <ac:spMkLst>
            <pc:docMk/>
            <pc:sldMk cId="699093148" sldId="337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12:52.710" v="228" actId="20577"/>
          <ac:spMkLst>
            <pc:docMk/>
            <pc:sldMk cId="699093148" sldId="337"/>
            <ac:spMk id="34820" creationId="{8DCD7CE1-603D-4D59-3DBB-C13C0B6505F0}"/>
          </ac:spMkLst>
        </pc:spChg>
      </pc:sldChg>
      <pc:sldChg chg="modSp mod addCm">
        <pc:chgData name="Sam Prince" userId="b8c1c271-dd5b-4079-a09a-81f4ce8be867" providerId="ADAL" clId="{F2816B4A-82C0-432C-9437-20E68A159950}" dt="2023-10-23T15:37:31.722" v="470" actId="20577"/>
        <pc:sldMkLst>
          <pc:docMk/>
          <pc:sldMk cId="2446591769" sldId="338"/>
        </pc:sldMkLst>
        <pc:spChg chg="mod">
          <ac:chgData name="Sam Prince" userId="b8c1c271-dd5b-4079-a09a-81f4ce8be867" providerId="ADAL" clId="{F2816B4A-82C0-432C-9437-20E68A159950}" dt="2023-10-23T15:37:31.722" v="470" actId="20577"/>
          <ac:spMkLst>
            <pc:docMk/>
            <pc:sldMk cId="2446591769" sldId="338"/>
            <ac:spMk id="4" creationId="{751C4302-0D89-D7EB-E01D-22B17D5A38FF}"/>
          </ac:spMkLst>
        </pc:spChg>
        <pc:spChg chg="mod">
          <ac:chgData name="Sam Prince" userId="b8c1c271-dd5b-4079-a09a-81f4ce8be867" providerId="ADAL" clId="{F2816B4A-82C0-432C-9437-20E68A159950}" dt="2023-10-23T15:12:22.955" v="213" actId="20577"/>
          <ac:spMkLst>
            <pc:docMk/>
            <pc:sldMk cId="2446591769" sldId="33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27:58.542" v="383" actId="12"/>
        <pc:sldMkLst>
          <pc:docMk/>
          <pc:sldMk cId="3080232511" sldId="339"/>
        </pc:sldMkLst>
        <pc:spChg chg="mod">
          <ac:chgData name="Sam Prince" userId="b8c1c271-dd5b-4079-a09a-81f4ce8be867" providerId="ADAL" clId="{F2816B4A-82C0-432C-9437-20E68A159950}" dt="2023-10-23T15:27:58.542" v="383" actId="12"/>
          <ac:spMkLst>
            <pc:docMk/>
            <pc:sldMk cId="3080232511" sldId="339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14:25.522" v="251" actId="1076"/>
          <ac:spMkLst>
            <pc:docMk/>
            <pc:sldMk cId="3080232511" sldId="339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28:34.010" v="396" actId="12"/>
        <pc:sldMkLst>
          <pc:docMk/>
          <pc:sldMk cId="3945144119" sldId="340"/>
        </pc:sldMkLst>
        <pc:spChg chg="mod">
          <ac:chgData name="Sam Prince" userId="b8c1c271-dd5b-4079-a09a-81f4ce8be867" providerId="ADAL" clId="{F2816B4A-82C0-432C-9437-20E68A159950}" dt="2023-10-23T15:28:34.010" v="396" actId="12"/>
          <ac:spMkLst>
            <pc:docMk/>
            <pc:sldMk cId="3945144119" sldId="340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14:34.964" v="257" actId="20577"/>
          <ac:spMkLst>
            <pc:docMk/>
            <pc:sldMk cId="3945144119" sldId="340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30:34.620" v="404" actId="1076"/>
        <pc:sldMkLst>
          <pc:docMk/>
          <pc:sldMk cId="2312427690" sldId="341"/>
        </pc:sldMkLst>
        <pc:spChg chg="mod">
          <ac:chgData name="Sam Prince" userId="b8c1c271-dd5b-4079-a09a-81f4ce8be867" providerId="ADAL" clId="{F2816B4A-82C0-432C-9437-20E68A159950}" dt="2023-10-23T15:30:34.620" v="404" actId="1076"/>
          <ac:spMkLst>
            <pc:docMk/>
            <pc:sldMk cId="2312427690" sldId="341"/>
            <ac:spMk id="6" creationId="{DAE9A9A5-685A-A1D0-CA96-2E6329258373}"/>
          </ac:spMkLst>
        </pc:spChg>
        <pc:spChg chg="mod">
          <ac:chgData name="Sam Prince" userId="b8c1c271-dd5b-4079-a09a-81f4ce8be867" providerId="ADAL" clId="{F2816B4A-82C0-432C-9437-20E68A159950}" dt="2023-10-23T15:30:27.348" v="403" actId="1076"/>
          <ac:spMkLst>
            <pc:docMk/>
            <pc:sldMk cId="2312427690" sldId="341"/>
            <ac:spMk id="34819" creationId="{453C7683-8588-7ABC-32E0-8A4E68218620}"/>
          </ac:spMkLst>
        </pc:spChg>
        <pc:spChg chg="mod">
          <ac:chgData name="Sam Prince" userId="b8c1c271-dd5b-4079-a09a-81f4ce8be867" providerId="ADAL" clId="{F2816B4A-82C0-432C-9437-20E68A159950}" dt="2023-10-23T15:15:23.845" v="274" actId="20577"/>
          <ac:spMkLst>
            <pc:docMk/>
            <pc:sldMk cId="2312427690" sldId="341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16:34.044" v="298" actId="20577"/>
        <pc:sldMkLst>
          <pc:docMk/>
          <pc:sldMk cId="424661666" sldId="342"/>
        </pc:sldMkLst>
        <pc:spChg chg="mod">
          <ac:chgData name="Sam Prince" userId="b8c1c271-dd5b-4079-a09a-81f4ce8be867" providerId="ADAL" clId="{F2816B4A-82C0-432C-9437-20E68A159950}" dt="2023-10-23T15:16:34.044" v="298" actId="20577"/>
          <ac:spMkLst>
            <pc:docMk/>
            <pc:sldMk cId="424661666" sldId="342"/>
            <ac:spMk id="3" creationId="{59ADB141-B120-1C6D-58FA-B960676902FB}"/>
          </ac:spMkLst>
        </pc:spChg>
        <pc:spChg chg="mod">
          <ac:chgData name="Sam Prince" userId="b8c1c271-dd5b-4079-a09a-81f4ce8be867" providerId="ADAL" clId="{F2816B4A-82C0-432C-9437-20E68A159950}" dt="2023-10-23T15:16:30.932" v="297" actId="1076"/>
          <ac:spMkLst>
            <pc:docMk/>
            <pc:sldMk cId="424661666" sldId="342"/>
            <ac:spMk id="5" creationId="{4BBF6CB8-E668-FEDD-5077-3D439D9517F1}"/>
          </ac:spMkLst>
        </pc:spChg>
        <pc:spChg chg="mod">
          <ac:chgData name="Sam Prince" userId="b8c1c271-dd5b-4079-a09a-81f4ce8be867" providerId="ADAL" clId="{F2816B4A-82C0-432C-9437-20E68A159950}" dt="2023-10-23T15:16:15.690" v="293" actId="20577"/>
          <ac:spMkLst>
            <pc:docMk/>
            <pc:sldMk cId="424661666" sldId="342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16:53.770" v="308" actId="20577"/>
        <pc:sldMkLst>
          <pc:docMk/>
          <pc:sldMk cId="3142679474" sldId="343"/>
        </pc:sldMkLst>
        <pc:spChg chg="mod">
          <ac:chgData name="Sam Prince" userId="b8c1c271-dd5b-4079-a09a-81f4ce8be867" providerId="ADAL" clId="{F2816B4A-82C0-432C-9437-20E68A159950}" dt="2023-10-23T15:16:53.770" v="308" actId="20577"/>
          <ac:spMkLst>
            <pc:docMk/>
            <pc:sldMk cId="3142679474" sldId="343"/>
            <ac:spMk id="3" creationId="{59ADB141-B120-1C6D-58FA-B960676902FB}"/>
          </ac:spMkLst>
        </pc:spChg>
        <pc:spChg chg="mod">
          <ac:chgData name="Sam Prince" userId="b8c1c271-dd5b-4079-a09a-81f4ce8be867" providerId="ADAL" clId="{F2816B4A-82C0-432C-9437-20E68A159950}" dt="2023-10-23T15:16:42.827" v="302" actId="20577"/>
          <ac:spMkLst>
            <pc:docMk/>
            <pc:sldMk cId="3142679474" sldId="343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F2816B4A-82C0-432C-9437-20E68A159950}" dt="2023-10-23T15:17:36.633" v="327" actId="20577"/>
        <pc:sldMkLst>
          <pc:docMk/>
          <pc:sldMk cId="2836649913" sldId="344"/>
        </pc:sldMkLst>
        <pc:spChg chg="mod">
          <ac:chgData name="Sam Prince" userId="b8c1c271-dd5b-4079-a09a-81f4ce8be867" providerId="ADAL" clId="{F2816B4A-82C0-432C-9437-20E68A159950}" dt="2023-10-23T15:17:36.633" v="327" actId="20577"/>
          <ac:spMkLst>
            <pc:docMk/>
            <pc:sldMk cId="2836649913" sldId="344"/>
            <ac:spMk id="3" creationId="{025D66C3-FA4B-9532-C749-054E910867E1}"/>
          </ac:spMkLst>
        </pc:spChg>
        <pc:spChg chg="mod">
          <ac:chgData name="Sam Prince" userId="b8c1c271-dd5b-4079-a09a-81f4ce8be867" providerId="ADAL" clId="{F2816B4A-82C0-432C-9437-20E68A159950}" dt="2023-10-23T15:17:32.255" v="325" actId="20577"/>
          <ac:spMkLst>
            <pc:docMk/>
            <pc:sldMk cId="2836649913" sldId="344"/>
            <ac:spMk id="4" creationId="{70289D54-9015-BC86-05B8-DC074DE54AB2}"/>
          </ac:spMkLst>
        </pc:spChg>
        <pc:spChg chg="mod">
          <ac:chgData name="Sam Prince" userId="b8c1c271-dd5b-4079-a09a-81f4ce8be867" providerId="ADAL" clId="{F2816B4A-82C0-432C-9437-20E68A159950}" dt="2023-10-23T15:17:23.750" v="321" actId="20577"/>
          <ac:spMkLst>
            <pc:docMk/>
            <pc:sldMk cId="2836649913" sldId="344"/>
            <ac:spMk id="34820" creationId="{8DCD7CE1-603D-4D59-3DBB-C13C0B6505F0}"/>
          </ac:spMkLst>
        </pc:spChg>
      </pc:sldChg>
    </pc:docChg>
  </pc:docChgLst>
  <pc:docChgLst>
    <pc:chgData name="Paul Winser" userId="c3146a91-e6bd-4264-bd86-e164e04bc32d" providerId="ADAL" clId="{66D32F7E-E55E-49D3-A65C-AF44AB66F63A}"/>
    <pc:docChg chg="custSel addSld modSld">
      <pc:chgData name="Paul Winser" userId="c3146a91-e6bd-4264-bd86-e164e04bc32d" providerId="ADAL" clId="{66D32F7E-E55E-49D3-A65C-AF44AB66F63A}" dt="2023-11-23T10:37:11.797" v="52"/>
      <pc:docMkLst>
        <pc:docMk/>
      </pc:docMkLst>
      <pc:sldChg chg="addSp delSp modSp mod">
        <pc:chgData name="Paul Winser" userId="c3146a91-e6bd-4264-bd86-e164e04bc32d" providerId="ADAL" clId="{66D32F7E-E55E-49D3-A65C-AF44AB66F63A}" dt="2023-11-23T10:34:50.712" v="6"/>
        <pc:sldMkLst>
          <pc:docMk/>
          <pc:sldMk cId="0" sldId="256"/>
        </pc:sldMkLst>
        <pc:spChg chg="del">
          <ac:chgData name="Paul Winser" userId="c3146a91-e6bd-4264-bd86-e164e04bc32d" providerId="ADAL" clId="{66D32F7E-E55E-49D3-A65C-AF44AB66F63A}" dt="2023-11-23T10:34:29.380" v="0" actId="478"/>
          <ac:spMkLst>
            <pc:docMk/>
            <pc:sldMk cId="0" sldId="256"/>
            <ac:spMk id="2" creationId="{BA1DBD30-D227-0CFF-540B-E00D23711A89}"/>
          </ac:spMkLst>
        </pc:spChg>
        <pc:spChg chg="add mod">
          <ac:chgData name="Paul Winser" userId="c3146a91-e6bd-4264-bd86-e164e04bc32d" providerId="ADAL" clId="{66D32F7E-E55E-49D3-A65C-AF44AB66F63A}" dt="2023-11-23T10:34:42.662" v="5" actId="6549"/>
          <ac:spMkLst>
            <pc:docMk/>
            <pc:sldMk cId="0" sldId="256"/>
            <ac:spMk id="5" creationId="{5651BDC1-3D93-7D34-5729-C57AA4CCE644}"/>
          </ac:spMkLst>
        </pc:spChg>
        <pc:spChg chg="add mod">
          <ac:chgData name="Paul Winser" userId="c3146a91-e6bd-4264-bd86-e164e04bc32d" providerId="ADAL" clId="{66D32F7E-E55E-49D3-A65C-AF44AB66F63A}" dt="2023-11-23T10:34:50.712" v="6"/>
          <ac:spMkLst>
            <pc:docMk/>
            <pc:sldMk cId="0" sldId="256"/>
            <ac:spMk id="6" creationId="{59928A87-2B8C-080F-2A98-5DFCD5D54B43}"/>
          </ac:spMkLst>
        </pc:spChg>
      </pc:sldChg>
      <pc:sldChg chg="addSp modSp">
        <pc:chgData name="Paul Winser" userId="c3146a91-e6bd-4264-bd86-e164e04bc32d" providerId="ADAL" clId="{66D32F7E-E55E-49D3-A65C-AF44AB66F63A}" dt="2023-11-23T10:34:56.586" v="7"/>
        <pc:sldMkLst>
          <pc:docMk/>
          <pc:sldMk cId="0" sldId="257"/>
        </pc:sldMkLst>
        <pc:spChg chg="add mod">
          <ac:chgData name="Paul Winser" userId="c3146a91-e6bd-4264-bd86-e164e04bc32d" providerId="ADAL" clId="{66D32F7E-E55E-49D3-A65C-AF44AB66F63A}" dt="2023-11-23T10:34:56.586" v="7"/>
          <ac:spMkLst>
            <pc:docMk/>
            <pc:sldMk cId="0" sldId="257"/>
            <ac:spMk id="2" creationId="{DE491C69-B374-4270-9402-61D762CD6A95}"/>
          </ac:spMkLst>
        </pc:spChg>
      </pc:sldChg>
      <pc:sldChg chg="addSp modSp">
        <pc:chgData name="Paul Winser" userId="c3146a91-e6bd-4264-bd86-e164e04bc32d" providerId="ADAL" clId="{66D32F7E-E55E-49D3-A65C-AF44AB66F63A}" dt="2023-11-23T10:34:57.586" v="8"/>
        <pc:sldMkLst>
          <pc:docMk/>
          <pc:sldMk cId="0" sldId="258"/>
        </pc:sldMkLst>
        <pc:spChg chg="add mod">
          <ac:chgData name="Paul Winser" userId="c3146a91-e6bd-4264-bd86-e164e04bc32d" providerId="ADAL" clId="{66D32F7E-E55E-49D3-A65C-AF44AB66F63A}" dt="2023-11-23T10:34:57.586" v="8"/>
          <ac:spMkLst>
            <pc:docMk/>
            <pc:sldMk cId="0" sldId="258"/>
            <ac:spMk id="2" creationId="{69CD9D6C-3C62-5B50-066E-A1A7D15FF488}"/>
          </ac:spMkLst>
        </pc:spChg>
      </pc:sldChg>
      <pc:sldChg chg="addSp modSp">
        <pc:chgData name="Paul Winser" userId="c3146a91-e6bd-4264-bd86-e164e04bc32d" providerId="ADAL" clId="{66D32F7E-E55E-49D3-A65C-AF44AB66F63A}" dt="2023-11-23T10:34:58.615" v="9"/>
        <pc:sldMkLst>
          <pc:docMk/>
          <pc:sldMk cId="0" sldId="272"/>
        </pc:sldMkLst>
        <pc:spChg chg="add mod">
          <ac:chgData name="Paul Winser" userId="c3146a91-e6bd-4264-bd86-e164e04bc32d" providerId="ADAL" clId="{66D32F7E-E55E-49D3-A65C-AF44AB66F63A}" dt="2023-11-23T10:34:58.615" v="9"/>
          <ac:spMkLst>
            <pc:docMk/>
            <pc:sldMk cId="0" sldId="272"/>
            <ac:spMk id="3" creationId="{0C525E11-DB72-C3D8-5E47-780A473AED90}"/>
          </ac:spMkLst>
        </pc:spChg>
      </pc:sldChg>
      <pc:sldChg chg="addSp modSp">
        <pc:chgData name="Paul Winser" userId="c3146a91-e6bd-4264-bd86-e164e04bc32d" providerId="ADAL" clId="{66D32F7E-E55E-49D3-A65C-AF44AB66F63A}" dt="2023-11-23T10:35:00.102" v="10"/>
        <pc:sldMkLst>
          <pc:docMk/>
          <pc:sldMk cId="884549766" sldId="305"/>
        </pc:sldMkLst>
        <pc:spChg chg="add mod">
          <ac:chgData name="Paul Winser" userId="c3146a91-e6bd-4264-bd86-e164e04bc32d" providerId="ADAL" clId="{66D32F7E-E55E-49D3-A65C-AF44AB66F63A}" dt="2023-11-23T10:35:00.102" v="10"/>
          <ac:spMkLst>
            <pc:docMk/>
            <pc:sldMk cId="884549766" sldId="305"/>
            <ac:spMk id="4" creationId="{CE81373C-110C-80CC-4D0A-75A67FB6FD98}"/>
          </ac:spMkLst>
        </pc:spChg>
      </pc:sldChg>
      <pc:sldChg chg="addSp modSp">
        <pc:chgData name="Paul Winser" userId="c3146a91-e6bd-4264-bd86-e164e04bc32d" providerId="ADAL" clId="{66D32F7E-E55E-49D3-A65C-AF44AB66F63A}" dt="2023-11-23T10:36:35.128" v="46"/>
        <pc:sldMkLst>
          <pc:docMk/>
          <pc:sldMk cId="588007661" sldId="306"/>
        </pc:sldMkLst>
        <pc:spChg chg="add mod">
          <ac:chgData name="Paul Winser" userId="c3146a91-e6bd-4264-bd86-e164e04bc32d" providerId="ADAL" clId="{66D32F7E-E55E-49D3-A65C-AF44AB66F63A}" dt="2023-11-23T10:36:35.128" v="46"/>
          <ac:spMkLst>
            <pc:docMk/>
            <pc:sldMk cId="588007661" sldId="306"/>
            <ac:spMk id="3" creationId="{64BDE157-12CD-2A20-EDDA-4CD9FF45EB1C}"/>
          </ac:spMkLst>
        </pc:spChg>
      </pc:sldChg>
      <pc:sldChg chg="addSp modSp">
        <pc:chgData name="Paul Winser" userId="c3146a91-e6bd-4264-bd86-e164e04bc32d" providerId="ADAL" clId="{66D32F7E-E55E-49D3-A65C-AF44AB66F63A}" dt="2023-11-23T10:36:36.300" v="47"/>
        <pc:sldMkLst>
          <pc:docMk/>
          <pc:sldMk cId="3621417310" sldId="307"/>
        </pc:sldMkLst>
        <pc:spChg chg="add mod">
          <ac:chgData name="Paul Winser" userId="c3146a91-e6bd-4264-bd86-e164e04bc32d" providerId="ADAL" clId="{66D32F7E-E55E-49D3-A65C-AF44AB66F63A}" dt="2023-11-23T10:36:36.300" v="47"/>
          <ac:spMkLst>
            <pc:docMk/>
            <pc:sldMk cId="3621417310" sldId="307"/>
            <ac:spMk id="3" creationId="{C592ED9C-CD0D-965A-89EE-E80AEDDD1062}"/>
          </ac:spMkLst>
        </pc:spChg>
      </pc:sldChg>
      <pc:sldChg chg="addSp modSp mod">
        <pc:chgData name="Paul Winser" userId="c3146a91-e6bd-4264-bd86-e164e04bc32d" providerId="ADAL" clId="{66D32F7E-E55E-49D3-A65C-AF44AB66F63A}" dt="2023-11-23T10:36:04.069" v="30" actId="255"/>
        <pc:sldMkLst>
          <pc:docMk/>
          <pc:sldMk cId="2629366877" sldId="310"/>
        </pc:sldMkLst>
        <pc:spChg chg="add mod">
          <ac:chgData name="Paul Winser" userId="c3146a91-e6bd-4264-bd86-e164e04bc32d" providerId="ADAL" clId="{66D32F7E-E55E-49D3-A65C-AF44AB66F63A}" dt="2023-11-23T10:35:56.536" v="28"/>
          <ac:spMkLst>
            <pc:docMk/>
            <pc:sldMk cId="2629366877" sldId="310"/>
            <ac:spMk id="2" creationId="{49353F5E-6001-145C-12DA-6A5C1D37F780}"/>
          </ac:spMkLst>
        </pc:spChg>
        <pc:spChg chg="mod">
          <ac:chgData name="Paul Winser" userId="c3146a91-e6bd-4264-bd86-e164e04bc32d" providerId="ADAL" clId="{66D32F7E-E55E-49D3-A65C-AF44AB66F63A}" dt="2023-11-23T10:36:04.069" v="30" actId="255"/>
          <ac:spMkLst>
            <pc:docMk/>
            <pc:sldMk cId="2629366877" sldId="310"/>
            <ac:spMk id="4" creationId="{BBC39A38-00D9-3AFF-2256-2DA64888B278}"/>
          </ac:spMkLst>
        </pc:spChg>
      </pc:sldChg>
      <pc:sldChg chg="addSp modSp">
        <pc:chgData name="Paul Winser" userId="c3146a91-e6bd-4264-bd86-e164e04bc32d" providerId="ADAL" clId="{66D32F7E-E55E-49D3-A65C-AF44AB66F63A}" dt="2023-11-23T10:36:20.505" v="37"/>
        <pc:sldMkLst>
          <pc:docMk/>
          <pc:sldMk cId="30041694" sldId="311"/>
        </pc:sldMkLst>
        <pc:spChg chg="add mod">
          <ac:chgData name="Paul Winser" userId="c3146a91-e6bd-4264-bd86-e164e04bc32d" providerId="ADAL" clId="{66D32F7E-E55E-49D3-A65C-AF44AB66F63A}" dt="2023-11-23T10:36:20.505" v="37"/>
          <ac:spMkLst>
            <pc:docMk/>
            <pc:sldMk cId="30041694" sldId="311"/>
            <ac:spMk id="2" creationId="{0FEA0506-E62D-F10E-2867-36E775718996}"/>
          </ac:spMkLst>
        </pc:spChg>
      </pc:sldChg>
      <pc:sldChg chg="addSp modSp mod">
        <pc:chgData name="Paul Winser" userId="c3146a91-e6bd-4264-bd86-e164e04bc32d" providerId="ADAL" clId="{66D32F7E-E55E-49D3-A65C-AF44AB66F63A}" dt="2023-11-23T10:36:33.770" v="45" actId="14100"/>
        <pc:sldMkLst>
          <pc:docMk/>
          <pc:sldMk cId="4217868747" sldId="312"/>
        </pc:sldMkLst>
        <pc:spChg chg="add mod">
          <ac:chgData name="Paul Winser" userId="c3146a91-e6bd-4264-bd86-e164e04bc32d" providerId="ADAL" clId="{66D32F7E-E55E-49D3-A65C-AF44AB66F63A}" dt="2023-11-23T10:36:31.029" v="44"/>
          <ac:spMkLst>
            <pc:docMk/>
            <pc:sldMk cId="4217868747" sldId="312"/>
            <ac:spMk id="2" creationId="{CAEB0795-F632-6236-CAEE-E44CB74F8884}"/>
          </ac:spMkLst>
        </pc:spChg>
        <pc:picChg chg="mod">
          <ac:chgData name="Paul Winser" userId="c3146a91-e6bd-4264-bd86-e164e04bc32d" providerId="ADAL" clId="{66D32F7E-E55E-49D3-A65C-AF44AB66F63A}" dt="2023-11-23T10:36:33.770" v="45" actId="14100"/>
          <ac:picMkLst>
            <pc:docMk/>
            <pc:sldMk cId="4217868747" sldId="312"/>
            <ac:picMk id="4" creationId="{4CFE650C-0CCA-E20E-21E5-6C88712DDC75}"/>
          </ac:picMkLst>
        </pc:picChg>
      </pc:sldChg>
      <pc:sldChg chg="addSp modSp mod">
        <pc:chgData name="Paul Winser" userId="c3146a91-e6bd-4264-bd86-e164e04bc32d" providerId="ADAL" clId="{66D32F7E-E55E-49D3-A65C-AF44AB66F63A}" dt="2023-11-23T10:35:24.969" v="18" actId="122"/>
        <pc:sldMkLst>
          <pc:docMk/>
          <pc:sldMk cId="2723145805" sldId="313"/>
        </pc:sldMkLst>
        <pc:spChg chg="mod">
          <ac:chgData name="Paul Winser" userId="c3146a91-e6bd-4264-bd86-e164e04bc32d" providerId="ADAL" clId="{66D32F7E-E55E-49D3-A65C-AF44AB66F63A}" dt="2023-11-23T10:35:09.899" v="13" actId="404"/>
          <ac:spMkLst>
            <pc:docMk/>
            <pc:sldMk cId="2723145805" sldId="313"/>
            <ac:spMk id="2" creationId="{3E1E37E2-7126-8D3F-6C09-2878B97FA7DC}"/>
          </ac:spMkLst>
        </pc:spChg>
        <pc:spChg chg="add mod">
          <ac:chgData name="Paul Winser" userId="c3146a91-e6bd-4264-bd86-e164e04bc32d" providerId="ADAL" clId="{66D32F7E-E55E-49D3-A65C-AF44AB66F63A}" dt="2023-11-23T10:35:05.339" v="12"/>
          <ac:spMkLst>
            <pc:docMk/>
            <pc:sldMk cId="2723145805" sldId="313"/>
            <ac:spMk id="3" creationId="{57474739-A949-FC8E-C483-9B86EE63DE21}"/>
          </ac:spMkLst>
        </pc:spChg>
        <pc:spChg chg="mod">
          <ac:chgData name="Paul Winser" userId="c3146a91-e6bd-4264-bd86-e164e04bc32d" providerId="ADAL" clId="{66D32F7E-E55E-49D3-A65C-AF44AB66F63A}" dt="2023-11-23T10:35:24.969" v="18" actId="122"/>
          <ac:spMkLst>
            <pc:docMk/>
            <pc:sldMk cId="2723145805" sldId="313"/>
            <ac:spMk id="4" creationId="{F7AFB0CC-7F00-D556-1D2F-DAF0A4EEC4C9}"/>
          </ac:spMkLst>
        </pc:spChg>
        <pc:picChg chg="mod">
          <ac:chgData name="Paul Winser" userId="c3146a91-e6bd-4264-bd86-e164e04bc32d" providerId="ADAL" clId="{66D32F7E-E55E-49D3-A65C-AF44AB66F63A}" dt="2023-11-23T10:35:17.657" v="15" actId="14100"/>
          <ac:picMkLst>
            <pc:docMk/>
            <pc:sldMk cId="2723145805" sldId="313"/>
            <ac:picMk id="6" creationId="{4A646D5F-4695-B7EA-9614-F5D3CB749620}"/>
          </ac:picMkLst>
        </pc:picChg>
      </pc:sldChg>
      <pc:sldChg chg="addSp modSp">
        <pc:chgData name="Paul Winser" userId="c3146a91-e6bd-4264-bd86-e164e04bc32d" providerId="ADAL" clId="{66D32F7E-E55E-49D3-A65C-AF44AB66F63A}" dt="2023-11-23T10:35:44.579" v="24"/>
        <pc:sldMkLst>
          <pc:docMk/>
          <pc:sldMk cId="1453608497" sldId="322"/>
        </pc:sldMkLst>
        <pc:spChg chg="add mod">
          <ac:chgData name="Paul Winser" userId="c3146a91-e6bd-4264-bd86-e164e04bc32d" providerId="ADAL" clId="{66D32F7E-E55E-49D3-A65C-AF44AB66F63A}" dt="2023-11-23T10:35:44.579" v="24"/>
          <ac:spMkLst>
            <pc:docMk/>
            <pc:sldMk cId="1453608497" sldId="322"/>
            <ac:spMk id="2" creationId="{42D92AC7-D053-6A9E-F3C8-62DEDD71C1F0}"/>
          </ac:spMkLst>
        </pc:spChg>
      </pc:sldChg>
      <pc:sldChg chg="addSp modSp">
        <pc:chgData name="Paul Winser" userId="c3146a91-e6bd-4264-bd86-e164e04bc32d" providerId="ADAL" clId="{66D32F7E-E55E-49D3-A65C-AF44AB66F63A}" dt="2023-11-23T10:36:16.247" v="34"/>
        <pc:sldMkLst>
          <pc:docMk/>
          <pc:sldMk cId="470701041" sldId="323"/>
        </pc:sldMkLst>
        <pc:spChg chg="add mod">
          <ac:chgData name="Paul Winser" userId="c3146a91-e6bd-4264-bd86-e164e04bc32d" providerId="ADAL" clId="{66D32F7E-E55E-49D3-A65C-AF44AB66F63A}" dt="2023-11-23T10:36:16.247" v="34"/>
          <ac:spMkLst>
            <pc:docMk/>
            <pc:sldMk cId="470701041" sldId="323"/>
            <ac:spMk id="2" creationId="{22530419-5A7D-9734-4790-984B46608EE0}"/>
          </ac:spMkLst>
        </pc:spChg>
      </pc:sldChg>
      <pc:sldChg chg="addSp modSp">
        <pc:chgData name="Paul Winser" userId="c3146a91-e6bd-4264-bd86-e164e04bc32d" providerId="ADAL" clId="{66D32F7E-E55E-49D3-A65C-AF44AB66F63A}" dt="2023-11-23T10:36:24.310" v="39"/>
        <pc:sldMkLst>
          <pc:docMk/>
          <pc:sldMk cId="4124290334" sldId="324"/>
        </pc:sldMkLst>
        <pc:spChg chg="add mod">
          <ac:chgData name="Paul Winser" userId="c3146a91-e6bd-4264-bd86-e164e04bc32d" providerId="ADAL" clId="{66D32F7E-E55E-49D3-A65C-AF44AB66F63A}" dt="2023-11-23T10:36:24.310" v="39"/>
          <ac:spMkLst>
            <pc:docMk/>
            <pc:sldMk cId="4124290334" sldId="324"/>
            <ac:spMk id="2" creationId="{A1688035-4F02-2956-231F-6F2402265B66}"/>
          </ac:spMkLst>
        </pc:spChg>
      </pc:sldChg>
      <pc:sldChg chg="addSp modSp">
        <pc:chgData name="Paul Winser" userId="c3146a91-e6bd-4264-bd86-e164e04bc32d" providerId="ADAL" clId="{66D32F7E-E55E-49D3-A65C-AF44AB66F63A}" dt="2023-11-23T10:36:28.151" v="42"/>
        <pc:sldMkLst>
          <pc:docMk/>
          <pc:sldMk cId="3298686084" sldId="325"/>
        </pc:sldMkLst>
        <pc:spChg chg="add mod">
          <ac:chgData name="Paul Winser" userId="c3146a91-e6bd-4264-bd86-e164e04bc32d" providerId="ADAL" clId="{66D32F7E-E55E-49D3-A65C-AF44AB66F63A}" dt="2023-11-23T10:36:28.151" v="42"/>
          <ac:spMkLst>
            <pc:docMk/>
            <pc:sldMk cId="3298686084" sldId="325"/>
            <ac:spMk id="2" creationId="{99FBB95C-50D9-B7AB-C1D2-75817F660C10}"/>
          </ac:spMkLst>
        </pc:spChg>
      </pc:sldChg>
      <pc:sldChg chg="addSp modSp">
        <pc:chgData name="Paul Winser" userId="c3146a91-e6bd-4264-bd86-e164e04bc32d" providerId="ADAL" clId="{66D32F7E-E55E-49D3-A65C-AF44AB66F63A}" dt="2023-11-23T10:35:02.038" v="11"/>
        <pc:sldMkLst>
          <pc:docMk/>
          <pc:sldMk cId="3286958162" sldId="327"/>
        </pc:sldMkLst>
        <pc:spChg chg="add mod">
          <ac:chgData name="Paul Winser" userId="c3146a91-e6bd-4264-bd86-e164e04bc32d" providerId="ADAL" clId="{66D32F7E-E55E-49D3-A65C-AF44AB66F63A}" dt="2023-11-23T10:35:02.038" v="11"/>
          <ac:spMkLst>
            <pc:docMk/>
            <pc:sldMk cId="3286958162" sldId="327"/>
            <ac:spMk id="2" creationId="{3F9EAACF-4514-BFDD-D491-887B4ABE4B04}"/>
          </ac:spMkLst>
        </pc:spChg>
      </pc:sldChg>
      <pc:sldChg chg="addSp modSp">
        <pc:chgData name="Paul Winser" userId="c3146a91-e6bd-4264-bd86-e164e04bc32d" providerId="ADAL" clId="{66D32F7E-E55E-49D3-A65C-AF44AB66F63A}" dt="2023-11-23T10:36:37.391" v="48"/>
        <pc:sldMkLst>
          <pc:docMk/>
          <pc:sldMk cId="3410251149" sldId="329"/>
        </pc:sldMkLst>
        <pc:spChg chg="add mod">
          <ac:chgData name="Paul Winser" userId="c3146a91-e6bd-4264-bd86-e164e04bc32d" providerId="ADAL" clId="{66D32F7E-E55E-49D3-A65C-AF44AB66F63A}" dt="2023-11-23T10:36:37.391" v="48"/>
          <ac:spMkLst>
            <pc:docMk/>
            <pc:sldMk cId="3410251149" sldId="329"/>
            <ac:spMk id="2" creationId="{41BD5909-4425-B052-FDCC-51E5FEAAEB05}"/>
          </ac:spMkLst>
        </pc:spChg>
      </pc:sldChg>
      <pc:sldChg chg="addSp modSp">
        <pc:chgData name="Paul Winser" userId="c3146a91-e6bd-4264-bd86-e164e04bc32d" providerId="ADAL" clId="{66D32F7E-E55E-49D3-A65C-AF44AB66F63A}" dt="2023-11-23T10:36:38.406" v="49"/>
        <pc:sldMkLst>
          <pc:docMk/>
          <pc:sldMk cId="917972314" sldId="330"/>
        </pc:sldMkLst>
        <pc:spChg chg="add mod">
          <ac:chgData name="Paul Winser" userId="c3146a91-e6bd-4264-bd86-e164e04bc32d" providerId="ADAL" clId="{66D32F7E-E55E-49D3-A65C-AF44AB66F63A}" dt="2023-11-23T10:36:38.406" v="49"/>
          <ac:spMkLst>
            <pc:docMk/>
            <pc:sldMk cId="917972314" sldId="330"/>
            <ac:spMk id="2" creationId="{15AC946B-33AD-F847-408E-4ADE95171C05}"/>
          </ac:spMkLst>
        </pc:spChg>
      </pc:sldChg>
      <pc:sldChg chg="addSp modSp">
        <pc:chgData name="Paul Winser" userId="c3146a91-e6bd-4264-bd86-e164e04bc32d" providerId="ADAL" clId="{66D32F7E-E55E-49D3-A65C-AF44AB66F63A}" dt="2023-11-23T10:35:29.732" v="19"/>
        <pc:sldMkLst>
          <pc:docMk/>
          <pc:sldMk cId="806132857" sldId="331"/>
        </pc:sldMkLst>
        <pc:spChg chg="add mod">
          <ac:chgData name="Paul Winser" userId="c3146a91-e6bd-4264-bd86-e164e04bc32d" providerId="ADAL" clId="{66D32F7E-E55E-49D3-A65C-AF44AB66F63A}" dt="2023-11-23T10:35:29.732" v="19"/>
          <ac:spMkLst>
            <pc:docMk/>
            <pc:sldMk cId="806132857" sldId="331"/>
            <ac:spMk id="3" creationId="{0F9A52D2-E817-CA63-4E37-49D3F8988747}"/>
          </ac:spMkLst>
        </pc:spChg>
      </pc:sldChg>
      <pc:sldChg chg="addSp modSp">
        <pc:chgData name="Paul Winser" userId="c3146a91-e6bd-4264-bd86-e164e04bc32d" providerId="ADAL" clId="{66D32F7E-E55E-49D3-A65C-AF44AB66F63A}" dt="2023-11-23T10:35:43.336" v="23" actId="14100"/>
        <pc:sldMkLst>
          <pc:docMk/>
          <pc:sldMk cId="4228151028" sldId="332"/>
        </pc:sldMkLst>
        <pc:spChg chg="add mod">
          <ac:chgData name="Paul Winser" userId="c3146a91-e6bd-4264-bd86-e164e04bc32d" providerId="ADAL" clId="{66D32F7E-E55E-49D3-A65C-AF44AB66F63A}" dt="2023-11-23T10:35:34.034" v="20"/>
          <ac:spMkLst>
            <pc:docMk/>
            <pc:sldMk cId="4228151028" sldId="332"/>
            <ac:spMk id="3" creationId="{CE826733-6E64-E268-E549-D338283E3072}"/>
          </ac:spMkLst>
        </pc:spChg>
        <pc:spChg chg="mod">
          <ac:chgData name="Paul Winser" userId="c3146a91-e6bd-4264-bd86-e164e04bc32d" providerId="ADAL" clId="{66D32F7E-E55E-49D3-A65C-AF44AB66F63A}" dt="2023-11-23T10:35:43.336" v="23" actId="14100"/>
          <ac:spMkLst>
            <pc:docMk/>
            <pc:sldMk cId="4228151028" sldId="332"/>
            <ac:spMk id="7" creationId="{0A2AC35D-70B6-3704-E28B-10E96FDBF270}"/>
          </ac:spMkLst>
        </pc:spChg>
      </pc:sldChg>
      <pc:sldChg chg="addSp modSp">
        <pc:chgData name="Paul Winser" userId="c3146a91-e6bd-4264-bd86-e164e04bc32d" providerId="ADAL" clId="{66D32F7E-E55E-49D3-A65C-AF44AB66F63A}" dt="2023-11-23T10:35:51.064" v="26" actId="1076"/>
        <pc:sldMkLst>
          <pc:docMk/>
          <pc:sldMk cId="1098313663" sldId="333"/>
        </pc:sldMkLst>
        <pc:spChg chg="mod">
          <ac:chgData name="Paul Winser" userId="c3146a91-e6bd-4264-bd86-e164e04bc32d" providerId="ADAL" clId="{66D32F7E-E55E-49D3-A65C-AF44AB66F63A}" dt="2023-11-23T10:35:51.064" v="26" actId="1076"/>
          <ac:spMkLst>
            <pc:docMk/>
            <pc:sldMk cId="1098313663" sldId="333"/>
            <ac:spMk id="2" creationId="{E12A693F-24B8-F419-1775-B52D5A55291F}"/>
          </ac:spMkLst>
        </pc:spChg>
        <pc:spChg chg="add mod">
          <ac:chgData name="Paul Winser" userId="c3146a91-e6bd-4264-bd86-e164e04bc32d" providerId="ADAL" clId="{66D32F7E-E55E-49D3-A65C-AF44AB66F63A}" dt="2023-11-23T10:35:47.143" v="25"/>
          <ac:spMkLst>
            <pc:docMk/>
            <pc:sldMk cId="1098313663" sldId="333"/>
            <ac:spMk id="3" creationId="{DD8B25C6-3270-2A90-D131-B95E483A591A}"/>
          </ac:spMkLst>
        </pc:spChg>
      </pc:sldChg>
      <pc:sldChg chg="addSp modSp">
        <pc:chgData name="Paul Winser" userId="c3146a91-e6bd-4264-bd86-e164e04bc32d" providerId="ADAL" clId="{66D32F7E-E55E-49D3-A65C-AF44AB66F63A}" dt="2023-11-23T10:35:52.630" v="27"/>
        <pc:sldMkLst>
          <pc:docMk/>
          <pc:sldMk cId="781525074" sldId="334"/>
        </pc:sldMkLst>
        <pc:spChg chg="add mod">
          <ac:chgData name="Paul Winser" userId="c3146a91-e6bd-4264-bd86-e164e04bc32d" providerId="ADAL" clId="{66D32F7E-E55E-49D3-A65C-AF44AB66F63A}" dt="2023-11-23T10:35:52.630" v="27"/>
          <ac:spMkLst>
            <pc:docMk/>
            <pc:sldMk cId="781525074" sldId="334"/>
            <ac:spMk id="2" creationId="{3163561C-299B-5C63-46B8-E3773230E3DD}"/>
          </ac:spMkLst>
        </pc:spChg>
      </pc:sldChg>
      <pc:sldChg chg="addSp modSp">
        <pc:chgData name="Paul Winser" userId="c3146a91-e6bd-4264-bd86-e164e04bc32d" providerId="ADAL" clId="{66D32F7E-E55E-49D3-A65C-AF44AB66F63A}" dt="2023-11-23T10:36:13.701" v="33"/>
        <pc:sldMkLst>
          <pc:docMk/>
          <pc:sldMk cId="699093148" sldId="337"/>
        </pc:sldMkLst>
        <pc:spChg chg="add mod">
          <ac:chgData name="Paul Winser" userId="c3146a91-e6bd-4264-bd86-e164e04bc32d" providerId="ADAL" clId="{66D32F7E-E55E-49D3-A65C-AF44AB66F63A}" dt="2023-11-23T10:36:13.701" v="33"/>
          <ac:spMkLst>
            <pc:docMk/>
            <pc:sldMk cId="699093148" sldId="337"/>
            <ac:spMk id="2" creationId="{D0FFE94C-615E-9337-C49C-764BDAF42A99}"/>
          </ac:spMkLst>
        </pc:spChg>
      </pc:sldChg>
      <pc:sldChg chg="addSp modSp">
        <pc:chgData name="Paul Winser" userId="c3146a91-e6bd-4264-bd86-e164e04bc32d" providerId="ADAL" clId="{66D32F7E-E55E-49D3-A65C-AF44AB66F63A}" dt="2023-11-23T10:36:07.095" v="31"/>
        <pc:sldMkLst>
          <pc:docMk/>
          <pc:sldMk cId="2446591769" sldId="338"/>
        </pc:sldMkLst>
        <pc:spChg chg="add mod">
          <ac:chgData name="Paul Winser" userId="c3146a91-e6bd-4264-bd86-e164e04bc32d" providerId="ADAL" clId="{66D32F7E-E55E-49D3-A65C-AF44AB66F63A}" dt="2023-11-23T10:36:07.095" v="31"/>
          <ac:spMkLst>
            <pc:docMk/>
            <pc:sldMk cId="2446591769" sldId="338"/>
            <ac:spMk id="2" creationId="{C0CDD471-F971-C1AE-8422-9C967AB5459D}"/>
          </ac:spMkLst>
        </pc:spChg>
      </pc:sldChg>
      <pc:sldChg chg="addSp modSp">
        <pc:chgData name="Paul Winser" userId="c3146a91-e6bd-4264-bd86-e164e04bc32d" providerId="ADAL" clId="{66D32F7E-E55E-49D3-A65C-AF44AB66F63A}" dt="2023-11-23T10:36:17.957" v="35"/>
        <pc:sldMkLst>
          <pc:docMk/>
          <pc:sldMk cId="3080232511" sldId="339"/>
        </pc:sldMkLst>
        <pc:spChg chg="add mod">
          <ac:chgData name="Paul Winser" userId="c3146a91-e6bd-4264-bd86-e164e04bc32d" providerId="ADAL" clId="{66D32F7E-E55E-49D3-A65C-AF44AB66F63A}" dt="2023-11-23T10:36:17.957" v="35"/>
          <ac:spMkLst>
            <pc:docMk/>
            <pc:sldMk cId="3080232511" sldId="339"/>
            <ac:spMk id="2" creationId="{D2CB6583-02D1-6DCF-4861-0B9BA12E2F42}"/>
          </ac:spMkLst>
        </pc:spChg>
      </pc:sldChg>
      <pc:sldChg chg="addSp modSp">
        <pc:chgData name="Paul Winser" userId="c3146a91-e6bd-4264-bd86-e164e04bc32d" providerId="ADAL" clId="{66D32F7E-E55E-49D3-A65C-AF44AB66F63A}" dt="2023-11-23T10:36:19.048" v="36"/>
        <pc:sldMkLst>
          <pc:docMk/>
          <pc:sldMk cId="3945144119" sldId="340"/>
        </pc:sldMkLst>
        <pc:spChg chg="add mod">
          <ac:chgData name="Paul Winser" userId="c3146a91-e6bd-4264-bd86-e164e04bc32d" providerId="ADAL" clId="{66D32F7E-E55E-49D3-A65C-AF44AB66F63A}" dt="2023-11-23T10:36:19.048" v="36"/>
          <ac:spMkLst>
            <pc:docMk/>
            <pc:sldMk cId="3945144119" sldId="340"/>
            <ac:spMk id="2" creationId="{DDC0D558-01F7-7B2A-9B4E-564E8AAB112E}"/>
          </ac:spMkLst>
        </pc:spChg>
      </pc:sldChg>
      <pc:sldChg chg="addSp modSp">
        <pc:chgData name="Paul Winser" userId="c3146a91-e6bd-4264-bd86-e164e04bc32d" providerId="ADAL" clId="{66D32F7E-E55E-49D3-A65C-AF44AB66F63A}" dt="2023-11-23T10:36:22.392" v="38"/>
        <pc:sldMkLst>
          <pc:docMk/>
          <pc:sldMk cId="2312427690" sldId="341"/>
        </pc:sldMkLst>
        <pc:spChg chg="add mod">
          <ac:chgData name="Paul Winser" userId="c3146a91-e6bd-4264-bd86-e164e04bc32d" providerId="ADAL" clId="{66D32F7E-E55E-49D3-A65C-AF44AB66F63A}" dt="2023-11-23T10:36:22.392" v="38"/>
          <ac:spMkLst>
            <pc:docMk/>
            <pc:sldMk cId="2312427690" sldId="341"/>
            <ac:spMk id="2" creationId="{40FE5652-9D19-9410-2A4F-BE1506547F28}"/>
          </ac:spMkLst>
        </pc:spChg>
      </pc:sldChg>
      <pc:sldChg chg="addSp modSp">
        <pc:chgData name="Paul Winser" userId="c3146a91-e6bd-4264-bd86-e164e04bc32d" providerId="ADAL" clId="{66D32F7E-E55E-49D3-A65C-AF44AB66F63A}" dt="2023-11-23T10:36:25.573" v="40"/>
        <pc:sldMkLst>
          <pc:docMk/>
          <pc:sldMk cId="424661666" sldId="342"/>
        </pc:sldMkLst>
        <pc:spChg chg="add mod">
          <ac:chgData name="Paul Winser" userId="c3146a91-e6bd-4264-bd86-e164e04bc32d" providerId="ADAL" clId="{66D32F7E-E55E-49D3-A65C-AF44AB66F63A}" dt="2023-11-23T10:36:25.573" v="40"/>
          <ac:spMkLst>
            <pc:docMk/>
            <pc:sldMk cId="424661666" sldId="342"/>
            <ac:spMk id="2" creationId="{21D7B0C5-23AE-9193-408A-6DCEDF3C9214}"/>
          </ac:spMkLst>
        </pc:spChg>
      </pc:sldChg>
      <pc:sldChg chg="addSp modSp">
        <pc:chgData name="Paul Winser" userId="c3146a91-e6bd-4264-bd86-e164e04bc32d" providerId="ADAL" clId="{66D32F7E-E55E-49D3-A65C-AF44AB66F63A}" dt="2023-11-23T10:36:26.810" v="41"/>
        <pc:sldMkLst>
          <pc:docMk/>
          <pc:sldMk cId="3142679474" sldId="343"/>
        </pc:sldMkLst>
        <pc:spChg chg="add mod">
          <ac:chgData name="Paul Winser" userId="c3146a91-e6bd-4264-bd86-e164e04bc32d" providerId="ADAL" clId="{66D32F7E-E55E-49D3-A65C-AF44AB66F63A}" dt="2023-11-23T10:36:26.810" v="41"/>
          <ac:spMkLst>
            <pc:docMk/>
            <pc:sldMk cId="3142679474" sldId="343"/>
            <ac:spMk id="2" creationId="{DE766647-3284-27F0-E1B7-D18D42D96F0A}"/>
          </ac:spMkLst>
        </pc:spChg>
      </pc:sldChg>
      <pc:sldChg chg="addSp modSp">
        <pc:chgData name="Paul Winser" userId="c3146a91-e6bd-4264-bd86-e164e04bc32d" providerId="ADAL" clId="{66D32F7E-E55E-49D3-A65C-AF44AB66F63A}" dt="2023-11-23T10:36:29.353" v="43"/>
        <pc:sldMkLst>
          <pc:docMk/>
          <pc:sldMk cId="2836649913" sldId="344"/>
        </pc:sldMkLst>
        <pc:spChg chg="add mod">
          <ac:chgData name="Paul Winser" userId="c3146a91-e6bd-4264-bd86-e164e04bc32d" providerId="ADAL" clId="{66D32F7E-E55E-49D3-A65C-AF44AB66F63A}" dt="2023-11-23T10:36:29.353" v="43"/>
          <ac:spMkLst>
            <pc:docMk/>
            <pc:sldMk cId="2836649913" sldId="344"/>
            <ac:spMk id="2" creationId="{8F3508AD-3027-CEA3-6346-A0B3AFF46A52}"/>
          </ac:spMkLst>
        </pc:spChg>
      </pc:sldChg>
      <pc:sldChg chg="addSp modSp">
        <pc:chgData name="Paul Winser" userId="c3146a91-e6bd-4264-bd86-e164e04bc32d" providerId="ADAL" clId="{66D32F7E-E55E-49D3-A65C-AF44AB66F63A}" dt="2023-11-23T10:36:09.151" v="32"/>
        <pc:sldMkLst>
          <pc:docMk/>
          <pc:sldMk cId="4204594349" sldId="345"/>
        </pc:sldMkLst>
        <pc:spChg chg="add mod">
          <ac:chgData name="Paul Winser" userId="c3146a91-e6bd-4264-bd86-e164e04bc32d" providerId="ADAL" clId="{66D32F7E-E55E-49D3-A65C-AF44AB66F63A}" dt="2023-11-23T10:36:09.151" v="32"/>
          <ac:spMkLst>
            <pc:docMk/>
            <pc:sldMk cId="4204594349" sldId="345"/>
            <ac:spMk id="2" creationId="{4E21B8A6-275A-D8B6-99DC-FBBECB0A24FC}"/>
          </ac:spMkLst>
        </pc:spChg>
      </pc:sldChg>
      <pc:sldChg chg="addSp modSp">
        <pc:chgData name="Paul Winser" userId="c3146a91-e6bd-4264-bd86-e164e04bc32d" providerId="ADAL" clId="{66D32F7E-E55E-49D3-A65C-AF44AB66F63A}" dt="2023-11-23T10:36:39.637" v="50"/>
        <pc:sldMkLst>
          <pc:docMk/>
          <pc:sldMk cId="2016416840" sldId="346"/>
        </pc:sldMkLst>
        <pc:spChg chg="add mod">
          <ac:chgData name="Paul Winser" userId="c3146a91-e6bd-4264-bd86-e164e04bc32d" providerId="ADAL" clId="{66D32F7E-E55E-49D3-A65C-AF44AB66F63A}" dt="2023-11-23T10:36:39.637" v="50"/>
          <ac:spMkLst>
            <pc:docMk/>
            <pc:sldMk cId="2016416840" sldId="346"/>
            <ac:spMk id="2" creationId="{080FA5AA-36F9-AB34-0B3F-AD06D0591DE5}"/>
          </ac:spMkLst>
        </pc:spChg>
      </pc:sldChg>
      <pc:sldChg chg="addSp modSp add modTransition">
        <pc:chgData name="Paul Winser" userId="c3146a91-e6bd-4264-bd86-e164e04bc32d" providerId="ADAL" clId="{66D32F7E-E55E-49D3-A65C-AF44AB66F63A}" dt="2023-11-23T10:37:11.797" v="52"/>
        <pc:sldMkLst>
          <pc:docMk/>
          <pc:sldMk cId="65209310" sldId="347"/>
        </pc:sldMkLst>
        <pc:spChg chg="add mod">
          <ac:chgData name="Paul Winser" userId="c3146a91-e6bd-4264-bd86-e164e04bc32d" providerId="ADAL" clId="{66D32F7E-E55E-49D3-A65C-AF44AB66F63A}" dt="2023-11-23T10:37:11.797" v="52"/>
          <ac:spMkLst>
            <pc:docMk/>
            <pc:sldMk cId="65209310" sldId="347"/>
            <ac:spMk id="4" creationId="{9E890B22-128C-886C-5DA3-53477F6362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b="1" dirty="0">
              <a:effectLst/>
              <a:latin typeface="Helvetica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31283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7954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21502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85937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1830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26047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2962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1255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9562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4356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2518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2352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6350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0290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01185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533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14831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23679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78112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94175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71380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41877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966108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407236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357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CFEE26C-5BED-0B1F-00DF-3206F00369C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7956376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rtl="0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100" b="0" i="0" dirty="0">
                <a:solidFill>
                  <a:srgbClr val="444444"/>
                </a:solidFill>
                <a:effectLst/>
              </a:rPr>
              <a:t>A103000360228</a:t>
            </a:r>
            <a:endParaRPr lang="ar" sz="1100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E242C9F-F164-B5AC-0005-7A39E3998B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14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618BED-11B5-90CC-5910-B65474D70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1"/>
          <a:lstStyle/>
          <a:p>
            <a:pPr rtl="1"/>
            <a:r>
              <a:rPr lang="ar" sz="4600" b="1">
                <a:latin typeface="Sakkal Majalla" panose="02000000000000000000" pitchFamily="2" charset="-78"/>
                <a:cs typeface="Sakkal Majalla" panose="02000000000000000000" pitchFamily="2" charset="-78"/>
              </a:rPr>
              <a:t>تقنيات </a:t>
            </a:r>
            <a:br>
              <a:rPr lang="ar-EG" sz="46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التصنيع</a:t>
            </a:r>
            <a:endParaRPr lang="en-GB" sz="4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928A87-2B8C-080F-2A98-5DFCD5D54B43}"/>
              </a:ext>
            </a:extLst>
          </p:cNvPr>
          <p:cNvSpPr>
            <a:spLocks noGrp="1"/>
          </p:cNvSpPr>
          <p:nvPr/>
        </p:nvSpPr>
        <p:spPr bwMode="auto">
          <a:xfrm>
            <a:off x="107504" y="6404655"/>
            <a:ext cx="8316686" cy="241378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إديوكيشن ليمتد يُسمح بالنسخ للمؤسسة المشترية فقط. 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>
                <a:latin typeface="Sakkal Majalla" panose="02000000000000000000" pitchFamily="2" charset="-78"/>
                <a:cs typeface="Sakkal Majalla" panose="02000000000000000000" pitchFamily="2" charset="-78"/>
              </a:rPr>
              <a:t>تقنيات التصنيع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7504" y="2058988"/>
            <a:ext cx="8640960" cy="38978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ستتعرف في هذه الوحدة على تقنيات التصنيع المختلفة المستخدمة لإعداد المواد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والمكونات وقطعها وتشكيلها وتجميعها. 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سوف تتعلم أيضًا كيفية استخدام الأدوات والمعدات بأمان لتصنيع المكونات وتجميع الهياكل المُصنعة.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سوف تتعلم كيفية الرجوع إلى الرسومات وتعليمات العمل لقياس المواد ووضع علامات عليها. ستحدد جودة الهيكل المصنّع الخاص بك للتحقق من دقة الأبعاد والتشطيبات. 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sz="4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76263" y="2708920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(أ)	</a:t>
            </a:r>
            <a:r>
              <a:rPr lang="ar-EG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تصنيع الأجزاء المكونة للهياكل المصنعة بأمان</a:t>
            </a: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(ب)	</a:t>
            </a:r>
            <a:r>
              <a:rPr lang="ar-EG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تجميع وفحص الهياكل المصنعة بأمان.</a:t>
            </a:r>
          </a:p>
          <a:p>
            <a:pPr marL="404813" indent="-404813" defTabSz="431800" rtl="1">
              <a:spcBef>
                <a:spcPts val="1200"/>
              </a:spcBef>
              <a:buNone/>
            </a:pPr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1612" y="1328776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82112" y="2874468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التحضير لنشاط التصنيع</a:t>
            </a:r>
          </a:p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تنفيذ نشاط التصنيع</a:t>
            </a:r>
          </a:p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القياس ووضع العلامات</a:t>
            </a:r>
          </a:p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أشكال المواد</a:t>
            </a:r>
          </a:p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</a:t>
            </a:r>
          </a:p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التقطيع</a:t>
            </a:r>
          </a:p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التشكيل </a:t>
            </a:r>
          </a:p>
          <a:p>
            <a:pPr marL="355600" rtl="1">
              <a:lnSpc>
                <a:spcPct val="9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إغلاق منطقة عمل التصنيع</a:t>
            </a:r>
          </a:p>
          <a:p>
            <a:pPr marL="685800" rtl="1">
              <a:lnSpc>
                <a:spcPct val="90000"/>
              </a:lnSpc>
              <a:buSzPct val="85000"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7377757-3F09-D4F3-FAE4-90B789AC5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992" y="1952157"/>
            <a:ext cx="7991475" cy="86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404813" indent="-387350" algn="ctr" defTabSz="431800" rtl="1">
              <a:buFont typeface="Wingdings" panose="05000000000000000000" pitchFamily="2" charset="2"/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تصنيع الأجزاء المكونة للهياكل </a:t>
            </a:r>
            <a:br>
              <a:rPr lang="ar-EG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المصنعة بأمان</a:t>
            </a:r>
            <a:endParaRPr lang="en-GB" altLang="en-US" sz="2600" b="1" kern="0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6483" y="836712"/>
            <a:ext cx="9299376" cy="116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التحضير لنشاط التصنيع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87535" y="2003002"/>
            <a:ext cx="4415552" cy="410445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FDD8993-81DF-F394-39C5-D8C98986196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67055" y="1911425"/>
            <a:ext cx="8640960" cy="115212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تنطوي أنشطة التصنيع على العديد من الأخطار التي من المحتمل أن تشكل خطرًا عليك وعلى أولئك الذين يعملون معك عن قُرب. وتشمل ما يلي:</a:t>
            </a:r>
          </a:p>
          <a:p>
            <a:pPr indent="0" rtl="1">
              <a:buSzPct val="85000"/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B8765B5-33C2-41A6-B064-C052CBC3F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56" y="4907257"/>
            <a:ext cx="8833998" cy="151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355600" rtl="1">
              <a:buSzPct val="85000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سيحدد </a:t>
            </a: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المخاطر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أخطار التصنيع المحددة ويحدد من قد يكون معرضًا لخطر التعرض للأذى. وسيتضمن تقييم المخاطر التحكم الذي تم قياسه لحماية أي شخص بالقرب من نشاط التصنيع.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4E5454-1777-2464-F100-B1CC54CE7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596" y="2894246"/>
            <a:ext cx="4536504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685800" rtl="1">
              <a:buSzPct val="90000"/>
              <a:buFont typeface="Courier New" panose="02070309020205020404" pitchFamily="49" charset="0"/>
              <a:buChar char="o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أجزاء الآلات المتحركة</a:t>
            </a:r>
          </a:p>
          <a:p>
            <a:pPr marL="685800" rtl="1">
              <a:buSzPct val="90000"/>
              <a:buFont typeface="Courier New" panose="02070309020205020404" pitchFamily="49" charset="0"/>
              <a:buChar char="o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الضوضاء</a:t>
            </a:r>
          </a:p>
          <a:p>
            <a:pPr marL="685800" rtl="1">
              <a:buSzPct val="90000"/>
              <a:buFont typeface="Courier New" panose="02070309020205020404" pitchFamily="49" charset="0"/>
              <a:buChar char="o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الأدخنة</a:t>
            </a:r>
          </a:p>
          <a:p>
            <a:pPr marL="685800" rtl="1">
              <a:buSzPct val="90000"/>
              <a:buFont typeface="Courier New" panose="02070309020205020404" pitchFamily="49" charset="0"/>
              <a:buChar char="o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مشاكل الهيكل العظمي</a:t>
            </a:r>
          </a:p>
          <a:p>
            <a:pPr indent="0" rtl="1">
              <a:buSzPct val="90000"/>
              <a:buFont typeface="Wingdings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8AAEB81-EF50-9C44-9F1F-9EAB3A323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904048"/>
            <a:ext cx="396044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685800" rtl="1">
              <a:buSzPct val="90000"/>
              <a:buFont typeface="Courier New" panose="02070309020205020404" pitchFamily="49" charset="0"/>
              <a:buChar char="o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الغبار</a:t>
            </a:r>
          </a:p>
          <a:p>
            <a:pPr marL="685800" rtl="1">
              <a:buSzPct val="90000"/>
              <a:buFont typeface="Courier New" panose="02070309020205020404" pitchFamily="49" charset="0"/>
              <a:buChar char="o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الصعقة الكهربائية</a:t>
            </a:r>
          </a:p>
          <a:p>
            <a:pPr marL="685800" rtl="1">
              <a:buSzPct val="90000"/>
              <a:buFont typeface="Courier New" panose="02070309020205020404" pitchFamily="49" charset="0"/>
              <a:buChar char="o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الانزلاقات والتعثرات والسقوط</a:t>
            </a:r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520" y="1108759"/>
            <a:ext cx="9433048" cy="108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التحضير لنشاط التصنيع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1520" y="2196001"/>
            <a:ext cx="4968552" cy="42635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تكون ورشة التصنيع بيئة قذرة وصاخبة. ومن ثم، ستحتاج إلى حماية نفسك من خلال ارتداء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معدات الحماية الشخصية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المناسبة، والتي تشمل نظارات السلامة وقناع الغبار وغطاء الأذن والقفازات والأحذية الطويلة.</a:t>
            </a:r>
          </a:p>
          <a:p>
            <a:pPr marL="0" indent="0" rtl="1">
              <a:lnSpc>
                <a:spcPct val="110000"/>
              </a:lnSpc>
              <a:buNone/>
            </a:pPr>
            <a:endParaRPr lang="ar-EG" altLang="en-US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لماذا يعتبر أفرول العمل فكرة جيدة أيضًا؟ </a:t>
            </a:r>
            <a:endParaRPr lang="en-GB" alt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0B8BF1-C0BB-C63F-0A65-240DDE87654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3583" y="2171014"/>
            <a:ext cx="2710865" cy="406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5816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81809"/>
            <a:ext cx="8507288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التحضير لنشاط التصنيع (3)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2196000"/>
            <a:ext cx="4608512" cy="42635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E37E2-7126-8D3F-6C09-2878B97FA7DC}"/>
              </a:ext>
            </a:extLst>
          </p:cNvPr>
          <p:cNvSpPr txBox="1"/>
          <p:nvPr/>
        </p:nvSpPr>
        <p:spPr>
          <a:xfrm>
            <a:off x="323030" y="2055308"/>
            <a:ext cx="4608512" cy="20220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4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قبل البدء في التصنيع، عليك أن تفهم بوضوح ما تحتاج إلى صنعه، فستحتاج إلى تفاصيل عن حجم وشكل الغرض المراد تصنيعه، وأنواع المواد التي ستعمل بها، وأي تشطيبات مطلوبة. </a:t>
            </a:r>
          </a:p>
          <a:p>
            <a:pPr marL="342900" indent="-342900" rtl="1">
              <a:lnSpc>
                <a:spcPct val="114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يتم عرض هذه المعلومات على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الرسومات الهندسية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FB0CC-7F00-D556-1D2F-DAF0A4EEC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481" y="5554918"/>
            <a:ext cx="8345709" cy="62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algn="ctr" rtl="1">
              <a:buNone/>
            </a:pPr>
            <a:r>
              <a:rPr lang="ar" sz="22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sz="22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لماذا يتم رسم المكونات بمنظور أيزومتري؟</a:t>
            </a:r>
          </a:p>
          <a:p>
            <a:pPr indent="0" algn="ctr" rtl="1">
              <a:buFont typeface="Wingdings" pitchFamily="2" charset="2"/>
              <a:buNone/>
            </a:pPr>
            <a:endParaRPr lang="en-GB" altLang="en-US" sz="22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/>
            <a:endParaRPr lang="en-GB" altLang="en-US" sz="22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46D5F-4695-B7EA-9614-F5D3CB749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571" y="2708921"/>
            <a:ext cx="3733619" cy="210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458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1" y="1075548"/>
            <a:ext cx="8512075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التحضير لنشاط التصنيع (4)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E37E2-7126-8D3F-6C09-2878B97FA7DC}"/>
              </a:ext>
            </a:extLst>
          </p:cNvPr>
          <p:cNvSpPr txBox="1"/>
          <p:nvPr/>
        </p:nvSpPr>
        <p:spPr>
          <a:xfrm>
            <a:off x="467544" y="2056686"/>
            <a:ext cx="8127719" cy="429348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05000"/>
              </a:lnSpc>
              <a:buSzPct val="85000"/>
              <a:buFont typeface="Wingdings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تتضمن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تعليمات العمل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إجراءات تفصيلية لإكمال نشاط تصنيع معين. وتتضمن معلومات عن:</a:t>
            </a:r>
          </a:p>
          <a:p>
            <a:pPr marL="712788" indent="-342900" rtl="1">
              <a:lnSpc>
                <a:spcPct val="105000"/>
              </a:lnSpc>
              <a:buSzPct val="80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</a:t>
            </a:r>
          </a:p>
          <a:p>
            <a:pPr marL="712788" indent="-342900" rtl="1">
              <a:lnSpc>
                <a:spcPct val="105000"/>
              </a:lnSpc>
              <a:buSzPct val="80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المكونات</a:t>
            </a:r>
          </a:p>
          <a:p>
            <a:pPr marL="712788" indent="-342900" rtl="1">
              <a:lnSpc>
                <a:spcPct val="105000"/>
              </a:lnSpc>
              <a:buSzPct val="80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 والمعدات</a:t>
            </a:r>
          </a:p>
          <a:p>
            <a:pPr marL="712788" indent="-342900" rtl="1">
              <a:lnSpc>
                <a:spcPct val="105000"/>
              </a:lnSpc>
              <a:buSzPct val="80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احتياطات السلامة التي تغطي الأخطار المرتبطة بالنشاط والمخاطر وتدابير التحكم.</a:t>
            </a:r>
          </a:p>
          <a:p>
            <a:pPr marL="712788" indent="-342900" rtl="1">
              <a:lnSpc>
                <a:spcPct val="105000"/>
              </a:lnSpc>
              <a:buSzPct val="80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فحوصات الجودة المطلوبة.</a:t>
            </a:r>
          </a:p>
          <a:p>
            <a:pPr marL="342900" indent="-342900" rtl="1">
              <a:lnSpc>
                <a:spcPct val="105000"/>
              </a:lnSpc>
              <a:buSzPct val="85000"/>
              <a:buFont typeface="Wingdings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قد يحتوي أيضًا على رسم للعنصر المراد تصنيعه.</a:t>
            </a:r>
          </a:p>
          <a:p>
            <a:pPr rtl="1">
              <a:lnSpc>
                <a:spcPct val="105000"/>
              </a:lnSpc>
            </a:pP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061328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3" y="1027923"/>
            <a:ext cx="8658213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التحضير لنشاط التصنيع (5)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2196000"/>
            <a:ext cx="4608512" cy="42635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E37E2-7126-8D3F-6C09-2878B97FA7DC}"/>
              </a:ext>
            </a:extLst>
          </p:cNvPr>
          <p:cNvSpPr txBox="1"/>
          <p:nvPr/>
        </p:nvSpPr>
        <p:spPr>
          <a:xfrm>
            <a:off x="567497" y="1844824"/>
            <a:ext cx="4376948" cy="27330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قبل البدء في التصنيع، يجب عليك إجراء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فحص مسبق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لجميع الأدوات للتأكد من أنها في حالة آمنة وقابلة للاستخدام.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كما يجب فحص المعدن الخام للمعالجة والمواد الأخرى للتأكد من خلوها من أشكال التلوث، مثل الصدأ أو الأوساخ.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A2AC35D-70B6-3704-E28B-10E96FDB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5" y="5318815"/>
            <a:ext cx="8368060" cy="508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كيف يمكنك إزالة الشحوم من المعدن؟</a:t>
            </a:r>
          </a:p>
          <a:p>
            <a:pPr indent="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A458B-B735-E6DB-C680-5C3BB3F47D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782" y="2350126"/>
            <a:ext cx="3923928" cy="261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15102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7382"/>
            <a:ext cx="9144000" cy="11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تنفيذ نشاط التصنيع (6)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27584" y="2026940"/>
            <a:ext cx="7848872" cy="385228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 b="1" spc="30"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 الصحيحة </a:t>
            </a:r>
          </a:p>
          <a:p>
            <a:pPr marL="457200" indent="-457200"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sz="2800" spc="30">
                <a:latin typeface="Sakkal Majalla" panose="02000000000000000000" pitchFamily="2" charset="-78"/>
                <a:cs typeface="Sakkal Majalla" panose="02000000000000000000" pitchFamily="2" charset="-78"/>
              </a:rPr>
              <a:t>يجب اتباع جميع الإجراءات المعمول بها عند بدء نشاط التصنيع، سيكون هناك إجراء صحيح لجميع المهام المختلفة التي ستكملها في منطقة عمل التصنيع. </a:t>
            </a:r>
          </a:p>
          <a:p>
            <a:pPr marL="457200" indent="-457200"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sz="2800" spc="10">
                <a:latin typeface="Sakkal Majalla" panose="02000000000000000000" pitchFamily="2" charset="-78"/>
                <a:cs typeface="Sakkal Majalla" panose="02000000000000000000" pitchFamily="2" charset="-78"/>
              </a:rPr>
              <a:t>على سبيل المثال، إجراءات بدء تشغيل الآلات والفحص المسبق للأدوات والتخلص من النفايات. كما يجب أن تكون على دراية بجميع الإجراءات </a:t>
            </a:r>
            <a:r>
              <a:rPr lang="ar" sz="2800" spc="30">
                <a:latin typeface="Sakkal Majalla" panose="02000000000000000000" pitchFamily="2" charset="-78"/>
                <a:cs typeface="Sakkal Majalla" panose="02000000000000000000" pitchFamily="2" charset="-78"/>
              </a:rPr>
              <a:t>وأن تقوم فقط بنشاط تم تدريبك على إكماله ولديك خبرة فيه.</a:t>
            </a:r>
          </a:p>
        </p:txBody>
      </p:sp>
    </p:spTree>
    <p:extLst>
      <p:ext uri="{BB962C8B-B14F-4D97-AF65-F5344CB8AC3E}">
        <p14:creationId xmlns:p14="http://schemas.microsoft.com/office/powerpoint/2010/main" val="145360849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547" y="751677"/>
            <a:ext cx="9144000" cy="11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تنفيذ نشاط التصنيع (7)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39552" y="1925369"/>
            <a:ext cx="8586163" cy="453650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lnSpc>
                <a:spcPct val="105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المهم أن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تحافظ على سلامتك أثناء العمل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في منطقة عمل التصنيع. لذا، تذكّر القيام بما يلي:</a:t>
            </a:r>
          </a:p>
          <a:p>
            <a:pPr marL="685800" rtl="1">
              <a:lnSpc>
                <a:spcPct val="105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اربط شعرك من الخلف لمنع تشابكه في الماكينة</a:t>
            </a:r>
          </a:p>
          <a:p>
            <a:pPr marL="685800" rtl="1">
              <a:lnSpc>
                <a:spcPct val="105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ضع كريم واقي لحماية يديك</a:t>
            </a:r>
          </a:p>
          <a:p>
            <a:pPr marL="685800" rtl="1">
              <a:lnSpc>
                <a:spcPct val="105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لا تستخدم أي آلة أو أدوات حتى يتم تدريبك على استخدامها، وتحصل على إذن بذلك</a:t>
            </a:r>
          </a:p>
          <a:p>
            <a:pPr marL="685800" rtl="1">
              <a:lnSpc>
                <a:spcPct val="105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لا ترفع الأشياء الثقيلة في ورشة العمل دون إذن.</a:t>
            </a:r>
          </a:p>
          <a:p>
            <a:pPr marL="685800" rtl="1">
              <a:lnSpc>
                <a:spcPct val="105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لا تزل البراية (النفايات المعدنية) بيديك</a:t>
            </a:r>
          </a:p>
          <a:p>
            <a:pPr marL="685800" rtl="1">
              <a:lnSpc>
                <a:spcPct val="105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ارتدِ دائمًا أحذية الأمان ونظارات واقية وغيرها من معدات الحماية الشخصية. 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12A693F-24B8-F419-1775-B52D5A552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503" y="5868774"/>
            <a:ext cx="8712994" cy="631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algn="ctr" rtl="1"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السؤال: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ما هي البراية؟</a:t>
            </a:r>
          </a:p>
          <a:p>
            <a:pPr indent="0" algn="ctr"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983136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547" y="821599"/>
            <a:ext cx="9144000" cy="11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تنفيذ نشاط التصنيع (8)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8659" y="2055261"/>
            <a:ext cx="4079405" cy="453650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E423AA6-07BE-685F-B3DC-872647215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075" y="1966666"/>
            <a:ext cx="4079405" cy="500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itchFamily="2" charset="2"/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تسجيل الإجراءات</a:t>
            </a:r>
          </a:p>
          <a:p>
            <a:pPr indent="0" rtl="1">
              <a:buFont typeface="Wingdings" pitchFamily="2" charset="2"/>
              <a:buNone/>
            </a:pPr>
            <a:endParaRPr lang="en-GB" altLang="en-US" sz="26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76939-E009-EA1E-FD0C-7DD9D0501F6D}"/>
              </a:ext>
            </a:extLst>
          </p:cNvPr>
          <p:cNvSpPr txBox="1"/>
          <p:nvPr/>
        </p:nvSpPr>
        <p:spPr>
          <a:xfrm>
            <a:off x="539552" y="2436781"/>
            <a:ext cx="4950296" cy="22929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المهم عند الانتهاء من نشاط التصنيع أن تستكمل أي وثائق؛ مثل تعليمات أعمال التصنيع، لإثبات أن المهمة قد اكتملت. 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يجب تدوين أي مشاكل واجهتها أثناء التصنيع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في تعليمات العمل وإبلاغ مشرفك بها.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AF262-1854-8FA5-56F2-4494750BC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141" y="2924146"/>
            <a:ext cx="2953126" cy="295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250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408" y="1124744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القياس ووضع العلامات (1)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39A38-00D9-3AFF-2256-2DA64888B27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06641" y="1771215"/>
            <a:ext cx="8568951" cy="27363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indent="-355600"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نقل المعلومات من الرسومات الهندسية إلى المواد الخام عن طريق القياس ثم وضع العلامات. </a:t>
            </a:r>
          </a:p>
          <a:p>
            <a:pPr marL="355600" indent="-355600"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على سبيل المثال، قد تحتاج إلى أن توضح على موادك الخام؛ موضع الطيات والثقوب المطلوبة لصنع عنصر ما. </a:t>
            </a:r>
          </a:p>
          <a:p>
            <a:pPr marL="355600" indent="-355600" rtl="1">
              <a:lnSpc>
                <a:spcPct val="110000"/>
              </a:lnSpc>
              <a:buSzPct val="85000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تشمل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القياس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الرئيسية ما يلي:</a:t>
            </a:r>
          </a:p>
          <a:p>
            <a:pPr marL="903288" indent="-547688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المسطرة الهندسية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- مسطرة فولاذية مقاومة للتآكل تتيح القياس عادةً بالمليمترات</a:t>
            </a:r>
          </a:p>
          <a:p>
            <a:pPr marL="903288" indent="-547688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مقياس ارتفاع الورنية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- يستخدم لقياس الارتفاع أو المسافة الرأسية بدقة بين النقاط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على السطح</a:t>
            </a:r>
          </a:p>
          <a:p>
            <a:pPr marL="903288" indent="-547688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منقلة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- تستخدم لقياس الزوايا التي تحتاج عندها قطعتان من المواد إلى القطع أو الثني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أو الربط معًا. </a:t>
            </a:r>
          </a:p>
          <a:p>
            <a:pPr indent="0" algn="ctr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293668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7" y="126913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القياس ووضع العلامات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C4302-0D89-D7EB-E01D-22B17D5A38F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050991" y="1916832"/>
            <a:ext cx="4824536" cy="4248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تتضمن أدوات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وضع العلامات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الرئيسية ما يلي: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مخطاط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مصنوع من الفولاذ المقوى وله نقطة حادة في أحد طرفيه. يتم استخدامه مثل قلم رصاص لتحديد الخطوط الدقيقة على سطح المواد.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خط الطباشير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هو طريقة أخرى تستخدم لتحديد خط على المواد</a:t>
            </a:r>
          </a:p>
          <a:p>
            <a:pPr indent="0" algn="ctr" rtl="1">
              <a:lnSpc>
                <a:spcPct val="110000"/>
              </a:lnSpc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B2733-7812-F868-A92F-F7D8A21C80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16" y="2356637"/>
            <a:ext cx="3860844" cy="258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917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القياس ووضع العلامات (3)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C4302-0D89-D7EB-E01D-22B17D5A38F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211959" y="2060848"/>
            <a:ext cx="4746616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تتضمن أدوات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وضع العلامات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الرئيسية ما يلي: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فرجار التقسيم</a:t>
            </a: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 يبدو وكأنه قلم رصاص ولكن بدلاً من وضع قلم رصاص في نهاية ساق واحدة، تحتوي كلتا الساقين على نقطة حادة. ويُستخدم لخدش دائرة </a:t>
            </a:r>
            <a:br>
              <a:rPr lang="ar-EG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على المواد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يتيح لك </a:t>
            </a:r>
            <a:r>
              <a:rPr lang="ar" sz="26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فرجار القطع الناقص</a:t>
            </a: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 رسم </a:t>
            </a:r>
            <a:br>
              <a:rPr lang="ar-EG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دوائر أكبر.</a:t>
            </a:r>
          </a:p>
          <a:p>
            <a:pPr indent="0" algn="ctr" rtl="1">
              <a:lnSpc>
                <a:spcPct val="110000"/>
              </a:lnSpc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8F519-997B-82A9-F388-7D9C5EC0C6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90" y="2480978"/>
            <a:ext cx="3888254" cy="258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943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20B16-ABF2-71FC-8E5E-8BAD536AD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09" y="1763570"/>
            <a:ext cx="4331259" cy="3064327"/>
          </a:xfrm>
          <a:prstGeom prst="rect">
            <a:avLst/>
          </a:prstGeom>
        </p:spPr>
      </p:pic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988840"/>
            <a:ext cx="3888431" cy="39604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عادة ما يتم إتمام وضع العلامات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من نقطة الإسناد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. </a:t>
            </a:r>
          </a:p>
          <a:p>
            <a:pPr marL="3556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نقطة الإسناد هي نقطة أو خط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أو مستوى معين يستخدم كمرجع يمكن من خلاله قياس مشروعك ووضع علاماته على المواد.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القياس ووضع العلامات (4)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27617-3A2A-F087-A6B0-7279F9AE4E49}"/>
              </a:ext>
            </a:extLst>
          </p:cNvPr>
          <p:cNvSpPr txBox="1"/>
          <p:nvPr/>
        </p:nvSpPr>
        <p:spPr>
          <a:xfrm>
            <a:off x="3419872" y="3458214"/>
            <a:ext cx="396044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الخط المركزي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E24DEFB-D02B-8A34-F327-4B8FFE66C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751" y="4681120"/>
            <a:ext cx="5047729" cy="180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82550" indent="0" rtl="1"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على سبيل المثال، الإسناد الخطي مثل الخط المركزي الموضح أعلاه، هو خط مكتوب على قطعة عمل يمكن قياس الميزات الأخرى من خلالها.</a:t>
            </a:r>
          </a:p>
        </p:txBody>
      </p:sp>
    </p:spTree>
    <p:extLst>
      <p:ext uri="{BB962C8B-B14F-4D97-AF65-F5344CB8AC3E}">
        <p14:creationId xmlns:p14="http://schemas.microsoft.com/office/powerpoint/2010/main" val="6990931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2126" y="1855416"/>
            <a:ext cx="4233004" cy="286972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غالبًا ما يتم توفير مواد التصنيع على شكل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صفائح؛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إما على شكل لفافة أو مسطحة. وعندما يصل سمك الصفيحة إلى 6 مم أو أكثر، يُشار إليها بعد ذلك على أنها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لوحة. 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هذا لأن الفولاذ السميك يكون عمومًا شديد الصلابة بحيث لا يمكن لفه وبالتالي يأتي في صفائح أو ألواح مسطحة. </a:t>
            </a:r>
            <a:endParaRPr lang="en-GB" alt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052736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أشكال المواد (1)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6FF76-3103-FC53-EFB1-752546A280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1330" y="2124026"/>
            <a:ext cx="4233004" cy="269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010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6308" y="2060848"/>
            <a:ext cx="8306172" cy="25562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قضبان وقطاعات قياسية</a:t>
            </a:r>
          </a:p>
          <a:p>
            <a:pPr marL="355600" rtl="1">
              <a:lnSpc>
                <a:spcPct val="110000"/>
              </a:lnSpc>
              <a:buSzPct val="85000"/>
              <a:tabLst>
                <a:tab pos="985838" algn="l"/>
              </a:tabLs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توفير مواد التصنيع بأطوال طويلة تسمى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كتل خام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. </a:t>
            </a:r>
          </a:p>
          <a:p>
            <a:pPr marL="355600" rtl="1">
              <a:lnSpc>
                <a:spcPct val="110000"/>
              </a:lnSpc>
              <a:buSzPct val="85000"/>
              <a:tabLst>
                <a:tab pos="985838" algn="l"/>
              </a:tabLs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وتأتي في العديد من أشكال القطاعات المختلفة مثل: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زوايا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قنوات أو أقسام على شكل حرف "c"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مقاطع مجوفة مستطيلة أو مربعة والتي غالبًا ما تسمى أقسام "صندوقية"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أقسام مجوفة دائرية أو "أنابيب".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8760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أشكال المواد (2)</a:t>
            </a:r>
          </a:p>
        </p:txBody>
      </p:sp>
    </p:spTree>
    <p:extLst>
      <p:ext uri="{BB962C8B-B14F-4D97-AF65-F5344CB8AC3E}">
        <p14:creationId xmlns:p14="http://schemas.microsoft.com/office/powerpoint/2010/main" val="30802325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13420" y="1820441"/>
            <a:ext cx="8892480" cy="26282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غالبًا ما تحتاج قطع العمل المصنعة إلى بعض مكونات الإضافة أو "ا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لتركيبات أو التجهيزات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" للمساعدة في إكمالها. </a:t>
            </a:r>
          </a:p>
          <a:p>
            <a:pPr marL="3556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تصنيعها من مجموعة متنوعة من المواد منها المطاط والبوليمر والمعادن وتشمل: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موانع التسرب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المستخدمة لمنع تسرب السوائل أو الغازات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الحشوات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المستخدمة لملء الفراغ وإحكام المفصل بين مكوني التركيب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عارضات الوص</a:t>
            </a:r>
            <a:r>
              <a:rPr lang="en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ل أو ألواح اللصق</a:t>
            </a:r>
            <a:r>
              <a:rPr lang="en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لوصل مكونين هيكليين معًا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يتم توفير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الدعامات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بأشكال وأحجام مختلفة وتستخدم لربط العناصر المختلفة معًا.</a:t>
            </a:r>
            <a:endParaRPr lang="en-GB" alt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100361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أشكال المواد (3)</a:t>
            </a:r>
          </a:p>
        </p:txBody>
      </p:sp>
    </p:spTree>
    <p:extLst>
      <p:ext uri="{BB962C8B-B14F-4D97-AF65-F5344CB8AC3E}">
        <p14:creationId xmlns:p14="http://schemas.microsoft.com/office/powerpoint/2010/main" val="39451441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3" y="1772816"/>
            <a:ext cx="9049453" cy="27363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المعدنية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أو المعادن، مصنوعة من معادن مثل الحديد أو الرصاص. وتتسم بالعديد من الخصائص المفيدة للتصنيع مثل المتانة أو الليونة أو الموصلية. 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ويمكن تجميعها على أنها حديدية أو غير حديدية. </a:t>
            </a:r>
          </a:p>
          <a:p>
            <a:pPr indent="0" algn="ctr" rtl="1">
              <a:lnSpc>
                <a:spcPct val="110000"/>
              </a:lnSpc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052736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0BDD1-BE2D-996C-EB58-F6C1889ACF42}"/>
              </a:ext>
            </a:extLst>
          </p:cNvPr>
          <p:cNvSpPr txBox="1"/>
          <p:nvPr/>
        </p:nvSpPr>
        <p:spPr>
          <a:xfrm>
            <a:off x="4829164" y="3312939"/>
            <a:ext cx="4032448" cy="27330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تتكون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المعادن الحديدية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من الحديد مع عناصر أخرى مثل الكربون وتشمل: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الفولاذ منخفض الكربون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الفولاذ المقصدر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الفولاذ المقاوم للصدأ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الفولاذ المجلفن.</a:t>
            </a:r>
            <a:endParaRPr 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0116-27A7-7871-F18F-D48D90787F47}"/>
              </a:ext>
            </a:extLst>
          </p:cNvPr>
          <p:cNvSpPr txBox="1"/>
          <p:nvPr/>
        </p:nvSpPr>
        <p:spPr>
          <a:xfrm>
            <a:off x="251520" y="3304604"/>
            <a:ext cx="4032448" cy="22929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لا تحتوي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المعادن</a:t>
            </a:r>
            <a:r>
              <a:rPr lang="en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غير الحديدية</a:t>
            </a:r>
            <a:r>
              <a:rPr lang="en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على الحديد وتشمل: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الألومنيوم 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النحاس الأحمر</a:t>
            </a:r>
          </a:p>
          <a:p>
            <a:pPr marL="342900" indent="-342900" rtl="1">
              <a:lnSpc>
                <a:spcPct val="11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النحاس الأصفر</a:t>
            </a:r>
            <a:endParaRPr 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0416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1131" y="1816363"/>
            <a:ext cx="4824536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>
              <a:lnSpc>
                <a:spcPct val="110000"/>
              </a:lnSpc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غير المعدنية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هي مواد لا تحتوي على معادن مثل: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البوليمرات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التي تتكون أساسًا من سلاسل طويلة من ذرات الكربون والهيدروجين ولها خصائص مفيدة مثل مقاومة بعض المواد الكيميائية وتوفير العزل للكهرباء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المطاط،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وهو مادة لدنة مرنة.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052736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(2)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AE9A9A5-685A-A1D0-CA96-2E6329258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35" y="5792755"/>
            <a:ext cx="8712994" cy="631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السؤال: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ما هو المطاط الصناعي؟</a:t>
            </a:r>
          </a:p>
          <a:p>
            <a:pPr indent="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02F35D2-9928-0F40-DB18-87C2952D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420" y="4389068"/>
            <a:ext cx="4541574" cy="1554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المطاط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مادة طبيعية يتم حصادها من عصارة شجرة المطاط.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C8A9E0-DB05-0D7D-2181-DB516F6B1B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3478" y="1934691"/>
            <a:ext cx="3573458" cy="23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276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052736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التقطيع (1)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9ADB141-B120-1C6D-58FA-B960676902F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6308" y="1772816"/>
            <a:ext cx="8306172" cy="25562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ستحتاج أثناء التصنيع إلى أدوات يدوية لمساعدتك على قطع المواد. تشمل القطع الرئيسية من المعدات:</a:t>
            </a:r>
          </a:p>
          <a:p>
            <a:pPr marL="685800" rtl="1"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قصاصات القصدير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هي "مقصات" الشركة المصنعة وهي حادة بشكل لا يصدق وتستخدم لقطع المعادن.</a:t>
            </a:r>
          </a:p>
          <a:p>
            <a:pPr marL="685800" rtl="1"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يحتوي المنشار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على شفرة معدنية رقيقة ذات أسنان تستخدم للقطع الدقيق لجميع أنواع المواد.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المبارد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لإزالة النتوءات والحواف الحادة من قطعة العمل وتأتي بأشكال مختلفة.</a:t>
            </a: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BBF6CB8-E668-FEDD-5077-3D439D951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33" y="5517232"/>
            <a:ext cx="8712994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6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sz="26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فيم يُستخدم المبرد المسطح عادةً؟ فيم يُستخدم المبرد نصف الدائري عادةً؟ </a:t>
            </a:r>
          </a:p>
          <a:p>
            <a:pPr indent="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242903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100361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التقطيع (2)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9ADB141-B120-1C6D-58FA-B960676902F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6308" y="1820441"/>
            <a:ext cx="8306172" cy="25562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ستحتاج أثناء التصنيع إلى أدوات كهربائية يدوية لمساعدتك على قطع المواد. تشمل القطع الرئيسية من المعدات: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يستخدم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المثقاب اليدوي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لحفر ثقوب في المواد باستخدام مثقاب دوار يأتي بأحجام وأنواع مختلفة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مقرضة الصاج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لقطع المنحنيات والدوائر والخطوط المستقيمة والأنماط المعقدة في الصفائح المعدنية والمواد الأخرى. وتحتوي على خرامة صغيرة تتحرك لأعلى ولأسفل بشكل متكرر "لتقضم" القطع الصغيرة من المواد.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BBF6CB8-E668-FEDD-5077-3D439D951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" y="5358358"/>
            <a:ext cx="8712994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6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السؤال:</a:t>
            </a:r>
            <a:r>
              <a:rPr lang="ar" sz="26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فيم تُستخدم لقمة مثقاب التخويش؟ فيم تُستخدم لقمة مثقاب اللي؟ </a:t>
            </a:r>
          </a:p>
        </p:txBody>
      </p:sp>
    </p:spTree>
    <p:extLst>
      <p:ext uri="{BB962C8B-B14F-4D97-AF65-F5344CB8AC3E}">
        <p14:creationId xmlns:p14="http://schemas.microsoft.com/office/powerpoint/2010/main" val="4246616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052736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التقطيع (3)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9ADB141-B120-1C6D-58FA-B960676902F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1772816"/>
            <a:ext cx="8712968" cy="25562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ستحتاج أثناء التصنيع إلى آلات لمساعدتك على قطع المواد. تشمل القطع الرئيسية </a:t>
            </a:r>
            <a:br>
              <a:rPr lang="ar-EG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للآلات ما يلي:</a:t>
            </a:r>
          </a:p>
          <a:p>
            <a:pPr marL="685800" rtl="1"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</a:t>
            </a:r>
            <a:r>
              <a:rPr lang="en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مثقاب العمودي</a:t>
            </a:r>
            <a:r>
              <a:rPr lang="en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لعمل ثقوب في قطعة العمل.</a:t>
            </a:r>
          </a:p>
          <a:p>
            <a:pPr marL="685800" rtl="1"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</a:t>
            </a:r>
            <a:r>
              <a:rPr lang="en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مقصات النضدية</a:t>
            </a:r>
            <a:r>
              <a:rPr lang="en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تشبه إلى حد ما المقصلة وتستخدم لقطع الخطوط المستقيمة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en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في المواد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حصل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المنشار الشريطي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على اسمه من نصله الذي يتكون من شريط معدني مرن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أو "حزام". ويُستخدم لعمل تقطيعات منحنية أو مستوية</a:t>
            </a:r>
          </a:p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يُستخدم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مكبس التخريم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لقطع الثقوب والأشكال والأنماط في المواد. ويتم التحكم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في الشكل الدقيق من خلال "قالب" وهو كتلة معدنية على شكل كتلة تحمل المادة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المراد تخريمها.</a:t>
            </a:r>
            <a:endParaRPr lang="en-GB" alt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426794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74846" y="1772816"/>
            <a:ext cx="8712968" cy="44644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>
              <a:lnSpc>
                <a:spcPct val="110000"/>
              </a:lnSpc>
              <a:buSzPct val="85000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التشكيل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هو المصطلح الذي يطلق على نشاط الثني والطي والدرفلة لتصنيع المواد في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أشكال مختلفة.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يعني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الطي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إنشاء زاوية حادة جدًا في قطعة العمل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يتضمن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الثني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تشكيل المواد على دائرة نصف قطرها أكبر</a:t>
            </a:r>
          </a:p>
          <a:p>
            <a:pPr marL="685800" rtl="1">
              <a:lnSpc>
                <a:spcPct val="110000"/>
              </a:lnSpc>
              <a:buSzPct val="85000"/>
              <a:buFont typeface="Courier New" panose="02070309020205020404" pitchFamily="49" charset="0"/>
              <a:buChar char="o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تتضمن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الدرفلة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تقويس قطعة من المادة حتى تشكل أنبوبًا أو ماسورة.</a:t>
            </a:r>
          </a:p>
          <a:p>
            <a:pPr marL="3556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عند قياس الأبعاد الكلية للمواد الخام الخاصة بك، ستحتاج إلى تضمين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تفاوت الثني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. </a:t>
            </a:r>
          </a:p>
          <a:p>
            <a:pPr marL="3556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هذا هو الطول أو العرض الإضافي الذي يستوعب المواد الموجودة في الثنية.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052736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التشكيل (1)</a:t>
            </a:r>
          </a:p>
        </p:txBody>
      </p:sp>
    </p:spTree>
    <p:extLst>
      <p:ext uri="{BB962C8B-B14F-4D97-AF65-F5344CB8AC3E}">
        <p14:creationId xmlns:p14="http://schemas.microsoft.com/office/powerpoint/2010/main" val="329868608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" y="1052736"/>
            <a:ext cx="9252520" cy="50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التشكيل (2)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25D66C3-FA4B-9532-C749-054E910867E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1772816"/>
            <a:ext cx="8712968" cy="25562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ستحتاج أثناء التصنيع إلى أدوات وآلات لمساعدتك في تشكيل المواد: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المطارق والمطارق الخشبية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في الثني اليدوي لهيكلة وتشكيل المواد يدويًا. ويمكنك استخدام ثناية صفائح معدنية بدلاً من ذلك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استخدام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آلة ثني كهربائية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لثني المواد السميكة باستخدام القوة الهيدروليكية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أو الميكانيكية</a:t>
            </a: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استخدام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آلة الدرفلة اليدوية أو آلة الدرفلة الكهربائية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لإنشاء منحنيات في </a:t>
            </a:r>
            <a:b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المواد لصنع الألواح أو أقسام الأنابيب. </a:t>
            </a:r>
            <a:endParaRPr lang="en-GB" alt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89D54-9015-BC86-05B8-DC074DE54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86" y="5301208"/>
            <a:ext cx="871299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ما هو سندان التطريق وكيف يتم استخدامه؟ </a:t>
            </a:r>
          </a:p>
        </p:txBody>
      </p:sp>
    </p:spTree>
    <p:extLst>
      <p:ext uri="{BB962C8B-B14F-4D97-AF65-F5344CB8AC3E}">
        <p14:creationId xmlns:p14="http://schemas.microsoft.com/office/powerpoint/2010/main" val="28366499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3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إغلاق منطقة عمل التصنيع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51521" y="1988840"/>
            <a:ext cx="3968775" cy="460851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55600"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عند الانتهاء من نشاط التصنيع الخاص بك، من المهم إغلاق منطقة عملك. </a:t>
            </a:r>
          </a:p>
          <a:p>
            <a:pPr marL="355600"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 الحفاظ على منطقة التصنيع مرتبة يساعد على منع الحوادث والحرائق وإطالة عمر أدواتك. </a:t>
            </a:r>
          </a:p>
          <a:p>
            <a:pPr marL="355600"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افحص جميع الأدوات والمعدات ونظفها وخزنها. وتخلص من النفايات </a:t>
            </a:r>
            <a:r>
              <a:rPr lang="ar" sz="2300">
                <a:latin typeface="Sakkal Majalla" panose="02000000000000000000" pitchFamily="2" charset="-78"/>
                <a:cs typeface="Sakkal Majalla" panose="02000000000000000000" pitchFamily="2" charset="-78"/>
              </a:rPr>
              <a:t>بأمان ونظف </a:t>
            </a: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طاولة العمل. </a:t>
            </a:r>
          </a:p>
          <a:p>
            <a:pPr marL="685800" rtl="1">
              <a:buSzPct val="85000"/>
            </a:pPr>
            <a:endParaRPr lang="en-GB" altLang="en-US" sz="23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E650C-0CCA-E20E-21E5-6C88712DDC7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7401" y="2564904"/>
            <a:ext cx="4119828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687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331292" y="3572670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عمليات الوصل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التجميع</a:t>
            </a: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الجودة والدقة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F4D4697-ECB5-418B-E18D-E859865C2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1" y="2458640"/>
            <a:ext cx="7991475" cy="86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404813" indent="-387350" algn="ctr" defTabSz="431800" rtl="1">
              <a:buFont typeface="Wingdings" panose="05000000000000000000" pitchFamily="2" charset="2"/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تجميع وفحص الهياكل المصنعة بأمان</a:t>
            </a:r>
            <a:endParaRPr lang="en-GB" altLang="en-US" sz="2600" b="1" kern="0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ar" kern="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3942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عمليات الوصل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6C77D-0E91-A535-E3F0-45442D6BE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2254188"/>
            <a:ext cx="7918969" cy="450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14DDA9-CB63-BCA3-B48C-46C13D4BB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9533" y="1804287"/>
            <a:ext cx="8424935" cy="3609975"/>
          </a:xfrm>
        </p:spPr>
        <p:txBody>
          <a:bodyPr rtlCol="1"/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عند وصل أجزاء قطعة العمل معًا، يمكنك اختيار طريقة وصل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دائم، أو طريقة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وصل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غير دائم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ستمكنك من تفكيك قطعة العمل الخاصة بك لاحقًا. </a:t>
            </a:r>
          </a:p>
          <a:p>
            <a:pPr marL="0" indent="0" rtl="1">
              <a:lnSpc>
                <a:spcPct val="11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هناك ثلاث طرق رئيسية لوصل القطع معًا: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تعتمد طرق الوصل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الحراري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على الحرارة لدمج المواد وربطها معًا وتشمل تقنيات مثل اللحام بالنحاس واللحام بالقصدير واللحام الموضعي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تعتمد طرق الوصل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الميكانيكية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على الاحتكاك لتثبيت عنصرين أو أكثر معًا وتشمل البرشام والمسامير والبراغي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تعتمد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المادة اللاصقة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على ضبط المواد الكيميائية وتفاعلها مثل الأكريليك والإيبوكسي لربط المواد معًا.</a:t>
            </a:r>
            <a:endParaRPr lang="en-US" sz="2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التجميع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6C77D-0E91-A535-E3F0-45442D6BE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399" y="1844452"/>
            <a:ext cx="4355976" cy="450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450850" rtl="1">
              <a:lnSpc>
                <a:spcPct val="110000"/>
              </a:lnSpc>
              <a:buSzPct val="85000"/>
            </a:pPr>
            <a:r>
              <a:rPr lang="ar" sz="26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تجميع قطعة العمل في قطعة واحدة أو إنتاجها من تجميعات أو مكونات أصغر تسمى </a:t>
            </a:r>
            <a:r>
              <a:rPr lang="ar" sz="26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التجميعات الفرعية</a:t>
            </a:r>
            <a:r>
              <a:rPr lang="ar" sz="26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. </a:t>
            </a:r>
          </a:p>
          <a:p>
            <a:pPr marL="450850" rtl="1">
              <a:lnSpc>
                <a:spcPct val="110000"/>
              </a:lnSpc>
              <a:buSzPct val="85000"/>
            </a:pPr>
            <a:r>
              <a:rPr lang="ar" sz="26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يتم استخدام التجميعات الفرعية لتبسيط الإنتاج وتحسين جودة المنتج النهائي المصنّع. </a:t>
            </a:r>
            <a:br>
              <a:rPr lang="ar-EG" sz="26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مثال ذلك نظام العادم في سيارتك.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0650D-938E-C7EE-BEDB-32B410B750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854" y="2132856"/>
            <a:ext cx="4046146" cy="404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511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الجودة والدقة (1)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6C77D-0E91-A535-E3F0-45442D6BE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919" y="2060848"/>
            <a:ext cx="8208912" cy="429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55600" indent="-355600" rtl="1">
              <a:lnSpc>
                <a:spcPct val="110000"/>
              </a:lnSpc>
              <a:buSzPct val="85000"/>
            </a:pPr>
            <a:r>
              <a:rPr lang="ar" sz="26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التصنيع؛ مثل المعايير البريطانية أو ما يعادلها دوليًا، والمواصفات والرسومات وتعليمات أعمال التصنيع هي جميع المستندات التي تحتوي على معلومات حول الجودة المتوقعة لقطعة العمل التي تعمل عليها.</a:t>
            </a:r>
          </a:p>
          <a:p>
            <a:pPr marL="355600" indent="-355600" rtl="1">
              <a:lnSpc>
                <a:spcPct val="110000"/>
              </a:lnSpc>
              <a:buSzPct val="85000"/>
            </a:pPr>
            <a:r>
              <a:rPr lang="ar" sz="26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  <a:t>ستحدد هذه المستندات </a:t>
            </a:r>
            <a:r>
              <a:rPr lang="ar" sz="2600" b="1" kern="0" spc="30">
                <a:latin typeface="Sakkal Majalla" panose="02000000000000000000" pitchFamily="2" charset="-78"/>
                <a:cs typeface="Sakkal Majalla" panose="02000000000000000000" pitchFamily="2" charset="-78"/>
              </a:rPr>
              <a:t>التفاوتات والتشطيبات السطحية</a:t>
            </a:r>
            <a:r>
              <a:rPr lang="ar" sz="26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  <a:t> التي من المتوقع </a:t>
            </a:r>
            <a:br>
              <a:rPr lang="ar-EG" sz="26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  <a:t>أن تحققها. </a:t>
            </a:r>
          </a:p>
        </p:txBody>
      </p:sp>
    </p:spTree>
    <p:extLst>
      <p:ext uri="{BB962C8B-B14F-4D97-AF65-F5344CB8AC3E}">
        <p14:creationId xmlns:p14="http://schemas.microsoft.com/office/powerpoint/2010/main" val="91797231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7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الجودة والدقة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6C77D-0E91-A535-E3F0-45442D6BE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96" y="1988840"/>
            <a:ext cx="7832552" cy="414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55600" rtl="1">
              <a:lnSpc>
                <a:spcPct val="110000"/>
              </a:lnSpc>
              <a:buSzPct val="85000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لقياس التفاوتات المسموح بها، يمكنك استخدام أدوات القياس مثل القدمات ذات الورنية أو مؤشر الاختبار القرصي أو الميكرومترات. </a:t>
            </a:r>
          </a:p>
          <a:p>
            <a:pPr marL="355600" rtl="1">
              <a:lnSpc>
                <a:spcPct val="110000"/>
              </a:lnSpc>
              <a:buSzPct val="85000"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ومن المهم التحقق من قطعة العمل الخاصة بك في كل مرحلة من مراحل التصنيع، فبهذه الطريقة إذا ارتكبت خطأ مبكرًا، يمكنك إما إعادة العمل على القطعة </a:t>
            </a:r>
            <a:br>
              <a:rPr lang="en-GB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أو تخريد القطعة قبل قضاء الكثير من الوقت والجهد عليها.</a:t>
            </a:r>
          </a:p>
        </p:txBody>
      </p:sp>
    </p:spTree>
    <p:extLst>
      <p:ext uri="{BB962C8B-B14F-4D97-AF65-F5344CB8AC3E}">
        <p14:creationId xmlns:p14="http://schemas.microsoft.com/office/powerpoint/2010/main" val="201641684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4931-0E97-5F00-6CB3-814AD8A0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  <a:endParaRPr lang="en-GB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62AE-2E70-41E6-551A-FE2AAB75F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7681" y="2196001"/>
            <a:ext cx="8198638" cy="4024100"/>
          </a:xfrm>
        </p:spPr>
        <p:txBody>
          <a:bodyPr rtlCol="1"/>
          <a:lstStyle/>
          <a:p>
            <a:pPr marL="0" indent="0" rtl="1">
              <a:lnSpc>
                <a:spcPct val="114000"/>
              </a:lnSpc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</a:p>
          <a:p>
            <a:pPr marL="0" indent="0" rtl="1">
              <a:lnSpc>
                <a:spcPct val="114000"/>
              </a:lnSpc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123RF</a:t>
            </a:r>
            <a:r>
              <a:rPr lang="ar" b="1" i="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:‏</a:t>
            </a:r>
            <a:r>
              <a:rPr lang="ar" b="0" i="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Nuttawut2981 (الشريحة 16)</a:t>
            </a:r>
          </a:p>
          <a:p>
            <a:pPr marL="0" indent="0" rtl="1">
              <a:lnSpc>
                <a:spcPct val="114000"/>
              </a:lnSpc>
              <a:buNone/>
            </a:pPr>
            <a:r>
              <a:rPr lang="ar" b="1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بيرسون إديوكيشن ليمتد:</a:t>
            </a:r>
            <a:r>
              <a:rPr lang="ar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Naki Kouyioumtzis (الشريحة 6)، Trevor Clifford (الشريحة 14)، Jules Selmes (الشريحة 15 والشريحة 27)، HL Studios (الشريحة </a:t>
            </a:r>
            <a:r>
              <a:rPr lang="ar" b="0" i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16)</a:t>
            </a:r>
            <a:r>
              <a:rPr lang="en-GB" b="0" i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br>
              <a:rPr lang="ar-EG" b="0" i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b="1" i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شوترستوك</a:t>
            </a:r>
            <a:r>
              <a:rPr lang="ar" b="1" i="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  <a:r>
              <a:rPr lang="ar" b="0" i="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Aleksandr Semenov (الشريحة 7)، DimiSotirov (الشريحة 9)، Jane </a:t>
            </a:r>
            <a:r>
              <a:rPr lang="ar" b="0" i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Kelly </a:t>
            </a:r>
            <a:r>
              <a:rPr lang="en-GB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b="0" i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(</a:t>
            </a:r>
            <a:r>
              <a:rPr lang="ar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الشريحة 12)، </a:t>
            </a:r>
            <a:r>
              <a:rPr lang="en-US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Aran1988</a:t>
            </a:r>
            <a:r>
              <a:rPr lang="ar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(الشريحة 21)، </a:t>
            </a:r>
            <a:r>
              <a:rPr lang="en-US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Galimovma79</a:t>
            </a:r>
            <a:r>
              <a:rPr lang="ar" b="0" i="0" dirty="0">
                <a:solidFill>
                  <a:srgbClr val="444444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(الشريحة 30) </a:t>
            </a: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4000"/>
              </a:lnSpc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4000"/>
              </a:lnSpc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20931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5CC3442B-167C-4094-A323-DAD61763031C}"/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8E7509-D8A1-4489-8A2D-FA01F3563F0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7c1bd8dc-4e40-424f-a15f-9ffcd522197f"/>
    <ds:schemaRef ds:uri="6125ffc9-2c56-435e-8267-1393444907b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13017</TotalTime>
  <Words>2072</Words>
  <Application>Microsoft Office PowerPoint</Application>
  <PresentationFormat>On-screen Show (4:3)</PresentationFormat>
  <Paragraphs>224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33</vt:i4>
      </vt:variant>
    </vt:vector>
  </HeadingPairs>
  <TitlesOfParts>
    <vt:vector size="49" baseType="lpstr">
      <vt:lpstr>Arial</vt:lpstr>
      <vt:lpstr>Courier New</vt:lpstr>
      <vt:lpstr>Helvetica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14  </vt:lpstr>
      <vt:lpstr>تقنيات التصنيع</vt:lpstr>
      <vt:lpstr>أهداف التعلم</vt:lpstr>
      <vt:lpstr>هدف التعلم (أ)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(ب)  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258</cp:revision>
  <dcterms:created xsi:type="dcterms:W3CDTF">2020-07-15T07:14:47Z</dcterms:created>
  <dcterms:modified xsi:type="dcterms:W3CDTF">2024-01-16T16:59:14Z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