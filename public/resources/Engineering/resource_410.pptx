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handoutMasterIdLst>
    <p:handoutMasterId r:id="rId50"/>
  </p:handoutMasterIdLst>
  <p:sldIdLst>
    <p:sldId id="256" r:id="rId14"/>
    <p:sldId id="258" r:id="rId15"/>
    <p:sldId id="257" r:id="rId16"/>
    <p:sldId id="272" r:id="rId17"/>
    <p:sldId id="305" r:id="rId18"/>
    <p:sldId id="310" r:id="rId19"/>
    <p:sldId id="311" r:id="rId20"/>
    <p:sldId id="312" r:id="rId21"/>
    <p:sldId id="313" r:id="rId22"/>
    <p:sldId id="314" r:id="rId23"/>
    <p:sldId id="327" r:id="rId24"/>
    <p:sldId id="328" r:id="rId25"/>
    <p:sldId id="329" r:id="rId26"/>
    <p:sldId id="315" r:id="rId27"/>
    <p:sldId id="330" r:id="rId28"/>
    <p:sldId id="316" r:id="rId29"/>
    <p:sldId id="317" r:id="rId30"/>
    <p:sldId id="306" r:id="rId31"/>
    <p:sldId id="307" r:id="rId32"/>
    <p:sldId id="318" r:id="rId33"/>
    <p:sldId id="309" r:id="rId34"/>
    <p:sldId id="319" r:id="rId35"/>
    <p:sldId id="331" r:id="rId36"/>
    <p:sldId id="332" r:id="rId37"/>
    <p:sldId id="333" r:id="rId38"/>
    <p:sldId id="320" r:id="rId39"/>
    <p:sldId id="321" r:id="rId40"/>
    <p:sldId id="335" r:id="rId41"/>
    <p:sldId id="322" r:id="rId42"/>
    <p:sldId id="334" r:id="rId43"/>
    <p:sldId id="323" r:id="rId44"/>
    <p:sldId id="324" r:id="rId45"/>
    <p:sldId id="336" r:id="rId46"/>
    <p:sldId id="326" r:id="rId47"/>
    <p:sldId id="337" r:id="rId48"/>
  </p:sldIdLst>
  <p:sldSz cx="9144000" cy="6858000" type="screen4x3"/>
  <p:notesSz cx="6797675" cy="9926638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39DF26-ABB4-FF96-3133-A3274B813935}" name="Andrew Buckenham" initials="AB" userId="S::abuckenham@borderscollege.ac.uk::c8ef437f-f284-4aff-bb87-33563d14b013" providerId="AD"/>
  <p188:author id="{22BD1745-FF85-100D-B18E-56085F29BBE6}" name="SIMON-GOULDEN" initials="SI" userId="S::simon-goulden_live.com#ext#@pearsoneducationinc.onmicrosoft.com::3a5a69c1-3312-406d-98c7-d2d1558488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F0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E4BB6D-CFB1-BB3D-2308-C1D51DBDBC13}" v="317" dt="2023-12-08T10:23:44.004"/>
    <p1510:client id="{63AC5D0E-E7AC-74DB-E9BA-B75D4342F906}" v="3" dt="2023-12-07T15:09:06.369"/>
    <p1510:client id="{679B85AC-BEE2-4B4B-81CE-A446915FF086}" v="35" dt="2023-12-07T12:51:22.198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95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2520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4" d="100"/>
          <a:sy n="114" d="100"/>
        </p:scale>
        <p:origin x="520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viewProps" Target="viewProps.xml"/><Relationship Id="rId58" Type="http://schemas.microsoft.com/office/2018/10/relationships/authors" Target="author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6/11/relationships/changesInfo" Target="changesInfos/changesInfo1.xml"/><Relationship Id="rId8" Type="http://schemas.openxmlformats.org/officeDocument/2006/relationships/slideMaster" Target="slideMasters/slideMaster5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Relationship Id="rId57" Type="http://schemas.microsoft.com/office/2015/10/relationships/revisionInfo" Target="revisionInfo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679B85AC-BEE2-4B4B-81CE-A446915FF086}"/>
    <pc:docChg chg="custSel modSld">
      <pc:chgData name="Paul Winser" userId="c3146a91-e6bd-4264-bd86-e164e04bc32d" providerId="ADAL" clId="{679B85AC-BEE2-4B4B-81CE-A446915FF086}" dt="2023-12-07T12:52:19.899" v="61" actId="1076"/>
      <pc:docMkLst>
        <pc:docMk/>
      </pc:docMkLst>
      <pc:sldChg chg="addSp modSp mod">
        <pc:chgData name="Paul Winser" userId="c3146a91-e6bd-4264-bd86-e164e04bc32d" providerId="ADAL" clId="{679B85AC-BEE2-4B4B-81CE-A446915FF086}" dt="2023-12-07T12:48:06.408" v="4" actId="6549"/>
        <pc:sldMkLst>
          <pc:docMk/>
          <pc:sldMk cId="0" sldId="256"/>
        </pc:sldMkLst>
        <pc:spChg chg="add mod">
          <ac:chgData name="Paul Winser" userId="c3146a91-e6bd-4264-bd86-e164e04bc32d" providerId="ADAL" clId="{679B85AC-BEE2-4B4B-81CE-A446915FF086}" dt="2023-12-07T12:48:06.408" v="4" actId="6549"/>
          <ac:spMkLst>
            <pc:docMk/>
            <pc:sldMk cId="0" sldId="256"/>
            <ac:spMk id="2" creationId="{7731E0D4-9D24-8B9C-3450-4F712571CCE7}"/>
          </ac:spMkLst>
        </pc:spChg>
      </pc:sldChg>
      <pc:sldChg chg="addSp modSp">
        <pc:chgData name="Paul Winser" userId="c3146a91-e6bd-4264-bd86-e164e04bc32d" providerId="ADAL" clId="{679B85AC-BEE2-4B4B-81CE-A446915FF086}" dt="2023-12-07T12:48:15.809" v="6"/>
        <pc:sldMkLst>
          <pc:docMk/>
          <pc:sldMk cId="0" sldId="257"/>
        </pc:sldMkLst>
        <pc:spChg chg="add mod">
          <ac:chgData name="Paul Winser" userId="c3146a91-e6bd-4264-bd86-e164e04bc32d" providerId="ADAL" clId="{679B85AC-BEE2-4B4B-81CE-A446915FF086}" dt="2023-12-07T12:48:15.809" v="6"/>
          <ac:spMkLst>
            <pc:docMk/>
            <pc:sldMk cId="0" sldId="257"/>
            <ac:spMk id="2" creationId="{F959AA84-EED4-4F78-389E-7888EF07541F}"/>
          </ac:spMkLst>
        </pc:spChg>
      </pc:sldChg>
      <pc:sldChg chg="addSp modSp">
        <pc:chgData name="Paul Winser" userId="c3146a91-e6bd-4264-bd86-e164e04bc32d" providerId="ADAL" clId="{679B85AC-BEE2-4B4B-81CE-A446915FF086}" dt="2023-12-07T12:48:14.180" v="5"/>
        <pc:sldMkLst>
          <pc:docMk/>
          <pc:sldMk cId="0" sldId="258"/>
        </pc:sldMkLst>
        <pc:spChg chg="add mod">
          <ac:chgData name="Paul Winser" userId="c3146a91-e6bd-4264-bd86-e164e04bc32d" providerId="ADAL" clId="{679B85AC-BEE2-4B4B-81CE-A446915FF086}" dt="2023-12-07T12:48:14.180" v="5"/>
          <ac:spMkLst>
            <pc:docMk/>
            <pc:sldMk cId="0" sldId="258"/>
            <ac:spMk id="2" creationId="{8CC4191A-C500-A4D0-0E41-01DD4E4D6390}"/>
          </ac:spMkLst>
        </pc:spChg>
      </pc:sldChg>
      <pc:sldChg chg="addSp modSp">
        <pc:chgData name="Paul Winser" userId="c3146a91-e6bd-4264-bd86-e164e04bc32d" providerId="ADAL" clId="{679B85AC-BEE2-4B4B-81CE-A446915FF086}" dt="2023-12-07T12:48:17.230" v="7"/>
        <pc:sldMkLst>
          <pc:docMk/>
          <pc:sldMk cId="0" sldId="272"/>
        </pc:sldMkLst>
        <pc:spChg chg="add mod">
          <ac:chgData name="Paul Winser" userId="c3146a91-e6bd-4264-bd86-e164e04bc32d" providerId="ADAL" clId="{679B85AC-BEE2-4B4B-81CE-A446915FF086}" dt="2023-12-07T12:48:17.230" v="7"/>
          <ac:spMkLst>
            <pc:docMk/>
            <pc:sldMk cId="0" sldId="272"/>
            <ac:spMk id="2" creationId="{3AF78CB6-572F-FBC0-CFD9-EB16FE6E712D}"/>
          </ac:spMkLst>
        </pc:spChg>
      </pc:sldChg>
      <pc:sldChg chg="addSp modSp">
        <pc:chgData name="Paul Winser" userId="c3146a91-e6bd-4264-bd86-e164e04bc32d" providerId="ADAL" clId="{679B85AC-BEE2-4B4B-81CE-A446915FF086}" dt="2023-12-07T12:48:22.896" v="8"/>
        <pc:sldMkLst>
          <pc:docMk/>
          <pc:sldMk cId="884549766" sldId="305"/>
        </pc:sldMkLst>
        <pc:spChg chg="add mod">
          <ac:chgData name="Paul Winser" userId="c3146a91-e6bd-4264-bd86-e164e04bc32d" providerId="ADAL" clId="{679B85AC-BEE2-4B4B-81CE-A446915FF086}" dt="2023-12-07T12:48:22.896" v="8"/>
          <ac:spMkLst>
            <pc:docMk/>
            <pc:sldMk cId="884549766" sldId="305"/>
            <ac:spMk id="6" creationId="{34DFAA00-354B-EA05-03E1-7E6B9EE1A430}"/>
          </ac:spMkLst>
        </pc:spChg>
      </pc:sldChg>
      <pc:sldChg chg="addSp modSp mod">
        <pc:chgData name="Paul Winser" userId="c3146a91-e6bd-4264-bd86-e164e04bc32d" providerId="ADAL" clId="{679B85AC-BEE2-4B4B-81CE-A446915FF086}" dt="2023-12-07T12:51:13.766" v="52" actId="207"/>
        <pc:sldMkLst>
          <pc:docMk/>
          <pc:sldMk cId="588007661" sldId="306"/>
        </pc:sldMkLst>
        <pc:spChg chg="add mod">
          <ac:chgData name="Paul Winser" userId="c3146a91-e6bd-4264-bd86-e164e04bc32d" providerId="ADAL" clId="{679B85AC-BEE2-4B4B-81CE-A446915FF086}" dt="2023-12-07T12:49:27.512" v="29"/>
          <ac:spMkLst>
            <pc:docMk/>
            <pc:sldMk cId="588007661" sldId="306"/>
            <ac:spMk id="2" creationId="{08CC22C5-FD02-BD6A-C1C3-89A32A6105E7}"/>
          </ac:spMkLst>
        </pc:spChg>
        <pc:spChg chg="mod">
          <ac:chgData name="Paul Winser" userId="c3146a91-e6bd-4264-bd86-e164e04bc32d" providerId="ADAL" clId="{679B85AC-BEE2-4B4B-81CE-A446915FF086}" dt="2023-12-07T12:51:13.766" v="52" actId="207"/>
          <ac:spMkLst>
            <pc:docMk/>
            <pc:sldMk cId="588007661" sldId="306"/>
            <ac:spMk id="34819" creationId="{453C7683-8588-7ABC-32E0-8A4E68218620}"/>
          </ac:spMkLst>
        </pc:spChg>
      </pc:sldChg>
      <pc:sldChg chg="addSp modSp">
        <pc:chgData name="Paul Winser" userId="c3146a91-e6bd-4264-bd86-e164e04bc32d" providerId="ADAL" clId="{679B85AC-BEE2-4B4B-81CE-A446915FF086}" dt="2023-12-07T12:49:29.104" v="30"/>
        <pc:sldMkLst>
          <pc:docMk/>
          <pc:sldMk cId="3621417310" sldId="307"/>
        </pc:sldMkLst>
        <pc:spChg chg="add mod">
          <ac:chgData name="Paul Winser" userId="c3146a91-e6bd-4264-bd86-e164e04bc32d" providerId="ADAL" clId="{679B85AC-BEE2-4B4B-81CE-A446915FF086}" dt="2023-12-07T12:49:29.104" v="30"/>
          <ac:spMkLst>
            <pc:docMk/>
            <pc:sldMk cId="3621417310" sldId="307"/>
            <ac:spMk id="2" creationId="{06431F25-D6E6-5497-75BC-1336CF256AB3}"/>
          </ac:spMkLst>
        </pc:spChg>
      </pc:sldChg>
      <pc:sldChg chg="addSp modSp">
        <pc:chgData name="Paul Winser" userId="c3146a91-e6bd-4264-bd86-e164e04bc32d" providerId="ADAL" clId="{679B85AC-BEE2-4B4B-81CE-A446915FF086}" dt="2023-12-07T12:51:22.196" v="53" actId="1076"/>
        <pc:sldMkLst>
          <pc:docMk/>
          <pc:sldMk cId="47175209" sldId="309"/>
        </pc:sldMkLst>
        <pc:spChg chg="add mod">
          <ac:chgData name="Paul Winser" userId="c3146a91-e6bd-4264-bd86-e164e04bc32d" providerId="ADAL" clId="{679B85AC-BEE2-4B4B-81CE-A446915FF086}" dt="2023-12-07T12:49:32.352" v="32"/>
          <ac:spMkLst>
            <pc:docMk/>
            <pc:sldMk cId="47175209" sldId="309"/>
            <ac:spMk id="2" creationId="{45260E17-F101-0919-9513-717A4F7A4C5D}"/>
          </ac:spMkLst>
        </pc:spChg>
        <pc:spChg chg="mod">
          <ac:chgData name="Paul Winser" userId="c3146a91-e6bd-4264-bd86-e164e04bc32d" providerId="ADAL" clId="{679B85AC-BEE2-4B4B-81CE-A446915FF086}" dt="2023-12-07T12:51:22.196" v="53" actId="1076"/>
          <ac:spMkLst>
            <pc:docMk/>
            <pc:sldMk cId="47175209" sldId="309"/>
            <ac:spMk id="4" creationId="{0B32666E-DD7C-318E-AF60-F327A41D0234}"/>
          </ac:spMkLst>
        </pc:spChg>
      </pc:sldChg>
      <pc:sldChg chg="addSp modSp">
        <pc:chgData name="Paul Winser" userId="c3146a91-e6bd-4264-bd86-e164e04bc32d" providerId="ADAL" clId="{679B85AC-BEE2-4B4B-81CE-A446915FF086}" dt="2023-12-07T12:48:24.966" v="9"/>
        <pc:sldMkLst>
          <pc:docMk/>
          <pc:sldMk cId="3731182743" sldId="310"/>
        </pc:sldMkLst>
        <pc:spChg chg="add mod">
          <ac:chgData name="Paul Winser" userId="c3146a91-e6bd-4264-bd86-e164e04bc32d" providerId="ADAL" clId="{679B85AC-BEE2-4B4B-81CE-A446915FF086}" dt="2023-12-07T12:48:24.966" v="9"/>
          <ac:spMkLst>
            <pc:docMk/>
            <pc:sldMk cId="3731182743" sldId="310"/>
            <ac:spMk id="2" creationId="{88A4ECD9-659C-1B9E-4B91-354704DF11D6}"/>
          </ac:spMkLst>
        </pc:spChg>
      </pc:sldChg>
      <pc:sldChg chg="addSp modSp">
        <pc:chgData name="Paul Winser" userId="c3146a91-e6bd-4264-bd86-e164e04bc32d" providerId="ADAL" clId="{679B85AC-BEE2-4B4B-81CE-A446915FF086}" dt="2023-12-07T12:48:26.307" v="10"/>
        <pc:sldMkLst>
          <pc:docMk/>
          <pc:sldMk cId="256843559" sldId="311"/>
        </pc:sldMkLst>
        <pc:spChg chg="add mod">
          <ac:chgData name="Paul Winser" userId="c3146a91-e6bd-4264-bd86-e164e04bc32d" providerId="ADAL" clId="{679B85AC-BEE2-4B4B-81CE-A446915FF086}" dt="2023-12-07T12:48:26.307" v="10"/>
          <ac:spMkLst>
            <pc:docMk/>
            <pc:sldMk cId="256843559" sldId="311"/>
            <ac:spMk id="2" creationId="{CD2ECB66-31D9-6E58-32B9-4C9B258875C7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8:32.017" v="12" actId="478"/>
        <pc:sldMkLst>
          <pc:docMk/>
          <pc:sldMk cId="2302512828" sldId="312"/>
        </pc:sldMkLst>
        <pc:spChg chg="add mod">
          <ac:chgData name="Paul Winser" userId="c3146a91-e6bd-4264-bd86-e164e04bc32d" providerId="ADAL" clId="{679B85AC-BEE2-4B4B-81CE-A446915FF086}" dt="2023-12-07T12:48:27.582" v="11"/>
          <ac:spMkLst>
            <pc:docMk/>
            <pc:sldMk cId="2302512828" sldId="312"/>
            <ac:spMk id="3" creationId="{D162374E-12B7-6651-B04D-4996BEDC891A}"/>
          </ac:spMkLst>
        </pc:spChg>
        <pc:spChg chg="del">
          <ac:chgData name="Paul Winser" userId="c3146a91-e6bd-4264-bd86-e164e04bc32d" providerId="ADAL" clId="{679B85AC-BEE2-4B4B-81CE-A446915FF086}" dt="2023-12-07T12:48:32.017" v="12" actId="478"/>
          <ac:spMkLst>
            <pc:docMk/>
            <pc:sldMk cId="2302512828" sldId="312"/>
            <ac:spMk id="4" creationId="{BB321854-0F1F-142A-996B-9D2C204751AA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8:39.171" v="14" actId="478"/>
        <pc:sldMkLst>
          <pc:docMk/>
          <pc:sldMk cId="2359880219" sldId="313"/>
        </pc:sldMkLst>
        <pc:spChg chg="del">
          <ac:chgData name="Paul Winser" userId="c3146a91-e6bd-4264-bd86-e164e04bc32d" providerId="ADAL" clId="{679B85AC-BEE2-4B4B-81CE-A446915FF086}" dt="2023-12-07T12:48:39.171" v="14" actId="478"/>
          <ac:spMkLst>
            <pc:docMk/>
            <pc:sldMk cId="2359880219" sldId="313"/>
            <ac:spMk id="4" creationId="{996814FB-4240-C81A-1304-D4C1C74C1F37}"/>
          </ac:spMkLst>
        </pc:spChg>
        <pc:spChg chg="add mod">
          <ac:chgData name="Paul Winser" userId="c3146a91-e6bd-4264-bd86-e164e04bc32d" providerId="ADAL" clId="{679B85AC-BEE2-4B4B-81CE-A446915FF086}" dt="2023-12-07T12:48:34.150" v="13"/>
          <ac:spMkLst>
            <pc:docMk/>
            <pc:sldMk cId="2359880219" sldId="313"/>
            <ac:spMk id="5" creationId="{4B36B4D5-2DAF-48E0-2D94-B143AF3C8AF3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8:50.447" v="16" actId="478"/>
        <pc:sldMkLst>
          <pc:docMk/>
          <pc:sldMk cId="3470139056" sldId="314"/>
        </pc:sldMkLst>
        <pc:spChg chg="del">
          <ac:chgData name="Paul Winser" userId="c3146a91-e6bd-4264-bd86-e164e04bc32d" providerId="ADAL" clId="{679B85AC-BEE2-4B4B-81CE-A446915FF086}" dt="2023-12-07T12:48:50.447" v="16" actId="478"/>
          <ac:spMkLst>
            <pc:docMk/>
            <pc:sldMk cId="3470139056" sldId="314"/>
            <ac:spMk id="5" creationId="{FEAAC281-9185-C1AC-BE8A-28CD464DA31E}"/>
          </ac:spMkLst>
        </pc:spChg>
        <pc:spChg chg="add mod">
          <ac:chgData name="Paul Winser" userId="c3146a91-e6bd-4264-bd86-e164e04bc32d" providerId="ADAL" clId="{679B85AC-BEE2-4B4B-81CE-A446915FF086}" dt="2023-12-07T12:48:43.653" v="15"/>
          <ac:spMkLst>
            <pc:docMk/>
            <pc:sldMk cId="3470139056" sldId="314"/>
            <ac:spMk id="9" creationId="{AFCC66D9-19A6-761C-A648-B6510D76406F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16.352" v="24" actId="478"/>
        <pc:sldMkLst>
          <pc:docMk/>
          <pc:sldMk cId="2344717285" sldId="315"/>
        </pc:sldMkLst>
        <pc:spChg chg="add mod">
          <ac:chgData name="Paul Winser" userId="c3146a91-e6bd-4264-bd86-e164e04bc32d" providerId="ADAL" clId="{679B85AC-BEE2-4B4B-81CE-A446915FF086}" dt="2023-12-07T12:49:12.587" v="23"/>
          <ac:spMkLst>
            <pc:docMk/>
            <pc:sldMk cId="2344717285" sldId="315"/>
            <ac:spMk id="4" creationId="{9A3C0556-C1C4-B9C9-AE5C-A8B457D80B80}"/>
          </ac:spMkLst>
        </pc:spChg>
        <pc:spChg chg="del">
          <ac:chgData name="Paul Winser" userId="c3146a91-e6bd-4264-bd86-e164e04bc32d" providerId="ADAL" clId="{679B85AC-BEE2-4B4B-81CE-A446915FF086}" dt="2023-12-07T12:49:16.352" v="24" actId="478"/>
          <ac:spMkLst>
            <pc:docMk/>
            <pc:sldMk cId="2344717285" sldId="315"/>
            <ac:spMk id="5" creationId="{FEAAC281-9185-C1AC-BE8A-28CD464DA31E}"/>
          </ac:spMkLst>
        </pc:spChg>
      </pc:sldChg>
      <pc:sldChg chg="addSp modSp">
        <pc:chgData name="Paul Winser" userId="c3146a91-e6bd-4264-bd86-e164e04bc32d" providerId="ADAL" clId="{679B85AC-BEE2-4B4B-81CE-A446915FF086}" dt="2023-12-07T12:49:23.772" v="27"/>
        <pc:sldMkLst>
          <pc:docMk/>
          <pc:sldMk cId="3193420519" sldId="316"/>
        </pc:sldMkLst>
        <pc:spChg chg="add mod">
          <ac:chgData name="Paul Winser" userId="c3146a91-e6bd-4264-bd86-e164e04bc32d" providerId="ADAL" clId="{679B85AC-BEE2-4B4B-81CE-A446915FF086}" dt="2023-12-07T12:49:23.772" v="27"/>
          <ac:spMkLst>
            <pc:docMk/>
            <pc:sldMk cId="3193420519" sldId="316"/>
            <ac:spMk id="2" creationId="{1C9F9CD7-F245-D678-907D-78C343C868DC}"/>
          </ac:spMkLst>
        </pc:spChg>
      </pc:sldChg>
      <pc:sldChg chg="addSp modSp">
        <pc:chgData name="Paul Winser" userId="c3146a91-e6bd-4264-bd86-e164e04bc32d" providerId="ADAL" clId="{679B85AC-BEE2-4B4B-81CE-A446915FF086}" dt="2023-12-07T12:49:25.624" v="28"/>
        <pc:sldMkLst>
          <pc:docMk/>
          <pc:sldMk cId="3995832729" sldId="317"/>
        </pc:sldMkLst>
        <pc:spChg chg="add mod">
          <ac:chgData name="Paul Winser" userId="c3146a91-e6bd-4264-bd86-e164e04bc32d" providerId="ADAL" clId="{679B85AC-BEE2-4B4B-81CE-A446915FF086}" dt="2023-12-07T12:49:25.624" v="28"/>
          <ac:spMkLst>
            <pc:docMk/>
            <pc:sldMk cId="3995832729" sldId="317"/>
            <ac:spMk id="2" creationId="{79C729F2-F61C-83F0-C4DA-CB75564444F7}"/>
          </ac:spMkLst>
        </pc:spChg>
      </pc:sldChg>
      <pc:sldChg chg="addSp modSp">
        <pc:chgData name="Paul Winser" userId="c3146a91-e6bd-4264-bd86-e164e04bc32d" providerId="ADAL" clId="{679B85AC-BEE2-4B4B-81CE-A446915FF086}" dt="2023-12-07T12:49:30.775" v="31"/>
        <pc:sldMkLst>
          <pc:docMk/>
          <pc:sldMk cId="705435437" sldId="318"/>
        </pc:sldMkLst>
        <pc:spChg chg="add mod">
          <ac:chgData name="Paul Winser" userId="c3146a91-e6bd-4264-bd86-e164e04bc32d" providerId="ADAL" clId="{679B85AC-BEE2-4B4B-81CE-A446915FF086}" dt="2023-12-07T12:49:30.775" v="31"/>
          <ac:spMkLst>
            <pc:docMk/>
            <pc:sldMk cId="705435437" sldId="318"/>
            <ac:spMk id="2" creationId="{AECDD697-FB29-6EDA-4626-2410E5886877}"/>
          </ac:spMkLst>
        </pc:spChg>
      </pc:sldChg>
      <pc:sldChg chg="addSp modSp">
        <pc:chgData name="Paul Winser" userId="c3146a91-e6bd-4264-bd86-e164e04bc32d" providerId="ADAL" clId="{679B85AC-BEE2-4B4B-81CE-A446915FF086}" dt="2023-12-07T12:49:34.233" v="33"/>
        <pc:sldMkLst>
          <pc:docMk/>
          <pc:sldMk cId="1077261354" sldId="319"/>
        </pc:sldMkLst>
        <pc:spChg chg="add mod">
          <ac:chgData name="Paul Winser" userId="c3146a91-e6bd-4264-bd86-e164e04bc32d" providerId="ADAL" clId="{679B85AC-BEE2-4B4B-81CE-A446915FF086}" dt="2023-12-07T12:49:34.233" v="33"/>
          <ac:spMkLst>
            <pc:docMk/>
            <pc:sldMk cId="1077261354" sldId="319"/>
            <ac:spMk id="8" creationId="{149B4444-D607-4539-0BF4-403E6B251E60}"/>
          </ac:spMkLst>
        </pc:spChg>
      </pc:sldChg>
      <pc:sldChg chg="addSp modSp mod">
        <pc:chgData name="Paul Winser" userId="c3146a91-e6bd-4264-bd86-e164e04bc32d" providerId="ADAL" clId="{679B85AC-BEE2-4B4B-81CE-A446915FF086}" dt="2023-12-07T12:51:55.589" v="59" actId="404"/>
        <pc:sldMkLst>
          <pc:docMk/>
          <pc:sldMk cId="2114879314" sldId="320"/>
        </pc:sldMkLst>
        <pc:spChg chg="add mod">
          <ac:chgData name="Paul Winser" userId="c3146a91-e6bd-4264-bd86-e164e04bc32d" providerId="ADAL" clId="{679B85AC-BEE2-4B4B-81CE-A446915FF086}" dt="2023-12-07T12:49:41.385" v="37"/>
          <ac:spMkLst>
            <pc:docMk/>
            <pc:sldMk cId="2114879314" sldId="320"/>
            <ac:spMk id="2" creationId="{58D25B98-87A7-BB73-81AA-C3405E297C4D}"/>
          </ac:spMkLst>
        </pc:spChg>
        <pc:spChg chg="mod">
          <ac:chgData name="Paul Winser" userId="c3146a91-e6bd-4264-bd86-e164e04bc32d" providerId="ADAL" clId="{679B85AC-BEE2-4B4B-81CE-A446915FF086}" dt="2023-12-07T12:51:55.589" v="59" actId="404"/>
          <ac:spMkLst>
            <pc:docMk/>
            <pc:sldMk cId="2114879314" sldId="320"/>
            <ac:spMk id="34819" creationId="{453C7683-8588-7ABC-32E0-8A4E68218620}"/>
          </ac:spMkLst>
        </pc:spChg>
      </pc:sldChg>
      <pc:sldChg chg="addSp modSp">
        <pc:chgData name="Paul Winser" userId="c3146a91-e6bd-4264-bd86-e164e04bc32d" providerId="ADAL" clId="{679B85AC-BEE2-4B4B-81CE-A446915FF086}" dt="2023-12-07T12:49:42.882" v="38"/>
        <pc:sldMkLst>
          <pc:docMk/>
          <pc:sldMk cId="2507405355" sldId="321"/>
        </pc:sldMkLst>
        <pc:spChg chg="add mod">
          <ac:chgData name="Paul Winser" userId="c3146a91-e6bd-4264-bd86-e164e04bc32d" providerId="ADAL" clId="{679B85AC-BEE2-4B4B-81CE-A446915FF086}" dt="2023-12-07T12:49:42.882" v="38"/>
          <ac:spMkLst>
            <pc:docMk/>
            <pc:sldMk cId="2507405355" sldId="321"/>
            <ac:spMk id="6" creationId="{2234F77E-313D-7443-84BB-A103B8BA10FA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53.561" v="42" actId="478"/>
        <pc:sldMkLst>
          <pc:docMk/>
          <pc:sldMk cId="4227882923" sldId="322"/>
        </pc:sldMkLst>
        <pc:spChg chg="add mod">
          <ac:chgData name="Paul Winser" userId="c3146a91-e6bd-4264-bd86-e164e04bc32d" providerId="ADAL" clId="{679B85AC-BEE2-4B4B-81CE-A446915FF086}" dt="2023-12-07T12:49:50.159" v="41"/>
          <ac:spMkLst>
            <pc:docMk/>
            <pc:sldMk cId="4227882923" sldId="322"/>
            <ac:spMk id="3" creationId="{A6835F4A-8DCA-9DF9-1C09-35A46590484F}"/>
          </ac:spMkLst>
        </pc:spChg>
        <pc:spChg chg="del">
          <ac:chgData name="Paul Winser" userId="c3146a91-e6bd-4264-bd86-e164e04bc32d" providerId="ADAL" clId="{679B85AC-BEE2-4B4B-81CE-A446915FF086}" dt="2023-12-07T12:49:53.561" v="42" actId="478"/>
          <ac:spMkLst>
            <pc:docMk/>
            <pc:sldMk cId="4227882923" sldId="322"/>
            <ac:spMk id="4" creationId="{7F6280D2-AAD3-A27A-4B9D-F985C326BEEE}"/>
          </ac:spMkLst>
        </pc:spChg>
      </pc:sldChg>
      <pc:sldChg chg="addSp modSp">
        <pc:chgData name="Paul Winser" userId="c3146a91-e6bd-4264-bd86-e164e04bc32d" providerId="ADAL" clId="{679B85AC-BEE2-4B4B-81CE-A446915FF086}" dt="2023-12-07T12:50:01.269" v="45"/>
        <pc:sldMkLst>
          <pc:docMk/>
          <pc:sldMk cId="3074126207" sldId="323"/>
        </pc:sldMkLst>
        <pc:spChg chg="add mod">
          <ac:chgData name="Paul Winser" userId="c3146a91-e6bd-4264-bd86-e164e04bc32d" providerId="ADAL" clId="{679B85AC-BEE2-4B4B-81CE-A446915FF086}" dt="2023-12-07T12:50:01.269" v="45"/>
          <ac:spMkLst>
            <pc:docMk/>
            <pc:sldMk cId="3074126207" sldId="323"/>
            <ac:spMk id="2" creationId="{B3174CF4-5E8F-E118-A774-4B82F358A5B6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50:06.466" v="47" actId="478"/>
        <pc:sldMkLst>
          <pc:docMk/>
          <pc:sldMk cId="332626906" sldId="324"/>
        </pc:sldMkLst>
        <pc:spChg chg="del">
          <ac:chgData name="Paul Winser" userId="c3146a91-e6bd-4264-bd86-e164e04bc32d" providerId="ADAL" clId="{679B85AC-BEE2-4B4B-81CE-A446915FF086}" dt="2023-12-07T12:50:06.466" v="47" actId="478"/>
          <ac:spMkLst>
            <pc:docMk/>
            <pc:sldMk cId="332626906" sldId="324"/>
            <ac:spMk id="4" creationId="{6DDE02D6-769D-FD5F-335E-324FFDEDF2C5}"/>
          </ac:spMkLst>
        </pc:spChg>
        <pc:spChg chg="add mod">
          <ac:chgData name="Paul Winser" userId="c3146a91-e6bd-4264-bd86-e164e04bc32d" providerId="ADAL" clId="{679B85AC-BEE2-4B4B-81CE-A446915FF086}" dt="2023-12-07T12:50:03.145" v="46"/>
          <ac:spMkLst>
            <pc:docMk/>
            <pc:sldMk cId="332626906" sldId="324"/>
            <ac:spMk id="5" creationId="{5A56F6A0-9217-FAC6-27A1-908FC2560CD8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50:17.170" v="51" actId="478"/>
        <pc:sldMkLst>
          <pc:docMk/>
          <pc:sldMk cId="1573878735" sldId="326"/>
        </pc:sldMkLst>
        <pc:spChg chg="del">
          <ac:chgData name="Paul Winser" userId="c3146a91-e6bd-4264-bd86-e164e04bc32d" providerId="ADAL" clId="{679B85AC-BEE2-4B4B-81CE-A446915FF086}" dt="2023-12-07T12:50:17.170" v="51" actId="478"/>
          <ac:spMkLst>
            <pc:docMk/>
            <pc:sldMk cId="1573878735" sldId="326"/>
            <ac:spMk id="4" creationId="{4971C30C-9F8C-50D9-5BAC-84D8560BF644}"/>
          </ac:spMkLst>
        </pc:spChg>
        <pc:spChg chg="add mod">
          <ac:chgData name="Paul Winser" userId="c3146a91-e6bd-4264-bd86-e164e04bc32d" providerId="ADAL" clId="{679B85AC-BEE2-4B4B-81CE-A446915FF086}" dt="2023-12-07T12:50:13.961" v="50"/>
          <ac:spMkLst>
            <pc:docMk/>
            <pc:sldMk cId="1573878735" sldId="326"/>
            <ac:spMk id="5" creationId="{9CA63447-1B69-A4A7-D3E0-918E51F1E87D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8:57.435" v="18" actId="478"/>
        <pc:sldMkLst>
          <pc:docMk/>
          <pc:sldMk cId="4284307572" sldId="327"/>
        </pc:sldMkLst>
        <pc:spChg chg="add mod">
          <ac:chgData name="Paul Winser" userId="c3146a91-e6bd-4264-bd86-e164e04bc32d" providerId="ADAL" clId="{679B85AC-BEE2-4B4B-81CE-A446915FF086}" dt="2023-12-07T12:48:53.323" v="17"/>
          <ac:spMkLst>
            <pc:docMk/>
            <pc:sldMk cId="4284307572" sldId="327"/>
            <ac:spMk id="4" creationId="{B975D3EF-8C65-0287-C708-46F227E0500E}"/>
          </ac:spMkLst>
        </pc:spChg>
        <pc:spChg chg="del">
          <ac:chgData name="Paul Winser" userId="c3146a91-e6bd-4264-bd86-e164e04bc32d" providerId="ADAL" clId="{679B85AC-BEE2-4B4B-81CE-A446915FF086}" dt="2023-12-07T12:48:57.435" v="18" actId="478"/>
          <ac:spMkLst>
            <pc:docMk/>
            <pc:sldMk cId="4284307572" sldId="327"/>
            <ac:spMk id="5" creationId="{E83C73AF-91DB-2C8F-88B9-2A145E2B7F9F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04.245" v="20" actId="478"/>
        <pc:sldMkLst>
          <pc:docMk/>
          <pc:sldMk cId="2677113217" sldId="328"/>
        </pc:sldMkLst>
        <pc:spChg chg="del">
          <ac:chgData name="Paul Winser" userId="c3146a91-e6bd-4264-bd86-e164e04bc32d" providerId="ADAL" clId="{679B85AC-BEE2-4B4B-81CE-A446915FF086}" dt="2023-12-07T12:49:04.245" v="20" actId="478"/>
          <ac:spMkLst>
            <pc:docMk/>
            <pc:sldMk cId="2677113217" sldId="328"/>
            <ac:spMk id="5" creationId="{7C413292-0907-86AA-6B9E-8034723F21E6}"/>
          </ac:spMkLst>
        </pc:spChg>
        <pc:spChg chg="add mod">
          <ac:chgData name="Paul Winser" userId="c3146a91-e6bd-4264-bd86-e164e04bc32d" providerId="ADAL" clId="{679B85AC-BEE2-4B4B-81CE-A446915FF086}" dt="2023-12-07T12:49:00.836" v="19"/>
          <ac:spMkLst>
            <pc:docMk/>
            <pc:sldMk cId="2677113217" sldId="328"/>
            <ac:spMk id="8" creationId="{A3BACA92-5BE3-03C2-3901-6352F571E7E5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10.272" v="22" actId="478"/>
        <pc:sldMkLst>
          <pc:docMk/>
          <pc:sldMk cId="2895267437" sldId="329"/>
        </pc:sldMkLst>
        <pc:spChg chg="add mod">
          <ac:chgData name="Paul Winser" userId="c3146a91-e6bd-4264-bd86-e164e04bc32d" providerId="ADAL" clId="{679B85AC-BEE2-4B4B-81CE-A446915FF086}" dt="2023-12-07T12:49:06.594" v="21"/>
          <ac:spMkLst>
            <pc:docMk/>
            <pc:sldMk cId="2895267437" sldId="329"/>
            <ac:spMk id="4" creationId="{63068567-E083-77E0-5C2F-B8694487A5C2}"/>
          </ac:spMkLst>
        </pc:spChg>
        <pc:spChg chg="del">
          <ac:chgData name="Paul Winser" userId="c3146a91-e6bd-4264-bd86-e164e04bc32d" providerId="ADAL" clId="{679B85AC-BEE2-4B4B-81CE-A446915FF086}" dt="2023-12-07T12:49:10.272" v="22" actId="478"/>
          <ac:spMkLst>
            <pc:docMk/>
            <pc:sldMk cId="2895267437" sldId="329"/>
            <ac:spMk id="5" creationId="{C57A8C54-B9EA-94AA-2697-68B12D35FFA5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21.819" v="26" actId="478"/>
        <pc:sldMkLst>
          <pc:docMk/>
          <pc:sldMk cId="2679286483" sldId="330"/>
        </pc:sldMkLst>
        <pc:spChg chg="del">
          <ac:chgData name="Paul Winser" userId="c3146a91-e6bd-4264-bd86-e164e04bc32d" providerId="ADAL" clId="{679B85AC-BEE2-4B4B-81CE-A446915FF086}" dt="2023-12-07T12:49:21.819" v="26" actId="478"/>
          <ac:spMkLst>
            <pc:docMk/>
            <pc:sldMk cId="2679286483" sldId="330"/>
            <ac:spMk id="5" creationId="{FEAAC281-9185-C1AC-BE8A-28CD464DA31E}"/>
          </ac:spMkLst>
        </pc:spChg>
        <pc:spChg chg="add mod">
          <ac:chgData name="Paul Winser" userId="c3146a91-e6bd-4264-bd86-e164e04bc32d" providerId="ADAL" clId="{679B85AC-BEE2-4B4B-81CE-A446915FF086}" dt="2023-12-07T12:49:18.601" v="25"/>
          <ac:spMkLst>
            <pc:docMk/>
            <pc:sldMk cId="2679286483" sldId="330"/>
            <ac:spMk id="7" creationId="{6B5266BD-248E-ABE3-53C6-7B2419B6E4E5}"/>
          </ac:spMkLst>
        </pc:spChg>
      </pc:sldChg>
      <pc:sldChg chg="addSp modSp">
        <pc:chgData name="Paul Winser" userId="c3146a91-e6bd-4264-bd86-e164e04bc32d" providerId="ADAL" clId="{679B85AC-BEE2-4B4B-81CE-A446915FF086}" dt="2023-12-07T12:49:35.689" v="34"/>
        <pc:sldMkLst>
          <pc:docMk/>
          <pc:sldMk cId="3774596694" sldId="331"/>
        </pc:sldMkLst>
        <pc:spChg chg="add mod">
          <ac:chgData name="Paul Winser" userId="c3146a91-e6bd-4264-bd86-e164e04bc32d" providerId="ADAL" clId="{679B85AC-BEE2-4B4B-81CE-A446915FF086}" dt="2023-12-07T12:49:35.689" v="34"/>
          <ac:spMkLst>
            <pc:docMk/>
            <pc:sldMk cId="3774596694" sldId="331"/>
            <ac:spMk id="2" creationId="{273CFC93-280B-2109-4A0B-4F70F89BE25B}"/>
          </ac:spMkLst>
        </pc:spChg>
      </pc:sldChg>
      <pc:sldChg chg="addSp modSp mod">
        <pc:chgData name="Paul Winser" userId="c3146a91-e6bd-4264-bd86-e164e04bc32d" providerId="ADAL" clId="{679B85AC-BEE2-4B4B-81CE-A446915FF086}" dt="2023-12-07T12:51:35.816" v="54" actId="6549"/>
        <pc:sldMkLst>
          <pc:docMk/>
          <pc:sldMk cId="2276451313" sldId="332"/>
        </pc:sldMkLst>
        <pc:spChg chg="add mod">
          <ac:chgData name="Paul Winser" userId="c3146a91-e6bd-4264-bd86-e164e04bc32d" providerId="ADAL" clId="{679B85AC-BEE2-4B4B-81CE-A446915FF086}" dt="2023-12-07T12:49:37.729" v="35"/>
          <ac:spMkLst>
            <pc:docMk/>
            <pc:sldMk cId="2276451313" sldId="332"/>
            <ac:spMk id="2" creationId="{937B5E15-E50F-6899-920A-6CB5BA2C5635}"/>
          </ac:spMkLst>
        </pc:spChg>
        <pc:spChg chg="mod">
          <ac:chgData name="Paul Winser" userId="c3146a91-e6bd-4264-bd86-e164e04bc32d" providerId="ADAL" clId="{679B85AC-BEE2-4B4B-81CE-A446915FF086}" dt="2023-12-07T12:51:35.816" v="54" actId="6549"/>
          <ac:spMkLst>
            <pc:docMk/>
            <pc:sldMk cId="2276451313" sldId="332"/>
            <ac:spMk id="34819" creationId="{453C7683-8588-7ABC-32E0-8A4E68218620}"/>
          </ac:spMkLst>
        </pc:spChg>
      </pc:sldChg>
      <pc:sldChg chg="addSp modSp mod">
        <pc:chgData name="Paul Winser" userId="c3146a91-e6bd-4264-bd86-e164e04bc32d" providerId="ADAL" clId="{679B85AC-BEE2-4B4B-81CE-A446915FF086}" dt="2023-12-07T12:51:45.628" v="57" actId="20577"/>
        <pc:sldMkLst>
          <pc:docMk/>
          <pc:sldMk cId="2108752387" sldId="333"/>
        </pc:sldMkLst>
        <pc:spChg chg="add mod">
          <ac:chgData name="Paul Winser" userId="c3146a91-e6bd-4264-bd86-e164e04bc32d" providerId="ADAL" clId="{679B85AC-BEE2-4B4B-81CE-A446915FF086}" dt="2023-12-07T12:49:40.012" v="36"/>
          <ac:spMkLst>
            <pc:docMk/>
            <pc:sldMk cId="2108752387" sldId="333"/>
            <ac:spMk id="3" creationId="{E7FFFD97-530A-48AE-446E-C6C7999BFA92}"/>
          </ac:spMkLst>
        </pc:spChg>
        <pc:spChg chg="mod">
          <ac:chgData name="Paul Winser" userId="c3146a91-e6bd-4264-bd86-e164e04bc32d" providerId="ADAL" clId="{679B85AC-BEE2-4B4B-81CE-A446915FF086}" dt="2023-12-07T12:51:45.628" v="57" actId="20577"/>
          <ac:spMkLst>
            <pc:docMk/>
            <pc:sldMk cId="2108752387" sldId="333"/>
            <ac:spMk id="34819" creationId="{453C7683-8588-7ABC-32E0-8A4E68218620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59.129" v="44" actId="478"/>
        <pc:sldMkLst>
          <pc:docMk/>
          <pc:sldMk cId="1328584620" sldId="334"/>
        </pc:sldMkLst>
        <pc:spChg chg="add mod">
          <ac:chgData name="Paul Winser" userId="c3146a91-e6bd-4264-bd86-e164e04bc32d" providerId="ADAL" clId="{679B85AC-BEE2-4B4B-81CE-A446915FF086}" dt="2023-12-07T12:49:55.862" v="43"/>
          <ac:spMkLst>
            <pc:docMk/>
            <pc:sldMk cId="1328584620" sldId="334"/>
            <ac:spMk id="3" creationId="{4CE1BC7F-F9D4-3E63-AD2C-4AA3884DC334}"/>
          </ac:spMkLst>
        </pc:spChg>
        <pc:spChg chg="del">
          <ac:chgData name="Paul Winser" userId="c3146a91-e6bd-4264-bd86-e164e04bc32d" providerId="ADAL" clId="{679B85AC-BEE2-4B4B-81CE-A446915FF086}" dt="2023-12-07T12:49:59.129" v="44" actId="478"/>
          <ac:spMkLst>
            <pc:docMk/>
            <pc:sldMk cId="1328584620" sldId="334"/>
            <ac:spMk id="4" creationId="{7F6280D2-AAD3-A27A-4B9D-F985C326BEEE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49:48.139" v="40" actId="478"/>
        <pc:sldMkLst>
          <pc:docMk/>
          <pc:sldMk cId="878195480" sldId="335"/>
        </pc:sldMkLst>
        <pc:spChg chg="add mod">
          <ac:chgData name="Paul Winser" userId="c3146a91-e6bd-4264-bd86-e164e04bc32d" providerId="ADAL" clId="{679B85AC-BEE2-4B4B-81CE-A446915FF086}" dt="2023-12-07T12:49:44.241" v="39"/>
          <ac:spMkLst>
            <pc:docMk/>
            <pc:sldMk cId="878195480" sldId="335"/>
            <ac:spMk id="3" creationId="{442FB694-065D-2733-3663-AE8362669AA6}"/>
          </ac:spMkLst>
        </pc:spChg>
        <pc:spChg chg="del">
          <ac:chgData name="Paul Winser" userId="c3146a91-e6bd-4264-bd86-e164e04bc32d" providerId="ADAL" clId="{679B85AC-BEE2-4B4B-81CE-A446915FF086}" dt="2023-12-07T12:49:48.139" v="40" actId="478"/>
          <ac:spMkLst>
            <pc:docMk/>
            <pc:sldMk cId="878195480" sldId="335"/>
            <ac:spMk id="4" creationId="{7F6280D2-AAD3-A27A-4B9D-F985C326BEEE}"/>
          </ac:spMkLst>
        </pc:spChg>
      </pc:sldChg>
      <pc:sldChg chg="addSp delSp modSp mod">
        <pc:chgData name="Paul Winser" userId="c3146a91-e6bd-4264-bd86-e164e04bc32d" providerId="ADAL" clId="{679B85AC-BEE2-4B4B-81CE-A446915FF086}" dt="2023-12-07T12:52:19.899" v="61" actId="1076"/>
        <pc:sldMkLst>
          <pc:docMk/>
          <pc:sldMk cId="3383580333" sldId="336"/>
        </pc:sldMkLst>
        <pc:spChg chg="add mod">
          <ac:chgData name="Paul Winser" userId="c3146a91-e6bd-4264-bd86-e164e04bc32d" providerId="ADAL" clId="{679B85AC-BEE2-4B4B-81CE-A446915FF086}" dt="2023-12-07T12:50:08.631" v="48"/>
          <ac:spMkLst>
            <pc:docMk/>
            <pc:sldMk cId="3383580333" sldId="336"/>
            <ac:spMk id="3" creationId="{9F9595C0-F281-407B-D85F-26C1D131F7A2}"/>
          </ac:spMkLst>
        </pc:spChg>
        <pc:spChg chg="del">
          <ac:chgData name="Paul Winser" userId="c3146a91-e6bd-4264-bd86-e164e04bc32d" providerId="ADAL" clId="{679B85AC-BEE2-4B4B-81CE-A446915FF086}" dt="2023-12-07T12:50:11.579" v="49" actId="478"/>
          <ac:spMkLst>
            <pc:docMk/>
            <pc:sldMk cId="3383580333" sldId="336"/>
            <ac:spMk id="4" creationId="{6DDE02D6-769D-FD5F-335E-324FFDEDF2C5}"/>
          </ac:spMkLst>
        </pc:spChg>
        <pc:picChg chg="mod">
          <ac:chgData name="Paul Winser" userId="c3146a91-e6bd-4264-bd86-e164e04bc32d" providerId="ADAL" clId="{679B85AC-BEE2-4B4B-81CE-A446915FF086}" dt="2023-12-07T12:52:19.899" v="61" actId="1076"/>
          <ac:picMkLst>
            <pc:docMk/>
            <pc:sldMk cId="3383580333" sldId="336"/>
            <ac:picMk id="5" creationId="{D29C7A2B-B5AB-2A6A-A686-7F1BE835669C}"/>
          </ac:picMkLst>
        </pc:picChg>
      </pc:sldChg>
    </pc:docChg>
  </pc:docChgLst>
  <pc:docChgLst>
    <pc:chgData name="Matthew Gregory" userId="S::matthew.gregory2@pearson.com::8c337df5-6986-499e-b190-07598673e62f" providerId="AD" clId="Web-{45E4BB6D-CFB1-BB3D-2308-C1D51DBDBC13}"/>
    <pc:docChg chg="modSld">
      <pc:chgData name="Matthew Gregory" userId="S::matthew.gregory2@pearson.com::8c337df5-6986-499e-b190-07598673e62f" providerId="AD" clId="Web-{45E4BB6D-CFB1-BB3D-2308-C1D51DBDBC13}" dt="2023-12-08T10:23:44.004" v="273" actId="1076"/>
      <pc:docMkLst>
        <pc:docMk/>
      </pc:docMkLst>
      <pc:sldChg chg="addSp delSp modSp">
        <pc:chgData name="Matthew Gregory" userId="S::matthew.gregory2@pearson.com::8c337df5-6986-499e-b190-07598673e62f" providerId="AD" clId="Web-{45E4BB6D-CFB1-BB3D-2308-C1D51DBDBC13}" dt="2023-12-08T08:15:27.542" v="73" actId="1076"/>
        <pc:sldMkLst>
          <pc:docMk/>
          <pc:sldMk cId="2302512828" sldId="312"/>
        </pc:sldMkLst>
        <pc:spChg chg="add del mod">
          <ac:chgData name="Matthew Gregory" userId="S::matthew.gregory2@pearson.com::8c337df5-6986-499e-b190-07598673e62f" providerId="AD" clId="Web-{45E4BB6D-CFB1-BB3D-2308-C1D51DBDBC13}" dt="2023-12-08T08:08:32.530" v="13"/>
          <ac:spMkLst>
            <pc:docMk/>
            <pc:sldMk cId="2302512828" sldId="312"/>
            <ac:spMk id="5" creationId="{5DBE1A39-98D3-BE01-0725-C6C9764594EB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42.982" v="0" actId="1076"/>
          <ac:spMkLst>
            <pc:docMk/>
            <pc:sldMk cId="2302512828" sldId="312"/>
            <ac:spMk id="26" creationId="{59426B90-2F75-B76E-55FF-500BFF560B0B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42.998" v="1" actId="1076"/>
          <ac:spMkLst>
            <pc:docMk/>
            <pc:sldMk cId="2302512828" sldId="312"/>
            <ac:spMk id="27" creationId="{E35F3995-A10A-1C3F-AC8E-17F8CF806D62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42.998" v="2" actId="1076"/>
          <ac:spMkLst>
            <pc:docMk/>
            <pc:sldMk cId="2302512828" sldId="312"/>
            <ac:spMk id="28" creationId="{F3D690A0-137F-96A6-0C8B-44E03B72EEE0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13:50.821" v="44" actId="1076"/>
          <ac:spMkLst>
            <pc:docMk/>
            <pc:sldMk cId="2302512828" sldId="312"/>
            <ac:spMk id="29" creationId="{1E23EE1A-90AE-9139-ED5A-15E566706EF6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55.842" v="4" actId="1076"/>
          <ac:spMkLst>
            <pc:docMk/>
            <pc:sldMk cId="2302512828" sldId="312"/>
            <ac:spMk id="32" creationId="{161FEB6A-C41F-AFE4-94B6-273A9F256343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55.858" v="5" actId="1076"/>
          <ac:spMkLst>
            <pc:docMk/>
            <pc:sldMk cId="2302512828" sldId="312"/>
            <ac:spMk id="37" creationId="{44E7BD0F-9B4D-5744-8CA5-86F9A1D59238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55.858" v="6" actId="1076"/>
          <ac:spMkLst>
            <pc:docMk/>
            <pc:sldMk cId="2302512828" sldId="312"/>
            <ac:spMk id="38" creationId="{208C02A2-338C-1802-6895-22FFFB583650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8:07:55.873" v="7" actId="1076"/>
          <ac:spMkLst>
            <pc:docMk/>
            <pc:sldMk cId="2302512828" sldId="312"/>
            <ac:spMk id="39" creationId="{99A7E2BD-596F-EC2A-BFF9-D705A466E8DE}"/>
          </ac:spMkLst>
        </pc:spChg>
        <pc:picChg chg="add mod">
          <ac:chgData name="Matthew Gregory" userId="S::matthew.gregory2@pearson.com::8c337df5-6986-499e-b190-07598673e62f" providerId="AD" clId="Web-{45E4BB6D-CFB1-BB3D-2308-C1D51DBDBC13}" dt="2023-12-08T08:13:13.007" v="36" actId="1076"/>
          <ac:picMkLst>
            <pc:docMk/>
            <pc:sldMk cId="2302512828" sldId="312"/>
            <ac:picMk id="6" creationId="{53013518-F650-35C1-FD98-87C7FB161042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08:00.670" v="8"/>
          <ac:picMkLst>
            <pc:docMk/>
            <pc:sldMk cId="2302512828" sldId="312"/>
            <ac:picMk id="7" creationId="{E6F52E47-149F-43B6-0F78-79867F19361C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3:13.023" v="37" actId="1076"/>
          <ac:picMkLst>
            <pc:docMk/>
            <pc:sldMk cId="2302512828" sldId="312"/>
            <ac:picMk id="8" creationId="{BBACD732-A324-3FAF-A67E-BC970D955C35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08:07.811" v="12"/>
          <ac:picMkLst>
            <pc:docMk/>
            <pc:sldMk cId="2302512828" sldId="312"/>
            <ac:picMk id="9" creationId="{29DA41D1-FAF3-F86A-9428-CFA33AD53F66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2:15.115" v="27" actId="14100"/>
          <ac:picMkLst>
            <pc:docMk/>
            <pc:sldMk cId="2302512828" sldId="312"/>
            <ac:picMk id="10" creationId="{7F457607-F69D-37FA-06A6-D165731A176C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08:06.186" v="10"/>
          <ac:picMkLst>
            <pc:docMk/>
            <pc:sldMk cId="2302512828" sldId="312"/>
            <ac:picMk id="11" creationId="{D15F05F3-AFE8-13BB-44A8-CB2C4B800D08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3:43.930" v="43" actId="1076"/>
          <ac:picMkLst>
            <pc:docMk/>
            <pc:sldMk cId="2302512828" sldId="312"/>
            <ac:picMk id="12" creationId="{8A4661BB-C88B-9E34-56B0-21CA051A490B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08:05.436" v="9"/>
          <ac:picMkLst>
            <pc:docMk/>
            <pc:sldMk cId="2302512828" sldId="312"/>
            <ac:picMk id="13" creationId="{47F7E4CB-FF6E-6804-7611-2214D81625AA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3:33.726" v="42" actId="1076"/>
          <ac:picMkLst>
            <pc:docMk/>
            <pc:sldMk cId="2302512828" sldId="312"/>
            <ac:picMk id="14" creationId="{D421569F-9AA4-0E4C-ABE5-8518D8A080C1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08:06.983" v="11"/>
          <ac:picMkLst>
            <pc:docMk/>
            <pc:sldMk cId="2302512828" sldId="312"/>
            <ac:picMk id="15" creationId="{93857346-46F7-3606-6DFD-A988018586F4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5:27.511" v="70" actId="1076"/>
          <ac:picMkLst>
            <pc:docMk/>
            <pc:sldMk cId="2302512828" sldId="312"/>
            <ac:picMk id="16" creationId="{1877A4D0-56A8-CD31-D414-CA264BCC5BD6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14:14.837" v="45"/>
          <ac:picMkLst>
            <pc:docMk/>
            <pc:sldMk cId="2302512828" sldId="312"/>
            <ac:picMk id="17" creationId="{1544EF95-A221-FADB-A81F-0A17B36797C0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5:27.527" v="71" actId="1076"/>
          <ac:picMkLst>
            <pc:docMk/>
            <pc:sldMk cId="2302512828" sldId="312"/>
            <ac:picMk id="18" creationId="{015AB01C-E8E6-162C-9EE0-853BDE504A07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14:27.353" v="49"/>
          <ac:picMkLst>
            <pc:docMk/>
            <pc:sldMk cId="2302512828" sldId="312"/>
            <ac:picMk id="19" creationId="{7422DE63-2023-140A-0780-F6208B102CC1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4:49.775" v="58" actId="14100"/>
          <ac:picMkLst>
            <pc:docMk/>
            <pc:sldMk cId="2302512828" sldId="312"/>
            <ac:picMk id="20" creationId="{7178B92E-DC17-56C1-8722-5207517B866E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14:41.603" v="53"/>
          <ac:picMkLst>
            <pc:docMk/>
            <pc:sldMk cId="2302512828" sldId="312"/>
            <ac:picMk id="21" creationId="{A47CDA9A-5A1D-572B-229F-C760D5CA4172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5:27.527" v="72" actId="1076"/>
          <ac:picMkLst>
            <pc:docMk/>
            <pc:sldMk cId="2302512828" sldId="312"/>
            <ac:picMk id="22" creationId="{7EACDC57-FF0E-74F0-FB6C-1468433CDF96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14:52.229" v="59"/>
          <ac:picMkLst>
            <pc:docMk/>
            <pc:sldMk cId="2302512828" sldId="312"/>
            <ac:picMk id="23" creationId="{8ACFA6A9-B03D-5BD2-914F-C47C08C3428B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15:27.542" v="73" actId="1076"/>
          <ac:picMkLst>
            <pc:docMk/>
            <pc:sldMk cId="2302512828" sldId="312"/>
            <ac:picMk id="24" creationId="{5ABD60E9-9061-E0E4-4A53-DC6FD0B14DA9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14:53.260" v="60"/>
          <ac:picMkLst>
            <pc:docMk/>
            <pc:sldMk cId="2302512828" sldId="312"/>
            <ac:picMk id="25" creationId="{5FA8BAD1-165A-BA6C-17D8-E5B6861104A2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19:58.972" v="76" actId="1076"/>
        <pc:sldMkLst>
          <pc:docMk/>
          <pc:sldMk cId="2359880219" sldId="313"/>
        </pc:sldMkLst>
        <pc:spChg chg="add del mod">
          <ac:chgData name="Matthew Gregory" userId="S::matthew.gregory2@pearson.com::8c337df5-6986-499e-b190-07598673e62f" providerId="AD" clId="Web-{45E4BB6D-CFB1-BB3D-2308-C1D51DBDBC13}" dt="2023-12-08T08:19:52.440" v="75"/>
          <ac:spMkLst>
            <pc:docMk/>
            <pc:sldMk cId="2359880219" sldId="313"/>
            <ac:spMk id="6" creationId="{FF739F5B-84CD-C8B8-98DF-71BA369EEA8B}"/>
          </ac:spMkLst>
        </pc:spChg>
        <pc:picChg chg="del">
          <ac:chgData name="Matthew Gregory" userId="S::matthew.gregory2@pearson.com::8c337df5-6986-499e-b190-07598673e62f" providerId="AD" clId="Web-{45E4BB6D-CFB1-BB3D-2308-C1D51DBDBC13}" dt="2023-12-08T08:19:51.050" v="74"/>
          <ac:picMkLst>
            <pc:docMk/>
            <pc:sldMk cId="2359880219" sldId="313"/>
            <ac:picMk id="7" creationId="{F397801C-CD78-FBB0-48A8-E61B083AA9BF}"/>
          </ac:picMkLst>
        </pc:picChg>
        <pc:picChg chg="add mod ord">
          <ac:chgData name="Matthew Gregory" userId="S::matthew.gregory2@pearson.com::8c337df5-6986-499e-b190-07598673e62f" providerId="AD" clId="Web-{45E4BB6D-CFB1-BB3D-2308-C1D51DBDBC13}" dt="2023-12-08T08:19:58.972" v="76" actId="1076"/>
          <ac:picMkLst>
            <pc:docMk/>
            <pc:sldMk cId="2359880219" sldId="313"/>
            <ac:picMk id="8" creationId="{18CE47CB-ECCF-1E8C-03EA-E49126B4AABA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23:01.242" v="82" actId="1076"/>
        <pc:sldMkLst>
          <pc:docMk/>
          <pc:sldMk cId="3470139056" sldId="314"/>
        </pc:sldMkLst>
        <pc:spChg chg="add del mod">
          <ac:chgData name="Matthew Gregory" userId="S::matthew.gregory2@pearson.com::8c337df5-6986-499e-b190-07598673e62f" providerId="AD" clId="Web-{45E4BB6D-CFB1-BB3D-2308-C1D51DBDBC13}" dt="2023-12-08T08:22:37.601" v="78"/>
          <ac:spMkLst>
            <pc:docMk/>
            <pc:sldMk cId="3470139056" sldId="314"/>
            <ac:spMk id="10" creationId="{E22254CC-383E-724A-FA8E-2AF97554C501}"/>
          </ac:spMkLst>
        </pc:spChg>
        <pc:picChg chg="del">
          <ac:chgData name="Matthew Gregory" userId="S::matthew.gregory2@pearson.com::8c337df5-6986-499e-b190-07598673e62f" providerId="AD" clId="Web-{45E4BB6D-CFB1-BB3D-2308-C1D51DBDBC13}" dt="2023-12-08T08:22:30.195" v="77"/>
          <ac:picMkLst>
            <pc:docMk/>
            <pc:sldMk cId="3470139056" sldId="314"/>
            <ac:picMk id="6" creationId="{AB3E8563-3D46-7773-33BC-7CC2F29AE477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23:01.242" v="82" actId="1076"/>
          <ac:picMkLst>
            <pc:docMk/>
            <pc:sldMk cId="3470139056" sldId="314"/>
            <ac:picMk id="11" creationId="{E6B85323-D8C3-E801-E700-B35671D37886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46:27.687" v="124"/>
        <pc:sldMkLst>
          <pc:docMk/>
          <pc:sldMk cId="2344717285" sldId="315"/>
        </pc:sldMkLst>
        <pc:spChg chg="add del mod">
          <ac:chgData name="Matthew Gregory" userId="S::matthew.gregory2@pearson.com::8c337df5-6986-499e-b190-07598673e62f" providerId="AD" clId="Web-{45E4BB6D-CFB1-BB3D-2308-C1D51DBDBC13}" dt="2023-12-08T08:46:27.687" v="124"/>
          <ac:spMkLst>
            <pc:docMk/>
            <pc:sldMk cId="2344717285" sldId="315"/>
            <ac:spMk id="7" creationId="{C636312D-BECA-6662-B77C-A52D6A4DEB67}"/>
          </ac:spMkLst>
        </pc:spChg>
        <pc:picChg chg="del">
          <ac:chgData name="Matthew Gregory" userId="S::matthew.gregory2@pearson.com::8c337df5-6986-499e-b190-07598673e62f" providerId="AD" clId="Web-{45E4BB6D-CFB1-BB3D-2308-C1D51DBDBC13}" dt="2023-12-08T08:46:26.968" v="123"/>
          <ac:picMkLst>
            <pc:docMk/>
            <pc:sldMk cId="2344717285" sldId="315"/>
            <ac:picMk id="6" creationId="{E562C8E3-9600-3ABE-2BE5-6FB957B7263A}"/>
          </ac:picMkLst>
        </pc:picChg>
        <pc:picChg chg="add mod ord">
          <ac:chgData name="Matthew Gregory" userId="S::matthew.gregory2@pearson.com::8c337df5-6986-499e-b190-07598673e62f" providerId="AD" clId="Web-{45E4BB6D-CFB1-BB3D-2308-C1D51DBDBC13}" dt="2023-12-08T08:46:27.687" v="124"/>
          <ac:picMkLst>
            <pc:docMk/>
            <pc:sldMk cId="2344717285" sldId="315"/>
            <ac:picMk id="8" creationId="{3082B46A-2ED0-954E-EB4D-4FA956172E54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50:15.819" v="137" actId="1076"/>
        <pc:sldMkLst>
          <pc:docMk/>
          <pc:sldMk cId="1077261354" sldId="319"/>
        </pc:sldMkLst>
        <pc:picChg chg="del">
          <ac:chgData name="Matthew Gregory" userId="S::matthew.gregory2@pearson.com::8c337df5-6986-499e-b190-07598673e62f" providerId="AD" clId="Web-{45E4BB6D-CFB1-BB3D-2308-C1D51DBDBC13}" dt="2023-12-08T08:50:12.053" v="135"/>
          <ac:picMkLst>
            <pc:docMk/>
            <pc:sldMk cId="1077261354" sldId="319"/>
            <ac:picMk id="3" creationId="{F3EC10DA-5E88-1063-5B37-7EC73429622C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50:15.819" v="137" actId="1076"/>
          <ac:picMkLst>
            <pc:docMk/>
            <pc:sldMk cId="1077261354" sldId="319"/>
            <ac:picMk id="9" creationId="{790CC2CF-3936-33F7-F690-1BAEFA0A334C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10:16:12.767" v="256" actId="1076"/>
        <pc:sldMkLst>
          <pc:docMk/>
          <pc:sldMk cId="4227882923" sldId="322"/>
        </pc:sldMkLst>
        <pc:spChg chg="add del mod">
          <ac:chgData name="Matthew Gregory" userId="S::matthew.gregory2@pearson.com::8c337df5-6986-499e-b190-07598673e62f" providerId="AD" clId="Web-{45E4BB6D-CFB1-BB3D-2308-C1D51DBDBC13}" dt="2023-12-08T10:15:57.454" v="252"/>
          <ac:spMkLst>
            <pc:docMk/>
            <pc:sldMk cId="4227882923" sldId="322"/>
            <ac:spMk id="7" creationId="{D29C63DF-3E66-AF3B-52AB-61866AB5B892}"/>
          </ac:spMkLst>
        </pc:spChg>
        <pc:picChg chg="add mod ord">
          <ac:chgData name="Matthew Gregory" userId="S::matthew.gregory2@pearson.com::8c337df5-6986-499e-b190-07598673e62f" providerId="AD" clId="Web-{45E4BB6D-CFB1-BB3D-2308-C1D51DBDBC13}" dt="2023-12-08T10:16:12.767" v="256" actId="1076"/>
          <ac:picMkLst>
            <pc:docMk/>
            <pc:sldMk cId="4227882923" sldId="322"/>
            <ac:picMk id="4" creationId="{DF95F260-E918-061E-51D0-E75B81DDCB5C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10:15:48.438" v="250"/>
          <ac:picMkLst>
            <pc:docMk/>
            <pc:sldMk cId="4227882923" sldId="322"/>
            <ac:picMk id="8" creationId="{B0281778-63B2-F9BB-6B22-75DC8B873E32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24:17.948" v="86" actId="1076"/>
        <pc:sldMkLst>
          <pc:docMk/>
          <pc:sldMk cId="4284307572" sldId="327"/>
        </pc:sldMkLst>
        <pc:picChg chg="add mod">
          <ac:chgData name="Matthew Gregory" userId="S::matthew.gregory2@pearson.com::8c337df5-6986-499e-b190-07598673e62f" providerId="AD" clId="Web-{45E4BB6D-CFB1-BB3D-2308-C1D51DBDBC13}" dt="2023-12-08T08:24:17.948" v="86" actId="1076"/>
          <ac:picMkLst>
            <pc:docMk/>
            <pc:sldMk cId="4284307572" sldId="327"/>
            <ac:picMk id="5" creationId="{9C36122C-CF6E-AEAC-5CCD-99E60B9CE931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24:12.916" v="83"/>
          <ac:picMkLst>
            <pc:docMk/>
            <pc:sldMk cId="4284307572" sldId="327"/>
            <ac:picMk id="8" creationId="{4964DD59-92F2-6A4F-5BE2-C30C918D863B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44:31.402" v="122" actId="1076"/>
        <pc:sldMkLst>
          <pc:docMk/>
          <pc:sldMk cId="2677113217" sldId="328"/>
        </pc:sldMkLst>
        <pc:spChg chg="add del">
          <ac:chgData name="Matthew Gregory" userId="S::matthew.gregory2@pearson.com::8c337df5-6986-499e-b190-07598673e62f" providerId="AD" clId="Web-{45E4BB6D-CFB1-BB3D-2308-C1D51DBDBC13}" dt="2023-12-08T08:42:06.303" v="96"/>
          <ac:spMkLst>
            <pc:docMk/>
            <pc:sldMk cId="2677113217" sldId="328"/>
            <ac:spMk id="3" creationId="{974BE07F-71A1-62C8-B913-D585685F74E4}"/>
          </ac:spMkLst>
        </pc:spChg>
        <pc:spChg chg="mod ord">
          <ac:chgData name="Matthew Gregory" userId="S::matthew.gregory2@pearson.com::8c337df5-6986-499e-b190-07598673e62f" providerId="AD" clId="Web-{45E4BB6D-CFB1-BB3D-2308-C1D51DBDBC13}" dt="2023-12-08T08:42:52.492" v="104" actId="1076"/>
          <ac:spMkLst>
            <pc:docMk/>
            <pc:sldMk cId="2677113217" sldId="328"/>
            <ac:spMk id="10" creationId="{D9A7E686-5940-1E6A-C820-8713801CD42F}"/>
          </ac:spMkLst>
        </pc:spChg>
        <pc:spChg chg="mod ord">
          <ac:chgData name="Matthew Gregory" userId="S::matthew.gregory2@pearson.com::8c337df5-6986-499e-b190-07598673e62f" providerId="AD" clId="Web-{45E4BB6D-CFB1-BB3D-2308-C1D51DBDBC13}" dt="2023-12-08T08:43:00.696" v="105" actId="1076"/>
          <ac:spMkLst>
            <pc:docMk/>
            <pc:sldMk cId="2677113217" sldId="328"/>
            <ac:spMk id="11" creationId="{8B47F523-7792-C2A2-B6BB-AD3DBF0D66EA}"/>
          </ac:spMkLst>
        </pc:spChg>
        <pc:spChg chg="mod ord">
          <ac:chgData name="Matthew Gregory" userId="S::matthew.gregory2@pearson.com::8c337df5-6986-499e-b190-07598673e62f" providerId="AD" clId="Web-{45E4BB6D-CFB1-BB3D-2308-C1D51DBDBC13}" dt="2023-12-08T08:43:56.573" v="116" actId="1076"/>
          <ac:spMkLst>
            <pc:docMk/>
            <pc:sldMk cId="2677113217" sldId="328"/>
            <ac:spMk id="12" creationId="{8F913779-5F9D-D2C0-6ACB-06FD760BD054}"/>
          </ac:spMkLst>
        </pc:spChg>
        <pc:spChg chg="mod ord">
          <ac:chgData name="Matthew Gregory" userId="S::matthew.gregory2@pearson.com::8c337df5-6986-499e-b190-07598673e62f" providerId="AD" clId="Web-{45E4BB6D-CFB1-BB3D-2308-C1D51DBDBC13}" dt="2023-12-08T08:44:31.402" v="122" actId="1076"/>
          <ac:spMkLst>
            <pc:docMk/>
            <pc:sldMk cId="2677113217" sldId="328"/>
            <ac:spMk id="13" creationId="{50331443-81A3-E217-FF28-7AB26DED691A}"/>
          </ac:spMkLst>
        </pc:spChg>
        <pc:spChg chg="add del mod">
          <ac:chgData name="Matthew Gregory" userId="S::matthew.gregory2@pearson.com::8c337df5-6986-499e-b190-07598673e62f" providerId="AD" clId="Web-{45E4BB6D-CFB1-BB3D-2308-C1D51DBDBC13}" dt="2023-12-08T08:42:06.303" v="96"/>
          <ac:spMkLst>
            <pc:docMk/>
            <pc:sldMk cId="2677113217" sldId="328"/>
            <ac:spMk id="17" creationId="{B3FE8830-7539-2CA3-9AA6-B6E32555C6F3}"/>
          </ac:spMkLst>
        </pc:spChg>
        <pc:picChg chg="add mod">
          <ac:chgData name="Matthew Gregory" userId="S::matthew.gregory2@pearson.com::8c337df5-6986-499e-b190-07598673e62f" providerId="AD" clId="Web-{45E4BB6D-CFB1-BB3D-2308-C1D51DBDBC13}" dt="2023-12-08T08:26:08.045" v="91" actId="1076"/>
          <ac:picMkLst>
            <pc:docMk/>
            <pc:sldMk cId="2677113217" sldId="328"/>
            <ac:picMk id="5" creationId="{22C6FB1A-ACF1-3340-813B-B0370278B828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41:51.990" v="92"/>
          <ac:picMkLst>
            <pc:docMk/>
            <pc:sldMk cId="2677113217" sldId="328"/>
            <ac:picMk id="6" creationId="{D90F372B-736D-56EF-4A0B-1EB1F8FFED5D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41:54.756" v="93"/>
          <ac:picMkLst>
            <pc:docMk/>
            <pc:sldMk cId="2677113217" sldId="328"/>
            <ac:picMk id="7" creationId="{13C55A7A-A014-746C-8B2A-9D0E3CC56DC9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42:37.148" v="102" actId="1076"/>
          <ac:picMkLst>
            <pc:docMk/>
            <pc:sldMk cId="2677113217" sldId="328"/>
            <ac:picMk id="9" creationId="{8AA35AAE-7AC5-6322-A205-2EA286F16EAE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25:51.717" v="87"/>
          <ac:picMkLst>
            <pc:docMk/>
            <pc:sldMk cId="2677113217" sldId="328"/>
            <ac:picMk id="9" creationId="{FF0D29A2-31BB-1217-DC86-ADFD925D4DB7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44:11.574" v="120" actId="1076"/>
          <ac:picMkLst>
            <pc:docMk/>
            <pc:sldMk cId="2677113217" sldId="328"/>
            <ac:picMk id="18" creationId="{CE54E1D8-0E34-EBDA-8C92-56B58D4166A7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49:01.207" v="134" actId="1076"/>
        <pc:sldMkLst>
          <pc:docMk/>
          <pc:sldMk cId="2679286483" sldId="330"/>
        </pc:sldMkLst>
        <pc:spChg chg="mod ord">
          <ac:chgData name="Matthew Gregory" userId="S::matthew.gregory2@pearson.com::8c337df5-6986-499e-b190-07598673e62f" providerId="AD" clId="Web-{45E4BB6D-CFB1-BB3D-2308-C1D51DBDBC13}" dt="2023-12-08T08:49:01.207" v="134" actId="1076"/>
          <ac:spMkLst>
            <pc:docMk/>
            <pc:sldMk cId="2679286483" sldId="330"/>
            <ac:spMk id="4" creationId="{392C9413-898F-BB93-56C3-6B593A4E1547}"/>
          </ac:spMkLst>
        </pc:spChg>
        <pc:spChg chg="add del mod">
          <ac:chgData name="Matthew Gregory" userId="S::matthew.gregory2@pearson.com::8c337df5-6986-499e-b190-07598673e62f" providerId="AD" clId="Web-{45E4BB6D-CFB1-BB3D-2308-C1D51DBDBC13}" dt="2023-12-08T08:48:28.581" v="126"/>
          <ac:spMkLst>
            <pc:docMk/>
            <pc:sldMk cId="2679286483" sldId="330"/>
            <ac:spMk id="8" creationId="{D9E7921D-8F41-D10A-71CB-A4CD72B99826}"/>
          </ac:spMkLst>
        </pc:spChg>
        <pc:picChg chg="del">
          <ac:chgData name="Matthew Gregory" userId="S::matthew.gregory2@pearson.com::8c337df5-6986-499e-b190-07598673e62f" providerId="AD" clId="Web-{45E4BB6D-CFB1-BB3D-2308-C1D51DBDBC13}" dt="2023-12-08T08:48:22.175" v="125"/>
          <ac:picMkLst>
            <pc:docMk/>
            <pc:sldMk cId="2679286483" sldId="330"/>
            <ac:picMk id="6" creationId="{E562C8E3-9600-3ABE-2BE5-6FB957B7263A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48:57.254" v="133" actId="1076"/>
          <ac:picMkLst>
            <pc:docMk/>
            <pc:sldMk cId="2679286483" sldId="330"/>
            <ac:picMk id="9" creationId="{D394E9FE-AACF-9099-17E1-188EBB73758D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55:28.689" v="177" actId="20577"/>
        <pc:sldMkLst>
          <pc:docMk/>
          <pc:sldMk cId="3774596694" sldId="331"/>
        </pc:sldMkLst>
        <pc:spChg chg="add mod">
          <ac:chgData name="Matthew Gregory" userId="S::matthew.gregory2@pearson.com::8c337df5-6986-499e-b190-07598673e62f" providerId="AD" clId="Web-{45E4BB6D-CFB1-BB3D-2308-C1D51DBDBC13}" dt="2023-12-08T08:53:32.060" v="156" actId="1076"/>
          <ac:spMkLst>
            <pc:docMk/>
            <pc:sldMk cId="3774596694" sldId="331"/>
            <ac:spMk id="6" creationId="{3F383D1B-106A-883B-EC47-1E4F62AE5F16}"/>
          </ac:spMkLst>
        </pc:spChg>
        <pc:spChg chg="add mod">
          <ac:chgData name="Matthew Gregory" userId="S::matthew.gregory2@pearson.com::8c337df5-6986-499e-b190-07598673e62f" providerId="AD" clId="Web-{45E4BB6D-CFB1-BB3D-2308-C1D51DBDBC13}" dt="2023-12-08T08:54:04.358" v="164" actId="1076"/>
          <ac:spMkLst>
            <pc:docMk/>
            <pc:sldMk cId="3774596694" sldId="331"/>
            <ac:spMk id="7" creationId="{8D7E8556-C4BF-31BC-F66D-A936817EE911}"/>
          </ac:spMkLst>
        </pc:spChg>
        <pc:spChg chg="add mod">
          <ac:chgData name="Matthew Gregory" userId="S::matthew.gregory2@pearson.com::8c337df5-6986-499e-b190-07598673e62f" providerId="AD" clId="Web-{45E4BB6D-CFB1-BB3D-2308-C1D51DBDBC13}" dt="2023-12-08T08:55:01.063" v="169" actId="1076"/>
          <ac:spMkLst>
            <pc:docMk/>
            <pc:sldMk cId="3774596694" sldId="331"/>
            <ac:spMk id="9" creationId="{1A506319-B05C-9019-F19E-123FDA7C19B1}"/>
          </ac:spMkLst>
        </pc:spChg>
        <pc:spChg chg="add mod">
          <ac:chgData name="Matthew Gregory" userId="S::matthew.gregory2@pearson.com::8c337df5-6986-499e-b190-07598673e62f" providerId="AD" clId="Web-{45E4BB6D-CFB1-BB3D-2308-C1D51DBDBC13}" dt="2023-12-08T08:55:11.438" v="171" actId="1076"/>
          <ac:spMkLst>
            <pc:docMk/>
            <pc:sldMk cId="3774596694" sldId="331"/>
            <ac:spMk id="10" creationId="{835DC9CA-D0CE-5AA6-68D8-6A878E6A97F5}"/>
          </ac:spMkLst>
        </pc:spChg>
        <pc:spChg chg="add mod">
          <ac:chgData name="Matthew Gregory" userId="S::matthew.gregory2@pearson.com::8c337df5-6986-499e-b190-07598673e62f" providerId="AD" clId="Web-{45E4BB6D-CFB1-BB3D-2308-C1D51DBDBC13}" dt="2023-12-08T08:55:21.579" v="174" actId="20577"/>
          <ac:spMkLst>
            <pc:docMk/>
            <pc:sldMk cId="3774596694" sldId="331"/>
            <ac:spMk id="11" creationId="{D50B39C9-D800-0FA5-361E-82D5160A6F7C}"/>
          </ac:spMkLst>
        </pc:spChg>
        <pc:spChg chg="add mod">
          <ac:chgData name="Matthew Gregory" userId="S::matthew.gregory2@pearson.com::8c337df5-6986-499e-b190-07598673e62f" providerId="AD" clId="Web-{45E4BB6D-CFB1-BB3D-2308-C1D51DBDBC13}" dt="2023-12-08T08:55:28.689" v="177" actId="20577"/>
          <ac:spMkLst>
            <pc:docMk/>
            <pc:sldMk cId="3774596694" sldId="331"/>
            <ac:spMk id="12" creationId="{8D41108E-F80D-7885-6B40-BD1F14D8BD6B}"/>
          </ac:spMkLst>
        </pc:spChg>
        <pc:picChg chg="add mod">
          <ac:chgData name="Matthew Gregory" userId="S::matthew.gregory2@pearson.com::8c337df5-6986-499e-b190-07598673e62f" providerId="AD" clId="Web-{45E4BB6D-CFB1-BB3D-2308-C1D51DBDBC13}" dt="2023-12-08T08:51:13.555" v="141" actId="14100"/>
          <ac:picMkLst>
            <pc:docMk/>
            <pc:sldMk cId="3774596694" sldId="331"/>
            <ac:picMk id="3" creationId="{DF227F09-D8E6-B126-2E21-9A05643F6360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51:08.790" v="138"/>
          <ac:picMkLst>
            <pc:docMk/>
            <pc:sldMk cId="3774596694" sldId="331"/>
            <ac:picMk id="8" creationId="{E0AB9C44-0ADB-831A-77C0-B80E655EADBF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8:59:06.914" v="189" actId="1076"/>
        <pc:sldMkLst>
          <pc:docMk/>
          <pc:sldMk cId="2276451313" sldId="332"/>
        </pc:sldMkLst>
        <pc:picChg chg="add mod">
          <ac:chgData name="Matthew Gregory" userId="S::matthew.gregory2@pearson.com::8c337df5-6986-499e-b190-07598673e62f" providerId="AD" clId="Web-{45E4BB6D-CFB1-BB3D-2308-C1D51DBDBC13}" dt="2023-12-08T08:58:59.930" v="188" actId="1076"/>
          <ac:picMkLst>
            <pc:docMk/>
            <pc:sldMk cId="2276451313" sldId="332"/>
            <ac:picMk id="3" creationId="{BF9C9F0B-F77E-2888-5ECB-EDF2CDFD5E32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8:59:06.914" v="189" actId="1076"/>
          <ac:picMkLst>
            <pc:docMk/>
            <pc:sldMk cId="2276451313" sldId="332"/>
            <ac:picMk id="5" creationId="{CFB56F05-ABF5-F4C3-FC47-E6103ABB0B91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8:58:13.600" v="178"/>
          <ac:picMkLst>
            <pc:docMk/>
            <pc:sldMk cId="2276451313" sldId="332"/>
            <ac:picMk id="8" creationId="{DC321361-4661-0EE3-6207-5B18516030DA}"/>
          </ac:picMkLst>
        </pc:picChg>
      </pc:sldChg>
      <pc:sldChg chg="addSp delSp modSp">
        <pc:chgData name="Matthew Gregory" userId="S::matthew.gregory2@pearson.com::8c337df5-6986-499e-b190-07598673e62f" providerId="AD" clId="Web-{45E4BB6D-CFB1-BB3D-2308-C1D51DBDBC13}" dt="2023-12-08T09:54:44.022" v="246" actId="14100"/>
        <pc:sldMkLst>
          <pc:docMk/>
          <pc:sldMk cId="878195480" sldId="335"/>
        </pc:sldMkLst>
        <pc:spChg chg="add del mod">
          <ac:chgData name="Matthew Gregory" userId="S::matthew.gregory2@pearson.com::8c337df5-6986-499e-b190-07598673e62f" providerId="AD" clId="Web-{45E4BB6D-CFB1-BB3D-2308-C1D51DBDBC13}" dt="2023-12-08T09:02:45.874" v="191"/>
          <ac:spMkLst>
            <pc:docMk/>
            <pc:sldMk cId="878195480" sldId="335"/>
            <ac:spMk id="5" creationId="{D1CA2E86-1F23-C2EC-6463-032BE79B5476}"/>
          </ac:spMkLst>
        </pc:spChg>
        <pc:spChg chg="mod">
          <ac:chgData name="Matthew Gregory" userId="S::matthew.gregory2@pearson.com::8c337df5-6986-499e-b190-07598673e62f" providerId="AD" clId="Web-{45E4BB6D-CFB1-BB3D-2308-C1D51DBDBC13}" dt="2023-12-08T09:41:59.638" v="214" actId="1076"/>
          <ac:spMkLst>
            <pc:docMk/>
            <pc:sldMk cId="878195480" sldId="335"/>
            <ac:spMk id="11" creationId="{9219CFC1-23EA-EFC8-3BDC-B174EAABEC94}"/>
          </ac:spMkLst>
        </pc:spChg>
        <pc:grpChg chg="add del">
          <ac:chgData name="Matthew Gregory" userId="S::matthew.gregory2@pearson.com::8c337df5-6986-499e-b190-07598673e62f" providerId="AD" clId="Web-{45E4BB6D-CFB1-BB3D-2308-C1D51DBDBC13}" dt="2023-12-08T09:40:07.931" v="200"/>
          <ac:grpSpMkLst>
            <pc:docMk/>
            <pc:sldMk cId="878195480" sldId="335"/>
            <ac:grpSpMk id="16" creationId="{CE721F41-40A2-096E-0136-40C5DDEFC497}"/>
          </ac:grpSpMkLst>
        </pc:grpChg>
        <pc:picChg chg="add mod ord">
          <ac:chgData name="Matthew Gregory" userId="S::matthew.gregory2@pearson.com::8c337df5-6986-499e-b190-07598673e62f" providerId="AD" clId="Web-{45E4BB6D-CFB1-BB3D-2308-C1D51DBDBC13}" dt="2023-12-08T09:15:56.212" v="197" actId="1076"/>
          <ac:picMkLst>
            <pc:docMk/>
            <pc:sldMk cId="878195480" sldId="335"/>
            <ac:picMk id="6" creationId="{1B3AA88F-3C80-B6F0-3DAA-71B25D869F42}"/>
          </ac:picMkLst>
        </pc:picChg>
        <pc:picChg chg="add del mod ord">
          <ac:chgData name="Matthew Gregory" userId="S::matthew.gregory2@pearson.com::8c337df5-6986-499e-b190-07598673e62f" providerId="AD" clId="Web-{45E4BB6D-CFB1-BB3D-2308-C1D51DBDBC13}" dt="2023-12-08T09:41:37.168" v="209"/>
          <ac:picMkLst>
            <pc:docMk/>
            <pc:sldMk cId="878195480" sldId="335"/>
            <ac:picMk id="8" creationId="{33AEA0A1-559D-8D3C-B449-7AB403E86F50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09:02:45.124" v="190"/>
          <ac:picMkLst>
            <pc:docMk/>
            <pc:sldMk cId="878195480" sldId="335"/>
            <ac:picMk id="9" creationId="{945FB660-BECF-9BA0-6A68-EFC9323FF537}"/>
          </ac:picMkLst>
        </pc:picChg>
        <pc:picChg chg="add del mod ord">
          <ac:chgData name="Matthew Gregory" userId="S::matthew.gregory2@pearson.com::8c337df5-6986-499e-b190-07598673e62f" providerId="AD" clId="Web-{45E4BB6D-CFB1-BB3D-2308-C1D51DBDBC13}" dt="2023-12-08T09:51:13.062" v="230"/>
          <ac:picMkLst>
            <pc:docMk/>
            <pc:sldMk cId="878195480" sldId="335"/>
            <ac:picMk id="10" creationId="{7ACE4640-7960-0E37-CC18-D0CB85EC19C8}"/>
          </ac:picMkLst>
        </pc:picChg>
        <pc:picChg chg="add mod ord">
          <ac:chgData name="Matthew Gregory" userId="S::matthew.gregory2@pearson.com::8c337df5-6986-499e-b190-07598673e62f" providerId="AD" clId="Web-{45E4BB6D-CFB1-BB3D-2308-C1D51DBDBC13}" dt="2023-12-08T09:52:59.268" v="239" actId="14100"/>
          <ac:picMkLst>
            <pc:docMk/>
            <pc:sldMk cId="878195480" sldId="335"/>
            <ac:picMk id="14" creationId="{B849E502-B48F-C95A-FB0A-6F4E7DE647E8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09:54:44.022" v="246" actId="14100"/>
          <ac:picMkLst>
            <pc:docMk/>
            <pc:sldMk cId="878195480" sldId="335"/>
            <ac:picMk id="20" creationId="{918A957C-C666-7D3D-E742-D43CDCEA7533}"/>
          </ac:picMkLst>
        </pc:picChg>
        <pc:cxnChg chg="add">
          <ac:chgData name="Matthew Gregory" userId="S::matthew.gregory2@pearson.com::8c337df5-6986-499e-b190-07598673e62f" providerId="AD" clId="Web-{45E4BB6D-CFB1-BB3D-2308-C1D51DBDBC13}" dt="2023-12-08T09:53:54.676" v="240"/>
          <ac:cxnSpMkLst>
            <pc:docMk/>
            <pc:sldMk cId="878195480" sldId="335"/>
            <ac:cxnSpMk id="17" creationId="{1982575D-C53B-655B-7727-013858C829BD}"/>
          </ac:cxnSpMkLst>
        </pc:cxnChg>
        <pc:cxnChg chg="add">
          <ac:chgData name="Matthew Gregory" userId="S::matthew.gregory2@pearson.com::8c337df5-6986-499e-b190-07598673e62f" providerId="AD" clId="Web-{45E4BB6D-CFB1-BB3D-2308-C1D51DBDBC13}" dt="2023-12-08T09:54:04.270" v="241"/>
          <ac:cxnSpMkLst>
            <pc:docMk/>
            <pc:sldMk cId="878195480" sldId="335"/>
            <ac:cxnSpMk id="18" creationId="{C76A6792-1B8B-B401-4F7F-0C23BA2B106B}"/>
          </ac:cxnSpMkLst>
        </pc:cxnChg>
        <pc:cxnChg chg="add">
          <ac:chgData name="Matthew Gregory" userId="S::matthew.gregory2@pearson.com::8c337df5-6986-499e-b190-07598673e62f" providerId="AD" clId="Web-{45E4BB6D-CFB1-BB3D-2308-C1D51DBDBC13}" dt="2023-12-08T09:54:21.818" v="242"/>
          <ac:cxnSpMkLst>
            <pc:docMk/>
            <pc:sldMk cId="878195480" sldId="335"/>
            <ac:cxnSpMk id="19" creationId="{4BED1789-11A0-A635-A29D-01ED1BE0927F}"/>
          </ac:cxnSpMkLst>
        </pc:cxnChg>
        <pc:cxnChg chg="mod">
          <ac:chgData name="Matthew Gregory" userId="S::matthew.gregory2@pearson.com::8c337df5-6986-499e-b190-07598673e62f" providerId="AD" clId="Web-{45E4BB6D-CFB1-BB3D-2308-C1D51DBDBC13}" dt="2023-12-08T09:51:04.405" v="227" actId="1076"/>
          <ac:cxnSpMkLst>
            <pc:docMk/>
            <pc:sldMk cId="878195480" sldId="335"/>
            <ac:cxnSpMk id="34" creationId="{3A6D6659-D43A-0597-CE1A-EC39C7022EE5}"/>
          </ac:cxnSpMkLst>
        </pc:cxnChg>
      </pc:sldChg>
      <pc:sldChg chg="addSp delSp modSp">
        <pc:chgData name="Matthew Gregory" userId="S::matthew.gregory2@pearson.com::8c337df5-6986-499e-b190-07598673e62f" providerId="AD" clId="Web-{45E4BB6D-CFB1-BB3D-2308-C1D51DBDBC13}" dt="2023-12-08T10:23:44.004" v="273" actId="1076"/>
        <pc:sldMkLst>
          <pc:docMk/>
          <pc:sldMk cId="3383580333" sldId="336"/>
        </pc:sldMkLst>
        <pc:picChg chg="add mod">
          <ac:chgData name="Matthew Gregory" userId="S::matthew.gregory2@pearson.com::8c337df5-6986-499e-b190-07598673e62f" providerId="AD" clId="Web-{45E4BB6D-CFB1-BB3D-2308-C1D51DBDBC13}" dt="2023-12-08T10:22:46.830" v="260" actId="14100"/>
          <ac:picMkLst>
            <pc:docMk/>
            <pc:sldMk cId="3383580333" sldId="336"/>
            <ac:picMk id="4" creationId="{1E434B0C-F27A-70F0-746F-2E489D4C635A}"/>
          </ac:picMkLst>
        </pc:picChg>
        <pc:picChg chg="del">
          <ac:chgData name="Matthew Gregory" userId="S::matthew.gregory2@pearson.com::8c337df5-6986-499e-b190-07598673e62f" providerId="AD" clId="Web-{45E4BB6D-CFB1-BB3D-2308-C1D51DBDBC13}" dt="2023-12-08T10:22:37.032" v="257"/>
          <ac:picMkLst>
            <pc:docMk/>
            <pc:sldMk cId="3383580333" sldId="336"/>
            <ac:picMk id="5" creationId="{D29C7A2B-B5AB-2A6A-A686-7F1BE835669C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10:23:43.988" v="272" actId="1076"/>
          <ac:picMkLst>
            <pc:docMk/>
            <pc:sldMk cId="3383580333" sldId="336"/>
            <ac:picMk id="6" creationId="{D56EC330-57F5-7FC3-C20B-2B0609B1BEDB}"/>
          </ac:picMkLst>
        </pc:picChg>
        <pc:picChg chg="add mod">
          <ac:chgData name="Matthew Gregory" userId="S::matthew.gregory2@pearson.com::8c337df5-6986-499e-b190-07598673e62f" providerId="AD" clId="Web-{45E4BB6D-CFB1-BB3D-2308-C1D51DBDBC13}" dt="2023-12-08T10:23:44.004" v="273" actId="1076"/>
          <ac:picMkLst>
            <pc:docMk/>
            <pc:sldMk cId="3383580333" sldId="336"/>
            <ac:picMk id="8" creationId="{D3480B81-F4D6-489F-1FC7-5A5E7F98FAC3}"/>
          </ac:picMkLst>
        </pc:picChg>
      </pc:sldChg>
    </pc:docChg>
  </pc:docChgLst>
  <pc:docChgLst>
    <pc:chgData name="Matthew Gregory" userId="S::matthew.gregory2@pearson.com::8c337df5-6986-499e-b190-07598673e62f" providerId="AD" clId="Web-{63AC5D0E-E7AC-74DB-E9BA-B75D4342F906}"/>
    <pc:docChg chg="modSld">
      <pc:chgData name="Matthew Gregory" userId="S::matthew.gregory2@pearson.com::8c337df5-6986-499e-b190-07598673e62f" providerId="AD" clId="Web-{63AC5D0E-E7AC-74DB-E9BA-B75D4342F906}" dt="2023-12-07T15:09:05.885" v="1"/>
      <pc:docMkLst>
        <pc:docMk/>
      </pc:docMkLst>
      <pc:sldChg chg="addSp delSp modSp">
        <pc:chgData name="Matthew Gregory" userId="S::matthew.gregory2@pearson.com::8c337df5-6986-499e-b190-07598673e62f" providerId="AD" clId="Web-{63AC5D0E-E7AC-74DB-E9BA-B75D4342F906}" dt="2023-12-07T15:09:05.885" v="1"/>
        <pc:sldMkLst>
          <pc:docMk/>
          <pc:sldMk cId="884549766" sldId="305"/>
        </pc:sldMkLst>
        <pc:spChg chg="add del mod">
          <ac:chgData name="Matthew Gregory" userId="S::matthew.gregory2@pearson.com::8c337df5-6986-499e-b190-07598673e62f" providerId="AD" clId="Web-{63AC5D0E-E7AC-74DB-E9BA-B75D4342F906}" dt="2023-12-07T15:09:05.885" v="1"/>
          <ac:spMkLst>
            <pc:docMk/>
            <pc:sldMk cId="884549766" sldId="305"/>
            <ac:spMk id="8" creationId="{182C492A-0CC2-3DF6-7CD9-CC003A399767}"/>
          </ac:spMkLst>
        </pc:spChg>
        <pc:picChg chg="del">
          <ac:chgData name="Matthew Gregory" userId="S::matthew.gregory2@pearson.com::8c337df5-6986-499e-b190-07598673e62f" providerId="AD" clId="Web-{63AC5D0E-E7AC-74DB-E9BA-B75D4342F906}" dt="2023-12-07T15:09:05.166" v="0"/>
          <ac:picMkLst>
            <pc:docMk/>
            <pc:sldMk cId="884549766" sldId="305"/>
            <ac:picMk id="4" creationId="{CD87F852-A821-54BB-D737-84E91B72F6C4}"/>
          </ac:picMkLst>
        </pc:picChg>
        <pc:picChg chg="add mod ord">
          <ac:chgData name="Matthew Gregory" userId="S::matthew.gregory2@pearson.com::8c337df5-6986-499e-b190-07598673e62f" providerId="AD" clId="Web-{63AC5D0E-E7AC-74DB-E9BA-B75D4342F906}" dt="2023-12-07T15:09:05.885" v="1"/>
          <ac:picMkLst>
            <pc:docMk/>
            <pc:sldMk cId="884549766" sldId="305"/>
            <ac:picMk id="9" creationId="{F6F53688-6EAE-4934-196C-B249A6F6822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82D0F7F-D549-EA3C-8211-4CD16F04EF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FF264-732C-4D56-8B09-D0E581EE39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9AB84-E9D1-421F-ACB7-85B21B0332C6}" type="datetimeFigureOut">
              <a:rPr lang="en-GB" smtClean="0"/>
              <a:t>16/01/2024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A311C-375A-822E-83C5-2471625126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C56EE8-4854-E8C6-60A7-ECB473C36B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A94D1-404E-4C30-9CEB-564292545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0189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49394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53340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2861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108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10650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5943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93639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6942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70095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35981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4390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02292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16081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1374244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251025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42364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21642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248630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6314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6615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627333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93000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67454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35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07510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  <a:p>
            <a:pPr rtl="1"/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F1A3BDE-1BFB-1052-1959-DF54D48F5E0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7956376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 rtl="0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100" b="0" i="0" dirty="0">
                <a:solidFill>
                  <a:srgbClr val="444444"/>
                </a:solidFill>
                <a:effectLst/>
              </a:rPr>
              <a:t>A103000360232</a:t>
            </a:r>
            <a:endParaRPr lang="ar" sz="1100" dirty="0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382E9BD9-13D7-EB6E-9A12-10DC337E42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audio" Target="../media/audio1.bin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3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223467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20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العلوم </a:t>
            </a: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الكهربائية </a:t>
            </a:r>
            <a:br>
              <a:rPr lang="ar-EG" sz="4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والميكانيكية </a:t>
            </a:r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للهندسة</a:t>
            </a:r>
            <a:endParaRPr lang="en-GB" altLang="en-US" sz="4600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sz="4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-325755" defTabSz="431800" rtl="1"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(أ) </a:t>
            </a:r>
            <a:r>
              <a:rPr lang="ar-EG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التعرف على المسائل الهندسية التي تتضمن العلوم الكهربائية</a:t>
            </a:r>
            <a:endParaRPr lang="en-GB" altLang="en-US" sz="260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defTabSz="431800" rtl="1">
              <a:spcBef>
                <a:spcPts val="1200"/>
              </a:spcBef>
              <a:buNone/>
            </a:pP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(ب)</a:t>
            </a:r>
            <a:r>
              <a:rPr lang="ar-EG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التعرف على المسائل الهندسية التي تتضمن العلوم الميكانيكية</a:t>
            </a:r>
            <a:endParaRPr lang="en-GB" altLang="en-US" sz="260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600" b="1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7905" y="1195388"/>
            <a:ext cx="8626583" cy="128054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العلوم الكهربائية </a:t>
            </a:r>
            <a:br>
              <a:rPr lang="en-GB" alt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والميكانيكية للهندسة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733425" y="2852936"/>
            <a:ext cx="8015039" cy="309634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" sz="26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ستدرس في هذه الوحدة التالي:</a:t>
            </a:r>
          </a:p>
          <a:p>
            <a:pPr rtl="1">
              <a:buSzPct val="85000"/>
            </a:pPr>
            <a:r>
              <a:rPr lang="ar" sz="26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المبادئ الأساسية للكهرباء والمغناطيسية</a:t>
            </a:r>
          </a:p>
          <a:p>
            <a:pPr rtl="1">
              <a:buSzPct val="85000"/>
            </a:pPr>
            <a:r>
              <a:rPr lang="ar" sz="26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القوى الساكنة التي تؤثر على الأشياء بما في ذلك تأثيرات الحد من الاحتكاك</a:t>
            </a:r>
          </a:p>
          <a:p>
            <a:pPr rtl="1">
              <a:buSzPct val="85000"/>
            </a:pPr>
            <a:r>
              <a:rPr lang="ar" sz="2600" spc="3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 استخدام التقنيات التحليلية والرسومية لتحليل الأجسام الديناميكية المتحركة</a:t>
            </a:r>
          </a:p>
          <a:p>
            <a:pPr rtl="1">
              <a:buSzPct val="85000"/>
            </a:pPr>
            <a:r>
              <a:rPr lang="ar" sz="26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السوائل وقياس الضغط والهيدروستاتيك </a:t>
            </a: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(أ1) دوائر التيار المستمر</a:t>
            </a:r>
          </a:p>
          <a:p>
            <a:pPr marL="685800" rtl="1"/>
            <a:r>
              <a:rPr lang="ar" sz="2600">
                <a:solidFill>
                  <a:srgbClr val="FF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(أ2) الدوائر الكهرومغناطيسية</a:t>
            </a:r>
            <a:endParaRPr lang="en-GB" altLang="en-US" sz="260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1295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التعرف على المسائل الهندسية التي تتضمن </a:t>
            </a:r>
            <a:br>
              <a:rPr lang="en-GB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العلوم الكهربائية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3575D-54B4-A293-EA07-E787EB1B4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(أ1) دوائر التيار المستمر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916081"/>
            <a:ext cx="4027487" cy="23131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10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دوائر التيار المستمر (DC) هي دوائر كهربائية يتدفق فيها التيار الكهربائي في اتجاه واحد حول الدائرة.</a:t>
            </a:r>
          </a:p>
          <a:p>
            <a:pPr indent="0" rtl="1">
              <a:lnSpc>
                <a:spcPct val="110000"/>
              </a:lnSpc>
              <a:buNone/>
            </a:pP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0000"/>
              </a:lnSpc>
              <a:buNone/>
            </a:pP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87289-1D75-9E32-15A0-2E021F06FDB0}"/>
              </a:ext>
            </a:extLst>
          </p:cNvPr>
          <p:cNvSpPr txBox="1"/>
          <p:nvPr/>
        </p:nvSpPr>
        <p:spPr>
          <a:xfrm>
            <a:off x="1024656" y="5679597"/>
            <a:ext cx="256922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اتجاه التيار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57BBF6F-DC51-FB86-23B3-44723C726B76}"/>
              </a:ext>
            </a:extLst>
          </p:cNvPr>
          <p:cNvCxnSpPr/>
          <p:nvPr/>
        </p:nvCxnSpPr>
        <p:spPr>
          <a:xfrm>
            <a:off x="1655580" y="5673780"/>
            <a:ext cx="1490958" cy="242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9" name="Content Placeholder 8" descr="Diagram of a battery with a wire connected to a battery&#10;&#10;Description automatically generated">
            <a:extLst>
              <a:ext uri="{FF2B5EF4-FFF2-40B4-BE49-F238E27FC236}">
                <a16:creationId xmlns:a16="http://schemas.microsoft.com/office/drawing/2014/main" id="{F6F53688-6EAE-4934-196C-B249A6F682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8312" y="2783948"/>
            <a:ext cx="4027488" cy="284820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2C5A26-53BA-8CB6-BC5A-16DC7F0DF106}"/>
              </a:ext>
            </a:extLst>
          </p:cNvPr>
          <p:cNvSpPr/>
          <p:nvPr/>
        </p:nvSpPr>
        <p:spPr>
          <a:xfrm>
            <a:off x="1042563" y="3674651"/>
            <a:ext cx="989456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EA15DD-37B2-F67D-E0D4-5E2C5956DAEE}"/>
              </a:ext>
            </a:extLst>
          </p:cNvPr>
          <p:cNvSpPr/>
          <p:nvPr/>
        </p:nvSpPr>
        <p:spPr>
          <a:xfrm>
            <a:off x="910357" y="3695700"/>
            <a:ext cx="745224" cy="371856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>
              <a:lnSpc>
                <a:spcPct val="96000"/>
              </a:lnSpc>
            </a:pPr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محرك يعمل بتيار مستمر.</a:t>
            </a:r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42925" y="2175504"/>
            <a:ext cx="8096921" cy="450144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lnSpc>
                <a:spcPct val="105000"/>
              </a:lnSpc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معلمات دائرة التيار المستمر:</a:t>
            </a:r>
          </a:p>
          <a:p>
            <a:pPr marL="685800" rtl="1">
              <a:lnSpc>
                <a:spcPct val="105000"/>
              </a:lnSpc>
            </a:pPr>
            <a:endParaRPr lang="en-GB" sz="1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05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الجُهد (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V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) - القوى المتولدة من بطارية أو أي مصدر آخر للجهد الكهربائي الذي يحرك الإلكترونات حول الدائرة. ويسمى أيضًا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فرق الجهد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. ويقاس بالفولت.</a:t>
            </a:r>
          </a:p>
          <a:p>
            <a:pPr marL="800100" lvl="1" indent="0" rtl="1">
              <a:lnSpc>
                <a:spcPct val="105000"/>
              </a:lnSpc>
              <a:buNone/>
            </a:pP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05000"/>
              </a:lnSpc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القوة الدافعة الكهربائية (EMF)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القوة التي يوفرها مصدر الطاقة الذي ينتج الفلطية. </a:t>
            </a:r>
            <a:br>
              <a:rPr lang="ar-EG" sz="2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وتُقاس </a:t>
            </a:r>
            <a:r>
              <a:rPr lang="ar" sz="22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بالفولت.</a:t>
            </a:r>
          </a:p>
          <a:p>
            <a:pPr marL="1085850" lvl="1" rtl="1">
              <a:lnSpc>
                <a:spcPct val="105000"/>
              </a:lnSpc>
              <a:buFont typeface="Wingdings" panose="05000000000000000000" pitchFamily="2" charset="2"/>
              <a:buChar char="§"/>
            </a:pP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05000"/>
              </a:lnSpc>
              <a:buFont typeface="Wingdings"/>
              <a:buChar char="§"/>
            </a:pPr>
            <a:r>
              <a:rPr lang="ar" sz="22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الشحنة الكهربائية (Q)</a:t>
            </a: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 - خاصية لجسم يتعرض لقوة في مجال كهرومغناطيسي. </a:t>
            </a:r>
            <a:br>
              <a:rPr lang="ar-EG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ويتم قياسها بالكولوم (C). </a:t>
            </a:r>
          </a:p>
          <a:p>
            <a:pPr marL="800100" lvl="1" indent="0" rtl="1">
              <a:lnSpc>
                <a:spcPct val="105000"/>
              </a:lnSpc>
              <a:buNone/>
            </a:pPr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lnSpc>
                <a:spcPct val="105000"/>
              </a:lnSpc>
              <a:buNone/>
            </a:pPr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05000"/>
              </a:lnSpc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05000"/>
              </a:lnSpc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05000"/>
              </a:lnSpc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05000"/>
              </a:lnSpc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(أ1) دوائر التيار المستمر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3118274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75504"/>
            <a:ext cx="8208712" cy="38457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معلمات دائرة التيار المستمر (تابع):</a:t>
            </a:r>
          </a:p>
          <a:p>
            <a:pPr marL="685800" rtl="1"/>
            <a:endParaRPr lang="en-GB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/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التيار (I)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معدل تدفق الشحنة في الدائرة. ويُقاس التيار بالأمبير (A).</a:t>
            </a:r>
            <a:endParaRPr lang="en-GB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buNone/>
            </a:pPr>
            <a:endParaRPr lang="en-GB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Font typeface="Wingdings"/>
              <a:buChar char="§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المقاومة (R)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مقياس لمدى صعوبة تدفق الكهرباء عبر جسم ما. وتُقاس بالأوم (Ω).</a:t>
            </a:r>
          </a:p>
          <a:p>
            <a:pPr marL="800100" lvl="1" indent="0" rtl="1">
              <a:buNone/>
            </a:pPr>
            <a:endParaRPr lang="en-GB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Font typeface="Wingdings,Sans-Serif"/>
              <a:buChar char="§"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(P)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- معدل نقل الطاقة الكهربائية بواسطة دائرة كهربائية. وتُقاس بالوات (W). </a:t>
            </a:r>
          </a:p>
          <a:p>
            <a:pPr marL="800100" lvl="1" indent="0" rtl="1">
              <a:buNone/>
            </a:pPr>
            <a:endParaRPr lang="en-GB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(أ1) دوائر التيار المستمر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684355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437A-AC47-772B-8FA9-8BCACB3B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رموز الدائرة والمكونات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426B90-2F75-B76E-55FF-500BFF560B0B}"/>
              </a:ext>
            </a:extLst>
          </p:cNvPr>
          <p:cNvSpPr txBox="1"/>
          <p:nvPr/>
        </p:nvSpPr>
        <p:spPr>
          <a:xfrm>
            <a:off x="5420582" y="2420888"/>
            <a:ext cx="144016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البطارية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5F3995-A10A-1C3F-AC8E-17F8CF806D62}"/>
              </a:ext>
            </a:extLst>
          </p:cNvPr>
          <p:cNvSpPr txBox="1"/>
          <p:nvPr/>
        </p:nvSpPr>
        <p:spPr>
          <a:xfrm>
            <a:off x="5220072" y="3131676"/>
            <a:ext cx="164067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 الثابت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D690A0-137F-96A6-0C8B-44E03B72EEE0}"/>
              </a:ext>
            </a:extLst>
          </p:cNvPr>
          <p:cNvSpPr txBox="1"/>
          <p:nvPr/>
        </p:nvSpPr>
        <p:spPr>
          <a:xfrm>
            <a:off x="5033800" y="3995772"/>
            <a:ext cx="1826942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 المتغير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23EE1A-90AE-9139-ED5A-15E566706EF6}"/>
              </a:ext>
            </a:extLst>
          </p:cNvPr>
          <p:cNvSpPr txBox="1"/>
          <p:nvPr/>
        </p:nvSpPr>
        <p:spPr>
          <a:xfrm>
            <a:off x="4969791" y="4675158"/>
            <a:ext cx="189095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مفتاح كهربائي (مُبَدْل)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DE1C87-F35A-C45D-EB49-D42D7C2EF758}"/>
              </a:ext>
            </a:extLst>
          </p:cNvPr>
          <p:cNvSpPr txBox="1"/>
          <p:nvPr/>
        </p:nvSpPr>
        <p:spPr>
          <a:xfrm>
            <a:off x="4844517" y="5373216"/>
            <a:ext cx="2016225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مقياس التيار الكهربائي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709602-FA95-1882-9740-45CCFA9B0CD4}"/>
              </a:ext>
            </a:extLst>
          </p:cNvPr>
          <p:cNvSpPr txBox="1"/>
          <p:nvPr/>
        </p:nvSpPr>
        <p:spPr>
          <a:xfrm>
            <a:off x="899592" y="2420888"/>
            <a:ext cx="164067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مقياس الفلطية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1FEB6A-C41F-AFE4-94B6-273A9F256343}"/>
              </a:ext>
            </a:extLst>
          </p:cNvPr>
          <p:cNvSpPr txBox="1"/>
          <p:nvPr/>
        </p:nvSpPr>
        <p:spPr>
          <a:xfrm>
            <a:off x="899592" y="3203684"/>
            <a:ext cx="164067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مصباح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7BD0F-9B4D-5744-8CA5-86F9A1D59238}"/>
              </a:ext>
            </a:extLst>
          </p:cNvPr>
          <p:cNvSpPr txBox="1"/>
          <p:nvPr/>
        </p:nvSpPr>
        <p:spPr>
          <a:xfrm>
            <a:off x="899592" y="3851756"/>
            <a:ext cx="164067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مصهر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8C02A2-338C-1802-6895-22FFFB583650}"/>
              </a:ext>
            </a:extLst>
          </p:cNvPr>
          <p:cNvSpPr txBox="1"/>
          <p:nvPr/>
        </p:nvSpPr>
        <p:spPr>
          <a:xfrm>
            <a:off x="899592" y="4427820"/>
            <a:ext cx="1640670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موحد التيار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A7E2BD-596F-EC2A-BFF9-D705A466E8DE}"/>
              </a:ext>
            </a:extLst>
          </p:cNvPr>
          <p:cNvSpPr txBox="1"/>
          <p:nvPr/>
        </p:nvSpPr>
        <p:spPr>
          <a:xfrm>
            <a:off x="524037" y="5301208"/>
            <a:ext cx="2016225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موحد تيار باعث للضوء (LED)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13518-F650-35C1-FD98-87C7FB161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413" y="2420455"/>
            <a:ext cx="1704285" cy="382657"/>
          </a:xfrm>
          <a:prstGeom prst="rect">
            <a:avLst/>
          </a:prstGeom>
        </p:spPr>
      </p:pic>
      <p:pic>
        <p:nvPicPr>
          <p:cNvPr id="8" name="Picture 7" descr="A black rectangle with a white background&#10;&#10;Description automatically generated">
            <a:extLst>
              <a:ext uri="{FF2B5EF4-FFF2-40B4-BE49-F238E27FC236}">
                <a16:creationId xmlns:a16="http://schemas.microsoft.com/office/drawing/2014/main" id="{BBACD732-A324-3FAF-A67E-BC970D955C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2863" y="3103631"/>
            <a:ext cx="1700835" cy="396738"/>
          </a:xfrm>
          <a:prstGeom prst="rect">
            <a:avLst/>
          </a:prstGeom>
        </p:spPr>
      </p:pic>
      <p:pic>
        <p:nvPicPr>
          <p:cNvPr id="10" name="Picture 9" descr="A black rectangle with a black arrow&#10;&#10;Description automatically generated">
            <a:extLst>
              <a:ext uri="{FF2B5EF4-FFF2-40B4-BE49-F238E27FC236}">
                <a16:creationId xmlns:a16="http://schemas.microsoft.com/office/drawing/2014/main" id="{7F457607-F69D-37FA-06A6-D165731A1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1803" y="3845130"/>
            <a:ext cx="1938132" cy="7690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4661BB-C88B-9E34-56B0-21CA051A49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867" y="4685719"/>
            <a:ext cx="1651000" cy="365540"/>
          </a:xfrm>
          <a:prstGeom prst="rect">
            <a:avLst/>
          </a:prstGeom>
        </p:spPr>
      </p:pic>
      <p:pic>
        <p:nvPicPr>
          <p:cNvPr id="14" name="Picture 13" descr="A black letter in a circle&#10;&#10;Description automatically generated">
            <a:extLst>
              <a:ext uri="{FF2B5EF4-FFF2-40B4-BE49-F238E27FC236}">
                <a16:creationId xmlns:a16="http://schemas.microsoft.com/office/drawing/2014/main" id="{D421569F-9AA4-0E4C-ABE5-8518D8A080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078" y="5257798"/>
            <a:ext cx="1569586" cy="601816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">
            <a:extLst>
              <a:ext uri="{FF2B5EF4-FFF2-40B4-BE49-F238E27FC236}">
                <a16:creationId xmlns:a16="http://schemas.microsoft.com/office/drawing/2014/main" id="{1877A4D0-56A8-CD31-D414-CA264BCC5B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9109" y="2329428"/>
            <a:ext cx="1624255" cy="571823"/>
          </a:xfrm>
          <a:prstGeom prst="rect">
            <a:avLst/>
          </a:prstGeom>
        </p:spPr>
      </p:pic>
      <p:pic>
        <p:nvPicPr>
          <p:cNvPr id="18" name="Picture 17" descr="A black circle with a cross&#10;&#10;Description automatically generated">
            <a:extLst>
              <a:ext uri="{FF2B5EF4-FFF2-40B4-BE49-F238E27FC236}">
                <a16:creationId xmlns:a16="http://schemas.microsoft.com/office/drawing/2014/main" id="{015AB01C-E8E6-162C-9EE0-853BDE504A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77333" y="3105958"/>
            <a:ext cx="1619573" cy="555678"/>
          </a:xfrm>
          <a:prstGeom prst="rect">
            <a:avLst/>
          </a:prstGeom>
        </p:spPr>
      </p:pic>
      <p:pic>
        <p:nvPicPr>
          <p:cNvPr id="20" name="Picture 19" descr="A black line on a white background&#10;&#10;Description automatically generated">
            <a:extLst>
              <a:ext uri="{FF2B5EF4-FFF2-40B4-BE49-F238E27FC236}">
                <a16:creationId xmlns:a16="http://schemas.microsoft.com/office/drawing/2014/main" id="{7178B92E-DC17-56C1-8722-5207517B866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57958" y="3825555"/>
            <a:ext cx="1658321" cy="369263"/>
          </a:xfrm>
          <a:prstGeom prst="rect">
            <a:avLst/>
          </a:prstGeom>
        </p:spPr>
      </p:pic>
      <p:pic>
        <p:nvPicPr>
          <p:cNvPr id="22" name="Picture 21" descr="A black arrow in a circle&#10;&#10;Description automatically generated">
            <a:extLst>
              <a:ext uri="{FF2B5EF4-FFF2-40B4-BE49-F238E27FC236}">
                <a16:creationId xmlns:a16="http://schemas.microsoft.com/office/drawing/2014/main" id="{7EACDC57-FF0E-74F0-FB6C-1468433CDF9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9875" y="4260501"/>
            <a:ext cx="1364336" cy="700492"/>
          </a:xfrm>
          <a:prstGeom prst="rect">
            <a:avLst/>
          </a:prstGeom>
        </p:spPr>
      </p:pic>
      <p:pic>
        <p:nvPicPr>
          <p:cNvPr id="24" name="Picture 23" descr="A black triangle with a cross&#10;&#10;Description automatically generated">
            <a:extLst>
              <a:ext uri="{FF2B5EF4-FFF2-40B4-BE49-F238E27FC236}">
                <a16:creationId xmlns:a16="http://schemas.microsoft.com/office/drawing/2014/main" id="{5ABD60E9-9061-E0E4-4A53-DC6FD0B14DA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96568" y="5200003"/>
            <a:ext cx="1187236" cy="5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1282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778D4-7F78-034F-53AF-540F291B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1875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المتصلة بالتسلسل البسيطة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513B4-B1A0-CC6F-3766-DB8AFD1FF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262676"/>
            <a:ext cx="4027487" cy="4024100"/>
          </a:xfrm>
        </p:spPr>
        <p:txBody>
          <a:bodyPr rtlCol="1"/>
          <a:lstStyle/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في هذه الدوائر، يتم توصيل المكونات واحدة تلو الأخرى لتشكيل حلقة. </a:t>
            </a:r>
          </a:p>
          <a:p>
            <a:pPr rtl="1">
              <a:buSzPct val="85000"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يتدفق نفس التيار عبر جميع المكونات. </a:t>
            </a: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في حالة تعطل أحد المكونات، تتعطل الدائرة ولن تعمل. </a:t>
            </a: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8" name="Content Placeholder 7" descr="A diagram of a circuit&#10;&#10;Description automatically generated">
            <a:extLst>
              <a:ext uri="{FF2B5EF4-FFF2-40B4-BE49-F238E27FC236}">
                <a16:creationId xmlns:a16="http://schemas.microsoft.com/office/drawing/2014/main" id="{18CE47CB-ECCF-1E8C-03EA-E49126B4AA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55397" y="2433986"/>
            <a:ext cx="4027488" cy="2850706"/>
          </a:xfrm>
        </p:spPr>
      </p:pic>
    </p:spTree>
    <p:extLst>
      <p:ext uri="{BB962C8B-B14F-4D97-AF65-F5344CB8AC3E}">
        <p14:creationId xmlns:p14="http://schemas.microsoft.com/office/powerpoint/2010/main" val="23598802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A20D-5E5C-5FF5-1CFC-103F7ACC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المتصلة بالتوازي البسيطة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D728-CD6B-DB91-2907-CEAE52AB3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196001"/>
            <a:ext cx="4027487" cy="4024100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في هذه الدوائر، يتم توصيل المكونات على حلقات مختلفة من الدائرة.</a:t>
            </a:r>
          </a:p>
          <a:p>
            <a:pPr rtl="1">
              <a:lnSpc>
                <a:spcPct val="110000"/>
              </a:lnSpc>
              <a:buSzPct val="85000"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يتم تقسيم تدفق التيار ومشاركته بين الحلقات.</a:t>
            </a:r>
          </a:p>
          <a:p>
            <a:pPr rtl="1">
              <a:lnSpc>
                <a:spcPct val="110000"/>
              </a:lnSpc>
              <a:buSzPct val="85000"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في حالة كسر إحدى الحلقات، ستستمر الحلقات المتبقية في العمل.</a:t>
            </a: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F45FA-EF9C-ACE6-2CC1-C746A41C5831}"/>
              </a:ext>
            </a:extLst>
          </p:cNvPr>
          <p:cNvSpPr txBox="1"/>
          <p:nvPr/>
        </p:nvSpPr>
        <p:spPr>
          <a:xfrm>
            <a:off x="1439014" y="4880509"/>
            <a:ext cx="1355415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تدفق التيار</a:t>
            </a: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7EEC2FC-8D92-632C-D884-FADF34C885B6}"/>
              </a:ext>
            </a:extLst>
          </p:cNvPr>
          <p:cNvCxnSpPr/>
          <p:nvPr/>
        </p:nvCxnSpPr>
        <p:spPr>
          <a:xfrm>
            <a:off x="1827536" y="4834232"/>
            <a:ext cx="1116701" cy="4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F9EFE03-CE27-95EA-319F-9AF0B3836360}"/>
              </a:ext>
            </a:extLst>
          </p:cNvPr>
          <p:cNvSpPr/>
          <p:nvPr/>
        </p:nvSpPr>
        <p:spPr>
          <a:xfrm>
            <a:off x="3173596" y="4741426"/>
            <a:ext cx="950814" cy="2629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11" name="Picture 10" descr="A diagram of a circuit&#10;&#10;Description automatically generated">
            <a:extLst>
              <a:ext uri="{FF2B5EF4-FFF2-40B4-BE49-F238E27FC236}">
                <a16:creationId xmlns:a16="http://schemas.microsoft.com/office/drawing/2014/main" id="{E6B85323-D8C3-E801-E700-B35671D37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37" y="3223583"/>
            <a:ext cx="3905572" cy="13149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DDFB21-D0E0-9135-E3FF-C93A39D6E240}"/>
              </a:ext>
            </a:extLst>
          </p:cNvPr>
          <p:cNvSpPr/>
          <p:nvPr/>
        </p:nvSpPr>
        <p:spPr>
          <a:xfrm>
            <a:off x="2394585" y="4432690"/>
            <a:ext cx="464820" cy="143975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9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240 فولت</a:t>
            </a:r>
          </a:p>
        </p:txBody>
      </p:sp>
    </p:spTree>
    <p:extLst>
      <p:ext uri="{BB962C8B-B14F-4D97-AF65-F5344CB8AC3E}">
        <p14:creationId xmlns:p14="http://schemas.microsoft.com/office/powerpoint/2010/main" val="34701390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9360B-F752-CFAA-D2A9-F83D16AB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61875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الصيغ المناسبة لحل مسائل </a:t>
            </a:r>
            <a:b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الكهربائية الروتينية</a:t>
            </a:r>
            <a:endParaRPr 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A45F9-C0F5-3A1B-66DA-6D885AB61C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65412" y="2752328"/>
            <a:ext cx="6920389" cy="3467773"/>
          </a:xfrm>
        </p:spPr>
        <p:txBody>
          <a:bodyPr rtlCol="1"/>
          <a:lstStyle/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قيم المقاومات في الدوائر المتصلة بالتسلسل: 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</a:t>
            </a:r>
            <a:r>
              <a:rPr lang="en-US" sz="22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R</a:t>
            </a:r>
            <a:r>
              <a:rPr lang="en-US" sz="22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+R</a:t>
            </a:r>
            <a:r>
              <a:rPr lang="en-US" sz="22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+R</a:t>
            </a:r>
            <a:r>
              <a:rPr lang="en-US" sz="22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n</a:t>
            </a:r>
          </a:p>
          <a:p>
            <a:pPr marL="0" indent="0" rtl="1">
              <a:buNone/>
            </a:pPr>
            <a:endParaRPr lang="en-GB" sz="2200" baseline="-25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قيم المقاومات في الدوائر المتصلة بالتوازي: </a:t>
            </a:r>
            <a:endParaRPr lang="en-GB" sz="2200" dirty="0">
              <a:latin typeface="Sakkal Majalla" panose="02000000000000000000" pitchFamily="2" charset="-78"/>
              <a:ea typeface="Cambria Math"/>
              <a:cs typeface="Sakkal Majalla" panose="02000000000000000000" pitchFamily="2" charset="-78"/>
            </a:endParaRPr>
          </a:p>
          <a:p>
            <a:pPr rtl="1"/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7925D1-172F-F84E-B281-5D4071304C01}"/>
              </a:ext>
            </a:extLst>
          </p:cNvPr>
          <p:cNvSpPr txBox="1"/>
          <p:nvPr/>
        </p:nvSpPr>
        <p:spPr>
          <a:xfrm>
            <a:off x="-1311921" y="308508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EAC906-6250-DC83-C95D-6E6800B80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331812"/>
            <a:ext cx="2247183" cy="7006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2F0C3A-B8AA-E855-8E63-C0A151190D7E}"/>
              </a:ext>
            </a:extLst>
          </p:cNvPr>
          <p:cNvSpPr txBox="1"/>
          <p:nvPr/>
        </p:nvSpPr>
        <p:spPr>
          <a:xfrm>
            <a:off x="3959030" y="4363630"/>
            <a:ext cx="4806668" cy="12095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rtl="1">
              <a:lnSpc>
                <a:spcPct val="110000"/>
              </a:lnSpc>
              <a:buFont typeface="Arial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قانون أوم هو العلاقة بين الجهد والتيار والمقاومة.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28600" indent="-228600" rtl="1">
              <a:lnSpc>
                <a:spcPct val="110000"/>
              </a:lnSpc>
              <a:buFont typeface="Arial"/>
              <a:buChar char="•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استخدام مثلث قانون أوم لتحديد إصدار قانون أوم الذي تحتاجه للقيمة التي تحتاج إلى حسابها</a:t>
            </a:r>
            <a:endParaRPr lang="en-GB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36122C-CF6E-AEAC-5CCD-99E60B9CE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16" y="4545203"/>
            <a:ext cx="2743200" cy="156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0757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3477-F22B-F89A-8368-73B67278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25" y="959876"/>
            <a:ext cx="831052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التيار في الدوائر المتصلة بالتسلسل وبالتوازي</a:t>
            </a:r>
            <a:endParaRPr lang="en-GB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E07F-71A1-62C8-B913-D585685F7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8859" y="1850352"/>
            <a:ext cx="4027487" cy="4377604"/>
          </a:xfrm>
        </p:spPr>
        <p:txBody>
          <a:bodyPr rtlCol="1"/>
          <a:lstStyle/>
          <a:p>
            <a:pPr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المتصلة بالتسلسل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المتصلة بالتوازي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D5980-8563-2C28-0C7F-3DCDC85E0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0931" y="2577001"/>
            <a:ext cx="4819638" cy="3497423"/>
          </a:xfrm>
        </p:spPr>
        <p:txBody>
          <a:bodyPr rtlCol="1"/>
          <a:lstStyle/>
          <a:p>
            <a:pPr marL="0" indent="0" rtl="1">
              <a:lnSpc>
                <a:spcPct val="95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دائرة متصلة بالتسلسل - المقاومة الكلية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5000"/>
              </a:lnSpc>
              <a:buNone/>
            </a:pPr>
            <a:r>
              <a:rPr lang="en-US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</a:t>
            </a:r>
            <a:r>
              <a:rPr lang="en-US" sz="27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</a:t>
            </a:r>
            <a:r>
              <a:rPr lang="en-US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6 + 6 = 12Ω</a:t>
            </a:r>
          </a:p>
          <a:p>
            <a:pPr marL="0" indent="0" rtl="1">
              <a:lnSpc>
                <a:spcPct val="95000"/>
              </a:lnSpc>
              <a:buNone/>
            </a:pPr>
            <a:r>
              <a:rPr lang="en-US" sz="2700" u="sng" dirty="0">
                <a:latin typeface="Sakkal Majalla" panose="02000000000000000000" pitchFamily="2" charset="-78"/>
                <a:cs typeface="Sakkal Majalla" panose="02000000000000000000" pitchFamily="2" charset="-78"/>
              </a:rPr>
              <a:t>I = V/R = 6/12 = 0.5A</a:t>
            </a:r>
          </a:p>
          <a:p>
            <a:pPr marL="0" indent="0" rtl="1">
              <a:lnSpc>
                <a:spcPct val="95000"/>
              </a:lnSpc>
              <a:buNone/>
            </a:pPr>
            <a:endParaRPr lang="en-GB" sz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95000"/>
              </a:lnSpc>
              <a:buNone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دائرة متصلة بالتوازي - المقاومة الكلية</a:t>
            </a:r>
          </a:p>
          <a:p>
            <a:pPr marL="0" indent="0" rtl="1">
              <a:lnSpc>
                <a:spcPct val="95000"/>
              </a:lnSpc>
              <a:buNone/>
            </a:pPr>
            <a:r>
              <a:rPr lang="en-US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1/R</a:t>
            </a:r>
            <a:r>
              <a:rPr lang="en-US" sz="27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</a:t>
            </a:r>
            <a:r>
              <a:rPr lang="en-US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 = 1/10 + 1/30 = 2/15 </a:t>
            </a:r>
          </a:p>
          <a:p>
            <a:pPr marL="0" indent="0" rtl="1">
              <a:lnSpc>
                <a:spcPct val="95000"/>
              </a:lnSpc>
              <a:buNone/>
            </a:pPr>
            <a:r>
              <a:rPr lang="en-US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</a:t>
            </a:r>
            <a:r>
              <a:rPr lang="en-US" sz="2700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  </a:t>
            </a:r>
            <a:r>
              <a:rPr lang="en-US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15/2 = 7.5Ω</a:t>
            </a:r>
          </a:p>
          <a:p>
            <a:pPr marL="0" indent="0" rtl="1">
              <a:lnSpc>
                <a:spcPct val="95000"/>
              </a:lnSpc>
              <a:buNone/>
            </a:pPr>
            <a:r>
              <a:rPr lang="en-US" sz="2700" u="sng" dirty="0">
                <a:latin typeface="Sakkal Majalla" panose="02000000000000000000" pitchFamily="2" charset="-78"/>
                <a:cs typeface="Sakkal Majalla" panose="02000000000000000000" pitchFamily="2" charset="-78"/>
              </a:rPr>
              <a:t>I = V/R = 6/7.5 = 0.8A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759310-0C9D-38AF-ECA1-907EDFBE7CCE}"/>
              </a:ext>
            </a:extLst>
          </p:cNvPr>
          <p:cNvSpPr txBox="1"/>
          <p:nvPr/>
        </p:nvSpPr>
        <p:spPr>
          <a:xfrm>
            <a:off x="2533974" y="1710018"/>
            <a:ext cx="307625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لحساب التيار تحتاج إلى معرفة </a:t>
            </a:r>
            <a:br>
              <a:rPr lang="en-GB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المقاومة الكلية في الدائرة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B7444E-FCFD-76BC-8CD6-732BE849C5CD}"/>
              </a:ext>
            </a:extLst>
          </p:cNvPr>
          <p:cNvSpPr txBox="1"/>
          <p:nvPr/>
        </p:nvSpPr>
        <p:spPr>
          <a:xfrm>
            <a:off x="487456" y="6079751"/>
            <a:ext cx="5221941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هذه الطريقة أيضًا مع الدوائر المدمجة.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colorful triangle with letters and numbers&#10;&#10;Description automatically generated">
            <a:extLst>
              <a:ext uri="{FF2B5EF4-FFF2-40B4-BE49-F238E27FC236}">
                <a16:creationId xmlns:a16="http://schemas.microsoft.com/office/drawing/2014/main" id="{22C6FB1A-ACF1-3340-813B-B0370278B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767" y="3542734"/>
            <a:ext cx="1404534" cy="2161852"/>
          </a:xfrm>
          <a:prstGeom prst="rect">
            <a:avLst/>
          </a:prstGeom>
        </p:spPr>
      </p:pic>
      <p:pic>
        <p:nvPicPr>
          <p:cNvPr id="9" name="Picture 8" descr="A diagram of a circuit&#10;&#10;Description automatically generated">
            <a:extLst>
              <a:ext uri="{FF2B5EF4-FFF2-40B4-BE49-F238E27FC236}">
                <a16:creationId xmlns:a16="http://schemas.microsoft.com/office/drawing/2014/main" id="{8AA35AAE-7AC5-6322-A205-2EA286F16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27" y="2360909"/>
            <a:ext cx="2019946" cy="14904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A7E686-5940-1E6A-C820-8713801CD42F}"/>
              </a:ext>
            </a:extLst>
          </p:cNvPr>
          <p:cNvSpPr txBox="1"/>
          <p:nvPr/>
        </p:nvSpPr>
        <p:spPr>
          <a:xfrm>
            <a:off x="7590419" y="3505916"/>
            <a:ext cx="87333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6Ω</a:t>
            </a: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7F523-7792-C2A2-B6BB-AD3DBF0D66EA}"/>
              </a:ext>
            </a:extLst>
          </p:cNvPr>
          <p:cNvSpPr txBox="1"/>
          <p:nvPr/>
        </p:nvSpPr>
        <p:spPr>
          <a:xfrm>
            <a:off x="6753215" y="3518832"/>
            <a:ext cx="87333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6Ω</a:t>
            </a: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18" name="Picture 17" descr="A diagram of a block diagram&#10;&#10;Description automatically generated">
            <a:extLst>
              <a:ext uri="{FF2B5EF4-FFF2-40B4-BE49-F238E27FC236}">
                <a16:creationId xmlns:a16="http://schemas.microsoft.com/office/drawing/2014/main" id="{CE54E1D8-0E34-EBDA-8C92-56B58D416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650" y="4511703"/>
            <a:ext cx="1497685" cy="20578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913779-5F9D-D2C0-6ACB-06FD760BD054}"/>
              </a:ext>
            </a:extLst>
          </p:cNvPr>
          <p:cNvSpPr txBox="1"/>
          <p:nvPr/>
        </p:nvSpPr>
        <p:spPr>
          <a:xfrm>
            <a:off x="7352461" y="5608973"/>
            <a:ext cx="642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10Ω</a:t>
            </a: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331443-81A3-E217-FF28-7AB26DED691A}"/>
              </a:ext>
            </a:extLst>
          </p:cNvPr>
          <p:cNvSpPr txBox="1"/>
          <p:nvPr/>
        </p:nvSpPr>
        <p:spPr>
          <a:xfrm>
            <a:off x="7350518" y="6230102"/>
            <a:ext cx="642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30Ω</a:t>
            </a: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6B5D79-8CC6-215C-8DD3-368ECCA4ACB9}"/>
              </a:ext>
            </a:extLst>
          </p:cNvPr>
          <p:cNvSpPr/>
          <p:nvPr/>
        </p:nvSpPr>
        <p:spPr>
          <a:xfrm>
            <a:off x="7580376" y="4523232"/>
            <a:ext cx="274320" cy="19202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600">
                <a:solidFill>
                  <a:srgbClr val="31303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6 فولت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362812-8216-F5F2-12E3-904C409BFBF4}"/>
              </a:ext>
            </a:extLst>
          </p:cNvPr>
          <p:cNvSpPr/>
          <p:nvPr/>
        </p:nvSpPr>
        <p:spPr>
          <a:xfrm>
            <a:off x="7470648" y="2368296"/>
            <a:ext cx="286512" cy="18897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600" dirty="0">
                <a:solidFill>
                  <a:srgbClr val="31303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6 فولت</a:t>
            </a:r>
          </a:p>
        </p:txBody>
      </p:sp>
    </p:spTree>
    <p:extLst>
      <p:ext uri="{BB962C8B-B14F-4D97-AF65-F5344CB8AC3E}">
        <p14:creationId xmlns:p14="http://schemas.microsoft.com/office/powerpoint/2010/main" val="267711321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EDD9-39EA-DFB6-B719-E2C972AC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احسب القدرة في الدوائر المتصلة بالتسلسل </a:t>
            </a:r>
            <a:br>
              <a:rPr lang="en-GB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والمتصلة بالتوازي </a:t>
            </a:r>
            <a:endParaRPr 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D2FD-35C8-2AA5-1B1A-C36661ADF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699" y="2196001"/>
            <a:ext cx="8420192" cy="987306"/>
          </a:xfrm>
        </p:spPr>
        <p:txBody>
          <a:bodyPr rtlCol="1"/>
          <a:lstStyle/>
          <a:p>
            <a:pPr rtl="1">
              <a:buSzPct val="85000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توجد صيغتان يمكنك استخدامهما لحساب القدرة:</a:t>
            </a:r>
          </a:p>
          <a:p>
            <a:pPr marL="0" indent="0" algn="ctr" rtl="1">
              <a:lnSpc>
                <a:spcPct val="90000"/>
              </a:lnSpc>
              <a:buNone/>
            </a:pPr>
            <a:r>
              <a:rPr lang="en-US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P=IV and P =I</a:t>
            </a:r>
            <a:r>
              <a:rPr lang="en-US" sz="3400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sz="3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</a:t>
            </a:r>
          </a:p>
          <a:p>
            <a:pPr marL="0" indent="0" rtl="1">
              <a:buNone/>
            </a:pPr>
            <a:endParaRPr lang="en-GB" sz="2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D7DEB-2EE6-B3C7-21A3-6529FC085CED}"/>
              </a:ext>
            </a:extLst>
          </p:cNvPr>
          <p:cNvSpPr txBox="1"/>
          <p:nvPr/>
        </p:nvSpPr>
        <p:spPr>
          <a:xfrm>
            <a:off x="5441577" y="3177990"/>
            <a:ext cx="3112993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مثال واحد:</a:t>
            </a:r>
            <a:endParaRPr lang="en-US" sz="2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V = 9V</a:t>
            </a:r>
          </a:p>
          <a:p>
            <a:pPr rtl="1"/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I = 0.5A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 </a:t>
            </a: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استخدام P = IV</a:t>
            </a: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P = 9 x 0.5 = 0.45W</a:t>
            </a:r>
          </a:p>
          <a:p>
            <a:pPr rtl="1"/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3BA9F-5F96-439F-5244-D6437817969C}"/>
              </a:ext>
            </a:extLst>
          </p:cNvPr>
          <p:cNvSpPr txBox="1"/>
          <p:nvPr/>
        </p:nvSpPr>
        <p:spPr>
          <a:xfrm>
            <a:off x="1317813" y="3133166"/>
            <a:ext cx="3112993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المثال الثاني:</a:t>
            </a:r>
            <a:endParaRPr lang="en-US" sz="2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 = 33Ω</a:t>
            </a:r>
          </a:p>
          <a:p>
            <a:pPr rtl="1"/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I = 0.5A </a:t>
            </a: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استخدام 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P = I</a:t>
            </a:r>
            <a:r>
              <a:rPr lang="en-US" sz="2200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</a:t>
            </a: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P = 0.5</a:t>
            </a:r>
            <a:r>
              <a:rPr lang="en-US" sz="2200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x 33 = 8.25W</a:t>
            </a:r>
          </a:p>
          <a:p>
            <a:pPr rtl="1"/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BB204C-E623-3324-0412-1B9C3CC86445}"/>
              </a:ext>
            </a:extLst>
          </p:cNvPr>
          <p:cNvSpPr txBox="1"/>
          <p:nvPr/>
        </p:nvSpPr>
        <p:spPr>
          <a:xfrm>
            <a:off x="1962150" y="5934636"/>
            <a:ext cx="5181600" cy="4924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حدد الصيغة لاستخدامها بناءً على القيم المعطاة لك.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9526743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A20D-5E5C-5FF5-1CFC-103F7ACC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762" y="1111693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المدمجة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D728-CD6B-DB91-2907-CEAE52AB3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196001"/>
            <a:ext cx="4027487" cy="4024100"/>
          </a:xfrm>
        </p:spPr>
        <p:txBody>
          <a:bodyPr rtlCol="1"/>
          <a:lstStyle/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في هذه الدوائر، يتم توصيل المكونات بالتسلسل وبالتوازي. </a:t>
            </a:r>
          </a:p>
          <a:p>
            <a:pPr rtl="1">
              <a:lnSpc>
                <a:spcPct val="110000"/>
              </a:lnSpc>
            </a:pPr>
            <a:endParaRPr lang="en-US" sz="1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يتدفق نفس التيار عبر المكونات المتصلة بالتسلسل ولكن يتم تقسيمه ومشاركته </a:t>
            </a:r>
            <a:br>
              <a:rPr lang="ar-EG" sz="22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بين الحلقات.</a:t>
            </a:r>
          </a:p>
          <a:p>
            <a:pPr rtl="1">
              <a:lnSpc>
                <a:spcPct val="110000"/>
              </a:lnSpc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lnSpc>
                <a:spcPct val="110000"/>
              </a:lnSpc>
              <a:buNone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8" name="Content Placeholder 7" descr="A diagram of a circuit&#10;&#10;Description automatically generated">
            <a:extLst>
              <a:ext uri="{FF2B5EF4-FFF2-40B4-BE49-F238E27FC236}">
                <a16:creationId xmlns:a16="http://schemas.microsoft.com/office/drawing/2014/main" id="{3082B46A-2ED0-954E-EB4D-4FA956172E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8312" y="2783084"/>
            <a:ext cx="4027488" cy="2849933"/>
          </a:xfrm>
        </p:spPr>
      </p:pic>
    </p:spTree>
    <p:extLst>
      <p:ext uri="{BB962C8B-B14F-4D97-AF65-F5344CB8AC3E}">
        <p14:creationId xmlns:p14="http://schemas.microsoft.com/office/powerpoint/2010/main" val="234471728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A20D-5E5C-5FF5-1CFC-103F7ACC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762" y="1111693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الدوائر المدمجة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D728-CD6B-DB91-2907-CEAE52AB3A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65494" y="2196001"/>
            <a:ext cx="4610192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المقاومة:</a:t>
            </a: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الفروع الموازية:</a:t>
            </a:r>
          </a:p>
          <a:p>
            <a:pPr rtl="1">
              <a:buSzPct val="85000"/>
            </a:pPr>
            <a:r>
              <a:rPr lang="en-US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1/Rt = 1/10 + 1/20 + 1/30 = 11/60</a:t>
            </a:r>
          </a:p>
          <a:p>
            <a:pPr rtl="1">
              <a:buSzPct val="85000"/>
            </a:pPr>
            <a:r>
              <a:rPr lang="en-US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Rt = 60/11 = 0.18Ω</a:t>
            </a:r>
          </a:p>
          <a:p>
            <a:pPr marL="0" indent="0" rtl="1">
              <a:buNone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المقاومة الكلية 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</a:t>
            </a:r>
            <a:r>
              <a:rPr lang="en-US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10 + 0.18 = 10.18Ω</a:t>
            </a:r>
          </a:p>
          <a:p>
            <a:pPr marL="0" indent="0" rtl="1">
              <a:buNone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التيار الكلي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</a:t>
            </a:r>
            <a:r>
              <a:rPr lang="en-US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V/R = 9/10.18 </a:t>
            </a:r>
            <a:r>
              <a:rPr lang="en-US" sz="2300">
                <a:latin typeface="Sakkal Majalla" panose="02000000000000000000" pitchFamily="2" charset="-78"/>
                <a:cs typeface="Sakkal Majalla" panose="02000000000000000000" pitchFamily="2" charset="-78"/>
              </a:rPr>
              <a:t>= 0.88A</a:t>
            </a:r>
            <a:endParaRPr lang="en-US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الكلية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</a:t>
            </a:r>
            <a:r>
              <a:rPr lang="en-US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IV = 0.88 x 9 = 7.92W</a:t>
            </a:r>
          </a:p>
          <a:p>
            <a:pPr marL="0" indent="0" rtl="1">
              <a:buNone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9" name="Picture 8" descr="A diagram of a circuit&#10;&#10;Description automatically generated">
            <a:extLst>
              <a:ext uri="{FF2B5EF4-FFF2-40B4-BE49-F238E27FC236}">
                <a16:creationId xmlns:a16="http://schemas.microsoft.com/office/drawing/2014/main" id="{D394E9FE-AACF-9099-17E1-188EBB737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67" y="2302822"/>
            <a:ext cx="3944317" cy="27947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2C9413-898F-BB93-56C3-6B593A4E1547}"/>
              </a:ext>
            </a:extLst>
          </p:cNvPr>
          <p:cNvSpPr txBox="1"/>
          <p:nvPr/>
        </p:nvSpPr>
        <p:spPr>
          <a:xfrm>
            <a:off x="2520851" y="3906104"/>
            <a:ext cx="7255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9 فولت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7928648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38200" y="2175504"/>
            <a:ext cx="7801646" cy="334172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معلمات الدائرة الكهرومغناطيسية:</a:t>
            </a:r>
          </a:p>
          <a:p>
            <a:pPr marL="685800" rtl="1"/>
            <a:endParaRPr lang="en-GB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SzPct val="85000"/>
            </a:pP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يُطلق على تدفق الطاقة المغناطيسية اسم </a:t>
            </a:r>
            <a:r>
              <a:rPr lang="ar" sz="22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التدفق المغناطيسي</a:t>
            </a: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  <a:r>
              <a:rPr lang="ar" sz="22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ويُقاس بوحدة الويبر (Wb).</a:t>
            </a:r>
            <a:endParaRPr lang="en-GB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buNone/>
            </a:pPr>
            <a:endParaRPr lang="en-GB" sz="2200" b="1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SzPct val="85000"/>
            </a:pPr>
            <a:r>
              <a:rPr lang="ar" sz="22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كثافة التدفق (B)</a:t>
            </a: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 - مقياس لمقدار التدفق المغناطيسي لكل مساحة وحدة. </a:t>
            </a:r>
            <a:br>
              <a:rPr lang="ar-EG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ويُقاس بوحدة تسلا (T).</a:t>
            </a:r>
            <a:endParaRPr lang="en-GB" sz="2200" spc="2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Font typeface="Wingdings" panose="05000000000000000000" pitchFamily="2" charset="2"/>
              <a:buChar char="§"/>
            </a:pPr>
            <a:endParaRPr lang="en-GB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buNone/>
            </a:pPr>
            <a:endParaRPr lang="en-GB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buNone/>
            </a:pPr>
            <a:endParaRPr lang="en-GB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buNone/>
            </a:pPr>
            <a:endParaRPr lang="en-GB" sz="2200" b="1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2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(أ2) الدوائر الكهرومغناطيسية</a:t>
            </a:r>
            <a:endParaRPr lang="en-US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934205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6751" y="2060848"/>
            <a:ext cx="8313095" cy="4248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إذا تم وضع موصل يحمل تيارًا في مجال مغناطيسي، فإن القوة تؤثر على الموصل. 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buSzPct val="85000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تتسبب هذه القوة في تحرك الموصل أو تدويره كما هو الحال في المحرك.</a:t>
            </a:r>
            <a:endParaRPr lang="en-GB" sz="2000" strike="sngStrike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buSzPct val="85000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حساب قوة الموصل باستخدام المعادلة التالية</a:t>
            </a:r>
            <a:br>
              <a:rPr lang="en-GB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F = BIL حيث إن:</a:t>
            </a:r>
            <a:endParaRPr lang="en-GB" sz="2000" i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239963" lvl="1" rtl="1">
              <a:buSzPct val="85000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F = القوى</a:t>
            </a:r>
          </a:p>
          <a:p>
            <a:pPr marL="2239963" lvl="1" rtl="1">
              <a:buSzPct val="85000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B = كثافة التدفق</a:t>
            </a:r>
          </a:p>
          <a:p>
            <a:pPr marL="2239963" lvl="1" rtl="1">
              <a:buSzPct val="85000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I = التيار</a:t>
            </a:r>
          </a:p>
          <a:p>
            <a:pPr marL="2239963" lvl="1" rtl="1">
              <a:buSzPct val="85000"/>
            </a:pPr>
            <a:r>
              <a:rPr lang="ar" sz="18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L = طول الموصل</a:t>
            </a:r>
          </a:p>
          <a:p>
            <a:pPr marL="800100" lvl="1" indent="0" rtl="1">
              <a:buNone/>
            </a:pPr>
            <a:endParaRPr lang="en-GB" sz="1800" i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الصيغ المناسبة لحل مسائل الدوائر الكهرومغناطيسية غير الروتينية:</a:t>
            </a:r>
          </a:p>
          <a:p>
            <a:pPr marL="717550" lvl="1" indent="-342900" rtl="1">
              <a:buSzPct val="85000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عزم الدوران الناتج عن عضو إنتاج بمحرك تيار مستمر بسيط (T = nBILd).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buNone/>
            </a:pP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الموصلات في المجال المغناطيسي</a:t>
            </a:r>
            <a:endParaRPr lang="en-GB" alt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958327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149725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الاستاتيكا</a:t>
            </a:r>
          </a:p>
          <a:p>
            <a:pPr marL="685800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تمثيل أنظمة الهندسة الساكنة</a:t>
            </a:r>
          </a:p>
          <a:p>
            <a:pPr marL="685800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الديناميكا</a:t>
            </a:r>
          </a:p>
          <a:p>
            <a:pPr marL="685800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السوائل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التعرف على المسائل الهندسية التي تتضمن </a:t>
            </a:r>
            <a:br>
              <a:rPr lang="en-GB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العلوم الميكانيكية</a:t>
            </a:r>
            <a:endParaRPr lang="en-US" sz="38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1996257"/>
            <a:ext cx="8208712" cy="36649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0000"/>
              </a:lnSpc>
              <a:buSzPct val="85000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الاستاتيكا هي دراسة الأنظمة الميكانيكية الساكنة 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تعريفات للأنظمة الساكنة: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10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الكتلة (m)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كمية المادة الموجودة في الجسم. وتُقاس بالكيلوغرامات (كجم).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10000"/>
              </a:lnSpc>
              <a:buSzPct val="85000"/>
            </a:pPr>
            <a:r>
              <a:rPr lang="ar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 بسبب الجاذبية (g)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- تسارع جسم يسقط بحرية بسبب جاذبية الأرض. </a:t>
            </a:r>
            <a:r>
              <a:rPr lang="en-US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g=9.81ms^-2 </a:t>
            </a:r>
          </a:p>
          <a:p>
            <a:pPr marL="1085850" lvl="1" rtl="1">
              <a:lnSpc>
                <a:spcPct val="110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الوزن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(W)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القوى الناتجة عن الجاذبية. الوزن = الكتلة × الجاذبية. ويُقاس الوزن بالنيوتن (N).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10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القوة (F)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لا يمكن رؤية القوة، ولكن يمكنك رؤية آثارها على جسم ما. وهي إما دفع أو سحب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.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وتُقاس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بالنيوتن (N). 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F=mg</a:t>
            </a:r>
          </a:p>
          <a:p>
            <a:pPr marL="685800"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(ب1) الاستاتيكا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1852241"/>
            <a:ext cx="8208712" cy="45624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4000"/>
              </a:lnSpc>
              <a:buSzPct val="85000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(تابع) تعريفات الأنظمة الساكنة: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14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عزم القوة (M)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إذا تم تطبيق قوة على مسافة من النقطة المحورية للأجسام، فإنها تخلق تأثير الدوران. هذا التأثير يسمى عزم. ويُقاس بالنيوتن متر (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Nm).</a:t>
            </a:r>
            <a: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 </a:t>
            </a:r>
            <a:r>
              <a:rPr lang="ar" sz="20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M=Fxd</a:t>
            </a:r>
            <a:endParaRPr lang="en-GB" sz="2000" i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14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(P)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القوة لكل مساحة وحدة. وبعبارة أخرى، مقدار القوة المطبقة على منطقة معينة من الجسم. ويُقاس بالباسكال (Pa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). </a:t>
            </a:r>
            <a: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sz="2000" i="1">
                <a:latin typeface="Sakkal Majalla" panose="02000000000000000000" pitchFamily="2" charset="-78"/>
                <a:cs typeface="Sakkal Majalla" panose="02000000000000000000" pitchFamily="2" charset="-78"/>
              </a:rPr>
              <a:t>P</a:t>
            </a:r>
            <a:r>
              <a:rPr lang="en-US" sz="20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=F/A</a:t>
            </a:r>
            <a:endParaRPr lang="en-US" altLang="en-US" sz="2000" i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14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الكثافة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مقدار الكتلة لكل حجم وحدة. وبمعنى آخر، مقدار المادة الموجودة في حجم معين. وتُقاس بالكيلوغرام لكل متر مكعب. </a:t>
            </a:r>
          </a:p>
          <a:p>
            <a:pPr marL="1085850" lvl="1" rtl="1">
              <a:lnSpc>
                <a:spcPct val="114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الكثافة النسبية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النسبة بين كثافة حجم معين وحجم مرجعي.</a:t>
            </a:r>
          </a:p>
          <a:p>
            <a:pPr marL="1085850" lvl="1" rtl="1">
              <a:lnSpc>
                <a:spcPct val="114000"/>
              </a:lnSpc>
              <a:buSzPct val="85000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التوازن الساكن -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لكي يظل الجسم ساكنًا، يجب أن يكون مجموع كل القوى والعزوم المؤثرة عليه مساويًا للصفر. </a:t>
            </a:r>
            <a:endParaRPr lang="en-GB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800100" lvl="1" indent="0" rtl="1">
              <a:lnSpc>
                <a:spcPct val="114000"/>
              </a:lnSpc>
              <a:buNone/>
            </a:pP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4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4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(ب1) الاستاتيكا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054354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2666E-DD7C-318E-AF60-F327A41D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556" y="1858763"/>
            <a:ext cx="847613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(ب2) تمثيل أنظمة الهندسة </a:t>
            </a:r>
            <a:b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الساكنة </a:t>
            </a:r>
            <a:br>
              <a:rPr lang="en-GB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US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11" y="2091225"/>
            <a:ext cx="8207375" cy="38784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endParaRPr lang="en-GB" alt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 هناك عدد من القوى ثنائية الأبعاد تؤثر على جسم في نفس النقطة، فيُقال إنها قوى </a:t>
            </a: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مستوية متزامنة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القوى عبارة عن كميات متجهة لأن لها مقدارًا واتجاهًا. 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2FD3D2-5262-7341-D318-414C10264DF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195513"/>
            <a:ext cx="4027487" cy="4024312"/>
          </a:xfrm>
        </p:spPr>
        <p:txBody>
          <a:bodyPr rtlCol="1"/>
          <a:lstStyle/>
          <a:p>
            <a:pPr marL="0" indent="0" rtl="1">
              <a:buNone/>
            </a:pPr>
            <a:endParaRPr lang="en-US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2666E-DD7C-318E-AF60-F327A41D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08936"/>
            <a:ext cx="8215223" cy="1094037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المتجهات لتمثيل القوى</a:t>
            </a:r>
            <a:endParaRPr lang="en-US" sz="38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206439"/>
            <a:ext cx="4027487" cy="41284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0000"/>
              </a:lnSpc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تؤثر القوتان A و B بشكل متزامن على جسم.</a:t>
            </a: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14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ستؤدي القوى إلى تحرك الجسم في الاتجاه الموضح بالسهم الأحمر المسمى C، ويُسمى ذلك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الناتج. </a:t>
            </a: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None/>
            </a:pPr>
            <a:endParaRPr lang="en-GB" altLang="en-US" sz="14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إذا تم رسم القوتين A و B وفق المقياس الصحيح، فسيكون مقدار القوة الناتج مساويًا لطول القوة الناتجة.</a:t>
            </a: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None/>
            </a:pP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0000"/>
              </a:lnSpc>
              <a:buNone/>
            </a:pP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2FD3D2-5262-7341-D318-414C10264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935" y="2196001"/>
            <a:ext cx="4041865" cy="2183799"/>
          </a:xfrm>
        </p:spPr>
        <p:txBody>
          <a:bodyPr rtlCol="1"/>
          <a:lstStyle/>
          <a:p>
            <a:pPr marL="0" indent="0" rtl="1">
              <a:buNone/>
            </a:pPr>
            <a:endParaRPr lang="en-US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84DB8C-46AB-278D-BF93-21CC02146C7D}"/>
              </a:ext>
            </a:extLst>
          </p:cNvPr>
          <p:cNvSpPr txBox="1"/>
          <p:nvPr/>
        </p:nvSpPr>
        <p:spPr>
          <a:xfrm>
            <a:off x="234480" y="4955993"/>
            <a:ext cx="433452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لكي يظل الجسم ساكنًا، يجب تطبيق قوة مساوية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في الحجم للناتج، ولكن في الاتجاه المعاكس. </a:t>
            </a:r>
            <a:br>
              <a:rPr lang="ar-EG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وتُسمى </a:t>
            </a:r>
            <a:r>
              <a:rPr lang="ar" sz="20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التوازن.</a:t>
            </a:r>
            <a:endParaRPr lang="en-US" sz="20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75E66-0E1C-9B0D-21FD-EBA1502E4F26}"/>
              </a:ext>
            </a:extLst>
          </p:cNvPr>
          <p:cNvSpPr txBox="1"/>
          <p:nvPr/>
        </p:nvSpPr>
        <p:spPr>
          <a:xfrm>
            <a:off x="797859" y="4115360"/>
            <a:ext cx="356122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استخدام المتجهات لإنتاج </a:t>
            </a:r>
            <a:br>
              <a:rPr lang="ar-EG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متوازي أضلاع للقوى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258B59-9F0F-5651-3C96-328A1B5FFD62}"/>
              </a:ext>
            </a:extLst>
          </p:cNvPr>
          <p:cNvSpPr/>
          <p:nvPr/>
        </p:nvSpPr>
        <p:spPr>
          <a:xfrm>
            <a:off x="798420" y="2073088"/>
            <a:ext cx="3541058" cy="27902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9" name="Picture 8" descr="A diagram of a triangle with a red line and a red line&#10;&#10;Description automatically generated">
            <a:extLst>
              <a:ext uri="{FF2B5EF4-FFF2-40B4-BE49-F238E27FC236}">
                <a16:creationId xmlns:a16="http://schemas.microsoft.com/office/drawing/2014/main" id="{790CC2CF-3936-33F7-F690-1BAEFA0A3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112" y="2198106"/>
            <a:ext cx="2743200" cy="194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2613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2666E-DD7C-318E-AF60-F327A41D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08936"/>
            <a:ext cx="8215223" cy="1094037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مثلث القوى</a:t>
            </a:r>
            <a:endParaRPr lang="en-US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062816" y="2195234"/>
            <a:ext cx="3612870" cy="41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4000"/>
              </a:lnSpc>
              <a:buSzPct val="85000"/>
            </a:pP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تؤثر ثلاث قوى X و Y و Z بشكل متزامن على جسم أو نقطة.</a:t>
            </a:r>
            <a:endParaRPr lang="en-GB" altLang="en-US" sz="2000" spc="2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  <a:buSzPct val="85000"/>
            </a:pP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كانت القوى في حالة توازن، </a:t>
            </a:r>
            <a:br>
              <a:rPr lang="ar-EG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إنشاء مثلث القوى.</a:t>
            </a:r>
          </a:p>
          <a:p>
            <a:pPr marL="685800" rtl="1">
              <a:lnSpc>
                <a:spcPct val="114000"/>
              </a:lnSpc>
              <a:buSzPct val="85000"/>
            </a:pP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استخدام </a:t>
            </a:r>
            <a:r>
              <a:rPr lang="ar" sz="20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مثلث القوى</a:t>
            </a: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 لتحديد مقدار واتجاه أي قوى </a:t>
            </a:r>
            <a:br>
              <a:rPr lang="ar-EG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غير معروفة في النظام.</a:t>
            </a:r>
          </a:p>
          <a:p>
            <a:pPr marL="685800" rtl="1">
              <a:lnSpc>
                <a:spcPct val="114000"/>
              </a:lnSpc>
              <a:buSzPct val="85000"/>
            </a:pP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تكون هذه إما قوة </a:t>
            </a:r>
            <a:br>
              <a:rPr lang="ar-EG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الناتج</a:t>
            </a:r>
            <a:r>
              <a:rPr lang="ar" sz="2000" spc="20">
                <a:latin typeface="Sakkal Majalla" panose="02000000000000000000" pitchFamily="2" charset="-78"/>
                <a:cs typeface="Sakkal Majalla" panose="02000000000000000000" pitchFamily="2" charset="-78"/>
              </a:rPr>
              <a:t> أو قوة</a:t>
            </a:r>
            <a:r>
              <a:rPr lang="ar" sz="2000" b="1" spc="20">
                <a:latin typeface="Sakkal Majalla" panose="02000000000000000000" pitchFamily="2" charset="-78"/>
                <a:cs typeface="Sakkal Majalla" panose="02000000000000000000" pitchFamily="2" charset="-78"/>
              </a:rPr>
              <a:t> التوازن.</a:t>
            </a:r>
            <a:endParaRPr lang="en-GB" altLang="en-US" sz="2000" spc="2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sz="18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4000"/>
              </a:lnSpc>
              <a:buNone/>
            </a:pPr>
            <a:endParaRPr lang="en-GB" altLang="en-US" sz="2000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4000"/>
              </a:lnSpc>
              <a:buNone/>
            </a:pPr>
            <a:endParaRPr lang="en-GB" altLang="en-US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spc="2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2FD3D2-5262-7341-D318-414C10264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935" y="2196001"/>
            <a:ext cx="4041865" cy="2183799"/>
          </a:xfrm>
        </p:spPr>
        <p:txBody>
          <a:bodyPr rtlCol="1"/>
          <a:lstStyle/>
          <a:p>
            <a:pPr marL="0" indent="0" algn="ctr" rtl="1">
              <a:buNone/>
            </a:pPr>
            <a:endParaRPr lang="en-US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endParaRPr lang="en-US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072513F-3AEE-2D0D-8EB3-31C0997B3485}"/>
              </a:ext>
            </a:extLst>
          </p:cNvPr>
          <p:cNvGrpSpPr/>
          <p:nvPr/>
        </p:nvGrpSpPr>
        <p:grpSpPr>
          <a:xfrm flipH="1">
            <a:off x="565688" y="2717726"/>
            <a:ext cx="4370522" cy="3101531"/>
            <a:chOff x="4207790" y="2717726"/>
            <a:chExt cx="4370522" cy="3101531"/>
          </a:xfrm>
        </p:grpSpPr>
        <p:pic>
          <p:nvPicPr>
            <p:cNvPr id="3" name="Picture 2" descr="A diagram of a diagram&#10;&#10;Description automatically generated">
              <a:extLst>
                <a:ext uri="{FF2B5EF4-FFF2-40B4-BE49-F238E27FC236}">
                  <a16:creationId xmlns:a16="http://schemas.microsoft.com/office/drawing/2014/main" id="{DF227F09-D8E6-B126-2E21-9A05643F6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07790" y="2717726"/>
              <a:ext cx="4370522" cy="310153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383D1B-106A-883B-EC47-1E4F62AE5F16}"/>
                </a:ext>
              </a:extLst>
            </p:cNvPr>
            <p:cNvSpPr txBox="1"/>
            <p:nvPr/>
          </p:nvSpPr>
          <p:spPr>
            <a:xfrm>
              <a:off x="4423475" y="3241729"/>
              <a:ext cx="813660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6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القوة Y</a:t>
              </a:r>
              <a:endParaRPr lang="en-GB" sz="16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7E8556-C4BF-31BC-F66D-A936817EE911}"/>
                </a:ext>
              </a:extLst>
            </p:cNvPr>
            <p:cNvSpPr txBox="1"/>
            <p:nvPr/>
          </p:nvSpPr>
          <p:spPr>
            <a:xfrm>
              <a:off x="5766661" y="3177152"/>
              <a:ext cx="891151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6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القوة X</a:t>
              </a:r>
              <a:endParaRPr lang="en-GB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506319-B05C-9019-F19E-123FDA7C19B1}"/>
                </a:ext>
              </a:extLst>
            </p:cNvPr>
            <p:cNvSpPr txBox="1"/>
            <p:nvPr/>
          </p:nvSpPr>
          <p:spPr>
            <a:xfrm>
              <a:off x="4914254" y="4094135"/>
              <a:ext cx="916982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6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القوة Z</a:t>
              </a:r>
              <a:endParaRPr lang="en-GB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35DC9CA-D0CE-5AA6-68D8-6A878E6A97F5}"/>
                </a:ext>
              </a:extLst>
            </p:cNvPr>
            <p:cNvSpPr txBox="1"/>
            <p:nvPr/>
          </p:nvSpPr>
          <p:spPr>
            <a:xfrm>
              <a:off x="5986219" y="4507422"/>
              <a:ext cx="916982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6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القوة Z</a:t>
              </a:r>
              <a:endParaRPr lang="en-GB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0B39C9-D800-0FA5-361E-82D5160A6F7C}"/>
                </a:ext>
              </a:extLst>
            </p:cNvPr>
            <p:cNvSpPr txBox="1"/>
            <p:nvPr/>
          </p:nvSpPr>
          <p:spPr>
            <a:xfrm>
              <a:off x="7238999" y="5269423"/>
              <a:ext cx="916982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6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القوة X</a:t>
              </a:r>
              <a:endParaRPr lang="en-GB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D41108E-F80D-7885-6B40-BD1F14D8BD6B}"/>
                </a:ext>
              </a:extLst>
            </p:cNvPr>
            <p:cNvSpPr txBox="1"/>
            <p:nvPr/>
          </p:nvSpPr>
          <p:spPr>
            <a:xfrm>
              <a:off x="7458559" y="4119965"/>
              <a:ext cx="916982" cy="338554"/>
            </a:xfrm>
            <a:prstGeom prst="rect">
              <a:avLst/>
            </a:prstGeom>
            <a:solidFill>
              <a:srgbClr val="00B0F0"/>
            </a:solidFill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6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القوة Y</a:t>
              </a:r>
              <a:endParaRPr lang="en-GB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45966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2666E-DD7C-318E-AF60-F327A41D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8083"/>
            <a:ext cx="8215223" cy="1094037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الكمرات بسيطة الارتكاز</a:t>
            </a:r>
            <a:endParaRPr lang="en-US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10670" y="4313705"/>
            <a:ext cx="8812398" cy="41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يعرض الرسم التخطيطي كمرة بسيطة الارتكاز. وهذا يعني أنها ترتكز على دعامات في كل طرف.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هناك قوتان لرد الفعل، RL و RR، وحملين مركزين 50 كيلو نيوتن و 100 كيلو نيوتن.</a:t>
            </a:r>
          </a:p>
          <a:p>
            <a:pPr marL="685800"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الكمرة في حالة توازن مما يعني أن القوى الصاعدة = القوى الهابطة</a:t>
            </a:r>
          </a:p>
          <a:p>
            <a:pPr marL="685800"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في بعض الأحيان يكون هناك حمل يتوزع بالتساوي على طول الكمرة بأكملها أو جزء منها وهذا ما يسمى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بالحمل الموزع المنتظم (UDL)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None/>
            </a:pPr>
            <a:endParaRPr lang="en-GB" altLang="en-US" sz="20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0000"/>
              </a:lnSpc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7C353F-8AF7-CC9F-83CF-C3E4DA325D50}"/>
              </a:ext>
            </a:extLst>
          </p:cNvPr>
          <p:cNvGrpSpPr/>
          <p:nvPr/>
        </p:nvGrpSpPr>
        <p:grpSpPr>
          <a:xfrm>
            <a:off x="2427223" y="1808334"/>
            <a:ext cx="4648200" cy="2307336"/>
            <a:chOff x="2020824" y="1764792"/>
            <a:chExt cx="4648200" cy="2307336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B5B6AC-9885-A0E6-36C3-6E0612FC55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20824" y="1764792"/>
              <a:ext cx="4648200" cy="1664208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A49F607-D175-3A8B-50F7-945ED1151813}"/>
                </a:ext>
              </a:extLst>
            </p:cNvPr>
            <p:cNvSpPr/>
            <p:nvPr/>
          </p:nvSpPr>
          <p:spPr>
            <a:xfrm>
              <a:off x="4460529" y="3560064"/>
              <a:ext cx="2063496" cy="512064"/>
            </a:xfrm>
            <a:prstGeom prst="rect">
              <a:avLst/>
            </a:prstGeom>
            <a:solidFill>
              <a:srgbClr val="FFFFFF"/>
            </a:solidFill>
          </p:spPr>
          <p:txBody>
            <a:bodyPr lIns="0" tIns="0" rIns="0" bIns="0" rtlCol="1">
              <a:noAutofit/>
            </a:bodyPr>
            <a:lstStyle/>
            <a:p>
              <a:pPr indent="0" rtl="1">
                <a:lnSpc>
                  <a:spcPct val="108000"/>
                </a:lnSpc>
              </a:pPr>
              <a:r>
                <a:rPr lang="ar" sz="19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RL = رد الفعل الأيسر </a:t>
              </a:r>
              <a:endParaRPr lang="en-US" sz="19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indent="0" rtl="1">
                <a:lnSpc>
                  <a:spcPct val="108000"/>
                </a:lnSpc>
              </a:pPr>
              <a:r>
                <a:rPr lang="ar" sz="19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RR = رد الفعل الأيمن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B283487-0CB0-CA9C-F99E-444F9D609975}"/>
                </a:ext>
              </a:extLst>
            </p:cNvPr>
            <p:cNvSpPr/>
            <p:nvPr/>
          </p:nvSpPr>
          <p:spPr>
            <a:xfrm>
              <a:off x="4389120" y="2185416"/>
              <a:ext cx="310896" cy="176784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rtl="1"/>
              <a:r>
                <a:rPr lang="ar" sz="1300">
                  <a:solidFill>
                    <a:srgbClr val="444444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4م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2354B8-6134-EDBF-5FF5-DE6EABCFA0A7}"/>
                </a:ext>
              </a:extLst>
            </p:cNvPr>
            <p:cNvSpPr/>
            <p:nvPr/>
          </p:nvSpPr>
          <p:spPr>
            <a:xfrm>
              <a:off x="5068824" y="1901952"/>
              <a:ext cx="502920" cy="179832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algn="r" rtl="1"/>
              <a:r>
                <a:rPr lang="ar" sz="1300">
                  <a:solidFill>
                    <a:srgbClr val="31303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100 كيلو نيوتن</a:t>
              </a:r>
              <a:endParaRPr lang="en-US" sz="1300" dirty="0">
                <a:solidFill>
                  <a:srgbClr val="31303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621214A-D3AF-94E6-0F8E-AC833184BB99}"/>
                </a:ext>
              </a:extLst>
            </p:cNvPr>
            <p:cNvSpPr/>
            <p:nvPr/>
          </p:nvSpPr>
          <p:spPr>
            <a:xfrm>
              <a:off x="3557016" y="1905000"/>
              <a:ext cx="429768" cy="176784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rtl="1"/>
              <a:r>
                <a:rPr lang="ar" sz="1300">
                  <a:solidFill>
                    <a:srgbClr val="444444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50 كيلو نيوتن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36B5E0D-E1D8-CF75-A7E0-797111C7B80D}"/>
                </a:ext>
              </a:extLst>
            </p:cNvPr>
            <p:cNvSpPr/>
            <p:nvPr/>
          </p:nvSpPr>
          <p:spPr>
            <a:xfrm>
              <a:off x="2834640" y="2179320"/>
              <a:ext cx="313944" cy="170688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rtl="1"/>
              <a:r>
                <a:rPr lang="ar" sz="1300">
                  <a:solidFill>
                    <a:srgbClr val="31303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4 م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038754C-6CED-2A9E-2BEC-F7572646C075}"/>
                </a:ext>
              </a:extLst>
            </p:cNvPr>
            <p:cNvSpPr/>
            <p:nvPr/>
          </p:nvSpPr>
          <p:spPr>
            <a:xfrm>
              <a:off x="5718048" y="2185416"/>
              <a:ext cx="310896" cy="176784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algn="r" rtl="1"/>
              <a:r>
                <a:rPr lang="ar" sz="1300">
                  <a:solidFill>
                    <a:srgbClr val="31303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3 م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E9906F-CBAA-0A36-AEFF-651F7F99F60E}"/>
                </a:ext>
              </a:extLst>
            </p:cNvPr>
            <p:cNvSpPr/>
            <p:nvPr/>
          </p:nvSpPr>
          <p:spPr>
            <a:xfrm>
              <a:off x="6132576" y="3227832"/>
              <a:ext cx="231648" cy="213360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algn="r" rtl="1"/>
              <a:r>
                <a:rPr lang="ar" sz="1300">
                  <a:solidFill>
                    <a:srgbClr val="31303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RR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341619-F4E6-7F8A-9856-08A00D476D83}"/>
                </a:ext>
              </a:extLst>
            </p:cNvPr>
            <p:cNvSpPr/>
            <p:nvPr/>
          </p:nvSpPr>
          <p:spPr>
            <a:xfrm>
              <a:off x="4142232" y="2895600"/>
              <a:ext cx="381000" cy="192024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rtl="1"/>
              <a:r>
                <a:rPr lang="ar" sz="1300">
                  <a:solidFill>
                    <a:srgbClr val="444444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11 م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494321C-34CB-3197-92A6-22A415CEF3DB}"/>
                </a:ext>
              </a:extLst>
            </p:cNvPr>
            <p:cNvSpPr/>
            <p:nvPr/>
          </p:nvSpPr>
          <p:spPr>
            <a:xfrm>
              <a:off x="2252472" y="3224784"/>
              <a:ext cx="234696" cy="204216"/>
            </a:xfrm>
            <a:prstGeom prst="rect">
              <a:avLst/>
            </a:prstGeom>
            <a:solidFill>
              <a:srgbClr val="FFFFFF"/>
            </a:solidFill>
          </p:spPr>
          <p:txBody>
            <a:bodyPr wrap="none" lIns="0" tIns="0" rIns="0" bIns="0" rtlCol="1">
              <a:noAutofit/>
            </a:bodyPr>
            <a:lstStyle/>
            <a:p>
              <a:pPr indent="0" rtl="1"/>
              <a:r>
                <a:rPr lang="ar" sz="1300">
                  <a:solidFill>
                    <a:srgbClr val="31303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RL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64513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32666E-DD7C-318E-AF60-F327A41D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11110"/>
            <a:ext cx="8215223" cy="1094037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الكمرات بسيطة الارتكاز ذات الأحمال المركزة المدمجة والأحمال الموزعة المنتظمة</a:t>
            </a:r>
            <a:endParaRPr lang="en-US" sz="3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-2241" y="4370855"/>
            <a:ext cx="9025309" cy="24027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أحيانًا إلى إكمال العمليات الحسابية باستخدام الأحمال المركزة والأحمال الموزعة المنتظمة.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لإيجاد قوى رد الفعل تحتاج إلى استخدام مبدأ </a:t>
            </a: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العزوم.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كانت الكمرة في حالة توازن، فإن العزم في اتجاه عقارب الساعة وعكس اتجاه عقارب الساعة سيكون متساويًا.</a:t>
            </a:r>
          </a:p>
          <a:p>
            <a:pPr marL="685800" rtl="1"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سيساوي مجموع قوى رد الفعل أيضًا مجموع الأحمال.</a:t>
            </a:r>
          </a:p>
          <a:p>
            <a:pPr indent="0" rtl="1">
              <a:buNone/>
            </a:pPr>
            <a:endParaRPr lang="en-GB" altLang="en-US" sz="1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تمرين تقييمي:</a:t>
            </a: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 احسب قوى رد الفعل للكمرة.</a:t>
            </a:r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8317BD-3FB7-1400-B0CD-FD20BBCC1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224" y="2460879"/>
            <a:ext cx="4709160" cy="199948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2EAC851-6CCC-19EB-8DFA-E9B3544CDE6A}"/>
              </a:ext>
            </a:extLst>
          </p:cNvPr>
          <p:cNvSpPr/>
          <p:nvPr/>
        </p:nvSpPr>
        <p:spPr>
          <a:xfrm>
            <a:off x="4733544" y="2265807"/>
            <a:ext cx="695706" cy="153543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20 كيلو نيوتن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3C168D-AE1F-4D15-53DD-2B0145EFC3A2}"/>
              </a:ext>
            </a:extLst>
          </p:cNvPr>
          <p:cNvSpPr/>
          <p:nvPr/>
        </p:nvSpPr>
        <p:spPr>
          <a:xfrm>
            <a:off x="6059423" y="2616327"/>
            <a:ext cx="884301" cy="231648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5 كيلو نيوتن/م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26AF0-C898-D79F-8758-10C912FAD256}"/>
              </a:ext>
            </a:extLst>
          </p:cNvPr>
          <p:cNvSpPr/>
          <p:nvPr/>
        </p:nvSpPr>
        <p:spPr>
          <a:xfrm>
            <a:off x="5547360" y="3515487"/>
            <a:ext cx="487680" cy="21031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2.5 متر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5802F8-E0CF-1455-5B01-3FCCF27C242A}"/>
              </a:ext>
            </a:extLst>
          </p:cNvPr>
          <p:cNvSpPr/>
          <p:nvPr/>
        </p:nvSpPr>
        <p:spPr>
          <a:xfrm>
            <a:off x="3831336" y="3521583"/>
            <a:ext cx="332232" cy="18897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3 متر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4F42F2-2F08-F354-8FF2-6852E90555B5}"/>
              </a:ext>
            </a:extLst>
          </p:cNvPr>
          <p:cNvSpPr/>
          <p:nvPr/>
        </p:nvSpPr>
        <p:spPr>
          <a:xfrm>
            <a:off x="2578608" y="3515487"/>
            <a:ext cx="280416" cy="22250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1 متر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176CA6-79E0-9D0D-4FEC-ED55E1F1E368}"/>
              </a:ext>
            </a:extLst>
          </p:cNvPr>
          <p:cNvSpPr/>
          <p:nvPr/>
        </p:nvSpPr>
        <p:spPr>
          <a:xfrm>
            <a:off x="2847594" y="2265807"/>
            <a:ext cx="695706" cy="153543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-EG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10</a:t>
            </a:r>
            <a:r>
              <a:rPr lang="ar" sz="1600" b="1">
                <a:latin typeface="Sakkal Majalla" panose="02000000000000000000" pitchFamily="2" charset="-78"/>
                <a:cs typeface="Sakkal Majalla" panose="02000000000000000000" pitchFamily="2" charset="-78"/>
              </a:rPr>
              <a:t> كيلو نيوتن</a:t>
            </a:r>
          </a:p>
        </p:txBody>
      </p:sp>
    </p:spTree>
    <p:extLst>
      <p:ext uri="{BB962C8B-B14F-4D97-AF65-F5344CB8AC3E}">
        <p14:creationId xmlns:p14="http://schemas.microsoft.com/office/powerpoint/2010/main" val="21087523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1852241"/>
            <a:ext cx="8208712" cy="45624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lnSpc>
                <a:spcPct val="120000"/>
              </a:lnSpc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الديناميكا هي دراسة الأنظمة الميكانيكية المتحركة 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20000"/>
              </a:lnSpc>
              <a:buSzPct val="85000"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تعريفات للأنظمة الديناميكية: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2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الإزاحة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كمية متجهة تشير إلى مدى تغيير موضع الجسم بالنسبة إلى نقطة ثابتة.  </a:t>
            </a:r>
          </a:p>
          <a:p>
            <a:pPr marL="1085850" lvl="1" rtl="1">
              <a:lnSpc>
                <a:spcPct val="12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المسافة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كمية قياسية تشير إلى المسافة الإجمالية التي يقطعها جسم بغض النظر عن الاتجاه</a:t>
            </a: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lnSpc>
                <a:spcPct val="12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كمية غير متجهة، أي ليس لديها اتجاه. وهي المعدل الذي تتغير به المسافة. وتُقاس بالمتر في الثانية. </a:t>
            </a:r>
          </a:p>
          <a:p>
            <a:pPr marL="1085850" lvl="1" rtl="1">
              <a:lnSpc>
                <a:spcPct val="12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الاتجاهية (v)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كمية متجهة لأنها تحتوي على كل من الحجم والاتجاه. وهي المعدل الذي تتغير به الإزاحة وتُقاس بالمتر في الثانية.</a:t>
            </a:r>
          </a:p>
          <a:p>
            <a:pPr marL="1085850" lvl="1" rtl="1">
              <a:lnSpc>
                <a:spcPct val="12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 (a)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المعدل الذي تتغير به السرعة الاتجاهية للجسم. إذا كان معدل التغيير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موجبًا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، فإنه يسمى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، ولكن إذا كان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سالبًا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، فإنه يسمى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التباطؤ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. ويُقاس التسارع والتباطؤ بالمتر في الثانية لكل ثانية.  </a:t>
            </a:r>
          </a:p>
          <a:p>
            <a:pPr marL="1085850" lvl="1" rtl="1">
              <a:lnSpc>
                <a:spcPct val="12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هو عندما يتسارع الجسم، </a:t>
            </a: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والتباطؤ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هو عندما يتباطأ الجسم.</a:t>
            </a:r>
          </a:p>
          <a:p>
            <a:pPr indent="0" rtl="1">
              <a:lnSpc>
                <a:spcPct val="12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2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2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20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20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(ب3) الديناميكا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148793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551722" y="1852241"/>
            <a:ext cx="7088124" cy="45624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indent="-628650" rtl="1">
              <a:lnSpc>
                <a:spcPct val="114000"/>
              </a:lnSpc>
              <a:buSzPct val="85000"/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(تابع) تعريفات الأنظمة الديناميكية: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28650" lvl="1" indent="-342900" rtl="1">
              <a:lnSpc>
                <a:spcPct val="114000"/>
              </a:lnSpc>
              <a:buSzPct val="85000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الشغل المبذول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(W)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تنتقل الطاقة عندما يتحرك جسم بفعل قوة. وهذا النقل للطاقة 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يسمى </a:t>
            </a:r>
            <a:br>
              <a:rPr lang="ar-EG" sz="18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الشغل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المبذول. وهو يساوي القوة مضروبة في المسافة المقطوعة.</a:t>
            </a:r>
          </a:p>
          <a:p>
            <a:pPr marL="628650" lvl="1" indent="-342900" rtl="1">
              <a:lnSpc>
                <a:spcPct val="114000"/>
              </a:lnSpc>
              <a:buSzPct val="85000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طاقة الوضع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أي جسم على ارتفاع فوق سطح الأرض يحتوي على طاقة مخزنة فيه (طاقة وضع). وترتبط كمية طاقة الوضع المخزنة بالارتفاع فوق سطح الجسم.  وتُقاس بالجول (J).</a:t>
            </a:r>
          </a:p>
          <a:p>
            <a:pPr marL="628650" lvl="1" indent="-342900" rtl="1">
              <a:lnSpc>
                <a:spcPct val="114000"/>
              </a:lnSpc>
              <a:buSzPct val="85000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الطاقة الحركية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أي جسم متحرك لديه طاقة حركية. وتتناسب كمية الطاقة الحركية 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للجسم </a:t>
            </a:r>
            <a:br>
              <a:rPr lang="ar-EG" sz="18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مع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مربع سرعته. وتُقاس بالجول (J). </a:t>
            </a:r>
          </a:p>
          <a:p>
            <a:pPr marL="628650" lvl="1" indent="-342900" rtl="1">
              <a:lnSpc>
                <a:spcPct val="114000"/>
              </a:lnSpc>
              <a:buSzPct val="85000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القدرة (P)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معدل نقل الطاقة. وتساوي القدرة الشغل المبذول مقسومًا على الوقت. 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وتُقاس </a:t>
            </a:r>
            <a:br>
              <a:rPr lang="ar-EG" sz="18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بالوات 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(W).</a:t>
            </a:r>
          </a:p>
          <a:p>
            <a:pPr marL="628650" lvl="1" indent="-342900" rtl="1">
              <a:lnSpc>
                <a:spcPct val="114000"/>
              </a:lnSpc>
              <a:buSzPct val="85000"/>
            </a:pP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معامل الحد من الاحتكاك (</a:t>
            </a:r>
            <a:r>
              <a:rPr lang="en-US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μ = F/R</a:t>
            </a:r>
            <a:r>
              <a:rPr lang="ar" sz="1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)</a:t>
            </a:r>
            <a:r>
              <a:rPr lang="ar" sz="1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- يمثل معامل الحد من الاحتكاك العلاقة بين قوة الاحتكاك القصوى (F) وقوة رد الفعل العادية (R) لجسم على وشك التحرك</a:t>
            </a:r>
          </a:p>
          <a:p>
            <a:pPr marL="800100" lvl="1" indent="0" rtl="1">
              <a:lnSpc>
                <a:spcPct val="114000"/>
              </a:lnSpc>
              <a:buNone/>
            </a:pP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4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lnSpc>
                <a:spcPct val="114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lnSpc>
                <a:spcPct val="114000"/>
              </a:lnSpc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>
              <a:lnSpc>
                <a:spcPct val="114000"/>
              </a:lnSpc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(ب3) الديناميكا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2" name="Picture 1" descr="A black and white math equation&#10;&#10;Description automatically generated">
            <a:extLst>
              <a:ext uri="{FF2B5EF4-FFF2-40B4-BE49-F238E27FC236}">
                <a16:creationId xmlns:a16="http://schemas.microsoft.com/office/drawing/2014/main" id="{EB2ACF6B-B8E6-8A96-485C-36D3BC76A4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28" y="3797185"/>
            <a:ext cx="1306606" cy="582146"/>
          </a:xfrm>
          <a:prstGeom prst="rect">
            <a:avLst/>
          </a:prstGeom>
        </p:spPr>
      </p:pic>
      <p:pic>
        <p:nvPicPr>
          <p:cNvPr id="3" name="Picture 2" descr="A black and white image of a number&#10;&#10;Description automatically generated">
            <a:extLst>
              <a:ext uri="{FF2B5EF4-FFF2-40B4-BE49-F238E27FC236}">
                <a16:creationId xmlns:a16="http://schemas.microsoft.com/office/drawing/2014/main" id="{67F937A8-1B88-ADF3-2AB5-B30D49B7E7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97" y="3161495"/>
            <a:ext cx="1248896" cy="3625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6882C0-6368-84F5-D598-8226C5FF5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68" y="2492188"/>
            <a:ext cx="1044389" cy="2599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7548D2-D168-8996-36EE-5A3D382E61E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1395" b="1887"/>
          <a:stretch/>
        </p:blipFill>
        <p:spPr>
          <a:xfrm>
            <a:off x="617747" y="4533852"/>
            <a:ext cx="929225" cy="57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4053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B910-5638-3C3D-2FD6-5C499A6E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1000800"/>
          </a:xfrm>
        </p:spPr>
        <p:txBody>
          <a:bodyPr rtlCol="1"/>
          <a:lstStyle/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الرسوم البيانية لتمثيل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الديناميكية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EE39EA-62E1-EA3B-1FCA-70CEB634DA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69639" y="2167426"/>
            <a:ext cx="2988423" cy="763025"/>
          </a:xfrm>
        </p:spPr>
        <p:txBody>
          <a:bodyPr rtlCol="1"/>
          <a:lstStyle/>
          <a:p>
            <a:pPr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رسم بياني للمسافة - الوقت</a:t>
            </a: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219CFC1-23EA-EFC8-3BDC-B174EAABEC94}"/>
              </a:ext>
            </a:extLst>
          </p:cNvPr>
          <p:cNvSpPr txBox="1">
            <a:spLocks/>
          </p:cNvSpPr>
          <p:nvPr/>
        </p:nvSpPr>
        <p:spPr bwMode="auto">
          <a:xfrm>
            <a:off x="1724525" y="2156698"/>
            <a:ext cx="3822191" cy="76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marL="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4572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9144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800" b="1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3716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600" b="1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1828800" indent="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600" b="1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2860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6pPr>
            <a:lvl7pPr marL="27432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7pPr>
            <a:lvl8pPr marL="32004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8pPr>
            <a:lvl9pPr marL="3657600" indent="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600" b="1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" sz="2200" kern="0">
                <a:latin typeface="Sakkal Majalla" panose="02000000000000000000" pitchFamily="2" charset="-78"/>
                <a:cs typeface="Sakkal Majalla" panose="02000000000000000000" pitchFamily="2" charset="-78"/>
              </a:rPr>
              <a:t>رسم بياني للإزاحة - الوقت</a:t>
            </a:r>
            <a:endParaRPr lang="en-US" sz="2200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5DE53D-E265-BD41-098E-57A6DFD28797}"/>
              </a:ext>
            </a:extLst>
          </p:cNvPr>
          <p:cNvSpPr txBox="1"/>
          <p:nvPr/>
        </p:nvSpPr>
        <p:spPr>
          <a:xfrm>
            <a:off x="3072859" y="5657463"/>
            <a:ext cx="2111284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حساب متوسط السرعة الاتجاهية باستخدام التغيير في الإزاحة مقسومًا على الوقت المستغرق.</a:t>
            </a:r>
            <a:endParaRPr lang="en-GB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6" name="Content Placeholder 5" descr="A graph with a line graph&#10;&#10;Description automatically generated">
            <a:extLst>
              <a:ext uri="{FF2B5EF4-FFF2-40B4-BE49-F238E27FC236}">
                <a16:creationId xmlns:a16="http://schemas.microsoft.com/office/drawing/2014/main" id="{1B3AA88F-3C80-B6F0-3DAA-71B25D869F4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/>
          <a:stretch>
            <a:fillRect/>
          </a:stretch>
        </p:blipFill>
        <p:spPr>
          <a:xfrm>
            <a:off x="5746103" y="2973048"/>
            <a:ext cx="3291897" cy="2336452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E63A03E-BDCB-D12C-6C9A-71EA9785D322}"/>
              </a:ext>
            </a:extLst>
          </p:cNvPr>
          <p:cNvGrpSpPr/>
          <p:nvPr/>
        </p:nvGrpSpPr>
        <p:grpSpPr>
          <a:xfrm>
            <a:off x="457200" y="2818554"/>
            <a:ext cx="4808574" cy="2909460"/>
            <a:chOff x="3665350" y="2847129"/>
            <a:chExt cx="4808574" cy="290946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49E502-B48F-C95A-FB0A-6F4E7DE64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65350" y="2847129"/>
              <a:ext cx="3466453" cy="241652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9257F7B-5114-6093-6398-E13CA5384F0E}"/>
                </a:ext>
              </a:extLst>
            </p:cNvPr>
            <p:cNvSpPr txBox="1"/>
            <p:nvPr/>
          </p:nvSpPr>
          <p:spPr>
            <a:xfrm>
              <a:off x="7126300" y="3213050"/>
              <a:ext cx="1347624" cy="203132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انحدار الخط يمثل السرعة الاتجاهية.</a:t>
              </a:r>
            </a:p>
            <a:p>
              <a:pPr rtl="1"/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الانحدار الموجب يبتعد عن نقطة البداية.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الانحدار السالب يتجه نحو نقطة البداية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125645-2616-DF54-7D76-598DB80A6A35}"/>
                </a:ext>
              </a:extLst>
            </p:cNvPr>
            <p:cNvSpPr txBox="1"/>
            <p:nvPr/>
          </p:nvSpPr>
          <p:spPr>
            <a:xfrm>
              <a:off x="4147447" y="5233369"/>
              <a:ext cx="1940878" cy="52322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يشير الخط المسطح إلى أن الجسم لم يتحرك بعيدًا عن نقطة البداية.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3C3A304-894E-7A0B-BDBA-F8984EFAEB86}"/>
                </a:ext>
              </a:extLst>
            </p:cNvPr>
            <p:cNvCxnSpPr/>
            <p:nvPr/>
          </p:nvCxnSpPr>
          <p:spPr>
            <a:xfrm flipH="1" flipV="1">
              <a:off x="4718366" y="4578762"/>
              <a:ext cx="158797" cy="69103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74B10C9-D4F2-1BA0-FFB1-8320F0880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1522" y="3403696"/>
              <a:ext cx="915129" cy="25717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017C66AF-8830-D3D0-9F93-BF90FD6302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43236" y="4037800"/>
              <a:ext cx="1485026" cy="1029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F6D8027-EE41-ED76-66C3-A71341E496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5430" y="4585742"/>
              <a:ext cx="406514" cy="17542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295599F-67AA-A04D-0F76-500BC9DAACA0}"/>
                </a:ext>
              </a:extLst>
            </p:cNvPr>
            <p:cNvCxnSpPr/>
            <p:nvPr/>
          </p:nvCxnSpPr>
          <p:spPr>
            <a:xfrm flipV="1">
              <a:off x="5038896" y="3421857"/>
              <a:ext cx="1097585" cy="14286"/>
            </a:xfrm>
            <a:prstGeom prst="straightConnector1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2AAE4C1-1501-058D-46C9-AD22835979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781" y="4179093"/>
              <a:ext cx="497200" cy="7143"/>
            </a:xfrm>
            <a:prstGeom prst="straightConnector1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00C36D1E-753F-D099-D41C-C82F21A28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704" y="3171825"/>
              <a:ext cx="1" cy="257176"/>
            </a:xfrm>
            <a:prstGeom prst="straightConnector1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C12D905-E0E4-7BEC-EDA9-737B3ADDFE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4981" y="3172933"/>
              <a:ext cx="8562" cy="1036644"/>
            </a:xfrm>
            <a:prstGeom prst="straightConnector1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54DFED9-3100-36DA-D07E-33FEC976745E}"/>
                </a:ext>
              </a:extLst>
            </p:cNvPr>
            <p:cNvCxnSpPr/>
            <p:nvPr/>
          </p:nvCxnSpPr>
          <p:spPr>
            <a:xfrm flipH="1">
              <a:off x="5302572" y="3426729"/>
              <a:ext cx="1650" cy="75347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A6D6659-D43A-0597-CE1A-EC39C7022EE5}"/>
                </a:ext>
              </a:extLst>
            </p:cNvPr>
            <p:cNvCxnSpPr/>
            <p:nvPr/>
          </p:nvCxnSpPr>
          <p:spPr>
            <a:xfrm flipV="1">
              <a:off x="5591518" y="3291490"/>
              <a:ext cx="596671" cy="577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A18C284-BCAD-1A6C-EDFC-8BDF65AE836F}"/>
                </a:ext>
              </a:extLst>
            </p:cNvPr>
            <p:cNvSpPr txBox="1"/>
            <p:nvPr/>
          </p:nvSpPr>
          <p:spPr>
            <a:xfrm>
              <a:off x="4407977" y="3599452"/>
              <a:ext cx="944110" cy="2404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r" rtl="1">
                <a:lnSpc>
                  <a:spcPct val="95000"/>
                </a:lnSpc>
              </a:pPr>
              <a:r>
                <a:rPr lang="ar" sz="10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التغيير في الإزاحة</a:t>
              </a:r>
              <a:endParaRPr lang="en-US" sz="10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237052-3FA1-C492-6373-2A7E62D5B387}"/>
                </a:ext>
              </a:extLst>
            </p:cNvPr>
            <p:cNvSpPr txBox="1"/>
            <p:nvPr/>
          </p:nvSpPr>
          <p:spPr>
            <a:xfrm>
              <a:off x="5567482" y="2968120"/>
              <a:ext cx="630508" cy="38664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>
                <a:lnSpc>
                  <a:spcPct val="95000"/>
                </a:lnSpc>
              </a:pPr>
              <a:r>
                <a:rPr lang="ar" sz="100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الوقت المستغرق</a:t>
              </a:r>
              <a:endParaRPr lang="en-GB" sz="10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982575D-C53B-655B-7727-013858C829BD}"/>
                </a:ext>
              </a:extLst>
            </p:cNvPr>
            <p:cNvCxnSpPr/>
            <p:nvPr/>
          </p:nvCxnSpPr>
          <p:spPr>
            <a:xfrm>
              <a:off x="4114799" y="2971799"/>
              <a:ext cx="914399" cy="914399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76A6792-1B8B-B401-4F7F-0C23BA2B106B}"/>
                </a:ext>
              </a:extLst>
            </p:cNvPr>
            <p:cNvCxnSpPr/>
            <p:nvPr/>
          </p:nvCxnSpPr>
          <p:spPr>
            <a:xfrm>
              <a:off x="4257674" y="3114674"/>
              <a:ext cx="914399" cy="914399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BED1789-11A0-A635-A29D-01ED1BE0927F}"/>
                </a:ext>
              </a:extLst>
            </p:cNvPr>
            <p:cNvCxnSpPr/>
            <p:nvPr/>
          </p:nvCxnSpPr>
          <p:spPr>
            <a:xfrm>
              <a:off x="4400549" y="3257549"/>
              <a:ext cx="914399" cy="914399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 descr="A red line on a black background&#10;&#10;Description automatically generated">
              <a:extLst>
                <a:ext uri="{FF2B5EF4-FFF2-40B4-BE49-F238E27FC236}">
                  <a16:creationId xmlns:a16="http://schemas.microsoft.com/office/drawing/2014/main" id="{918A957C-C666-7D3D-E742-D43CDCEA7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44512" y="3294036"/>
              <a:ext cx="639145" cy="1535624"/>
            </a:xfrm>
            <a:prstGeom prst="rect">
              <a:avLst/>
            </a:prstGeom>
          </p:spPr>
        </p:pic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C186EAC-174F-DAAA-16B2-212BC54EB52E}"/>
              </a:ext>
            </a:extLst>
          </p:cNvPr>
          <p:cNvSpPr/>
          <p:nvPr/>
        </p:nvSpPr>
        <p:spPr>
          <a:xfrm>
            <a:off x="2151961" y="4981549"/>
            <a:ext cx="569976" cy="21336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1300">
                <a:solidFill>
                  <a:srgbClr val="31303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الوقت (ثانية)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C046F-8475-B60F-C0B6-D6DADDEAE57C}"/>
              </a:ext>
            </a:extLst>
          </p:cNvPr>
          <p:cNvSpPr/>
          <p:nvPr/>
        </p:nvSpPr>
        <p:spPr>
          <a:xfrm>
            <a:off x="696853" y="3467836"/>
            <a:ext cx="164592" cy="883920"/>
          </a:xfrm>
          <a:prstGeom prst="rect">
            <a:avLst/>
          </a:prstGeom>
          <a:solidFill>
            <a:srgbClr val="FFFFFF"/>
          </a:solidFill>
        </p:spPr>
        <p:txBody>
          <a:bodyPr vert="vert270" wrap="none" lIns="0" tIns="0" rIns="0" bIns="0" rtlCol="1">
            <a:noAutofit/>
          </a:bodyPr>
          <a:lstStyle/>
          <a:p>
            <a:pPr indent="0" algn="ctr" rtl="1"/>
            <a:r>
              <a:rPr lang="ar" sz="1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المسافة (م)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4DD8B2-CF1E-453D-49A8-64608B60F4FB}"/>
              </a:ext>
            </a:extLst>
          </p:cNvPr>
          <p:cNvSpPr/>
          <p:nvPr/>
        </p:nvSpPr>
        <p:spPr>
          <a:xfrm>
            <a:off x="5844843" y="3729801"/>
            <a:ext cx="118872" cy="542544"/>
          </a:xfrm>
          <a:prstGeom prst="rect">
            <a:avLst/>
          </a:prstGeom>
          <a:solidFill>
            <a:srgbClr val="FFFFFF"/>
          </a:solidFill>
        </p:spPr>
        <p:txBody>
          <a:bodyPr vert="vert270" wrap="none" lIns="0" tIns="0" rIns="0" bIns="0" rtlCol="1">
            <a:noAutofit/>
          </a:bodyPr>
          <a:lstStyle/>
          <a:p>
            <a:pPr indent="0" algn="ctr" rtl="1"/>
            <a:r>
              <a:rPr lang="ar" sz="800">
                <a:solidFill>
                  <a:schemeClr val="tx1">
                    <a:lumMod val="95000"/>
                    <a:lumOff val="5000"/>
                  </a:schemeClr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المسافة (م)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16F1CA-1E0D-E043-FD4D-B2D60414663D}"/>
              </a:ext>
            </a:extLst>
          </p:cNvPr>
          <p:cNvSpPr/>
          <p:nvPr/>
        </p:nvSpPr>
        <p:spPr>
          <a:xfrm>
            <a:off x="6400800" y="4152900"/>
            <a:ext cx="894891" cy="579693"/>
          </a:xfrm>
          <a:prstGeom prst="rect">
            <a:avLst/>
          </a:prstGeom>
          <a:solidFill>
            <a:srgbClr val="D2F0FC"/>
          </a:solidFill>
        </p:spPr>
        <p:txBody>
          <a:bodyPr lIns="0" tIns="0" rIns="0" bIns="0" rtlCol="1">
            <a:noAutofit/>
          </a:bodyPr>
          <a:lstStyle/>
          <a:p>
            <a:pPr marL="27432" indent="0" algn="r" rtl="1">
              <a:lnSpc>
                <a:spcPct val="115000"/>
              </a:lnSpc>
            </a:pPr>
            <a:r>
              <a:rPr lang="ar" sz="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A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 </a:t>
            </a:r>
            <a:r>
              <a:rPr lang="ar" sz="800" dirty="0">
                <a:solidFill>
                  <a:srgbClr val="31303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مستقيم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مع] انحدار موجب؛ يُظهر زيادة </a:t>
            </a:r>
            <a:r>
              <a:rPr lang="ar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مطردة </a:t>
            </a:r>
            <a:br>
              <a:rPr lang="ar-EG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في 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المسافة مع </a:t>
            </a:r>
            <a:r>
              <a:rPr lang="ar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الوقت </a:t>
            </a:r>
            <a:r>
              <a:rPr lang="ar" sz="800">
                <a:solidFill>
                  <a:srgbClr val="8D8F95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–</a:t>
            </a:r>
            <a:br>
              <a:rPr lang="ar-EG" sz="800">
                <a:solidFill>
                  <a:srgbClr val="8D8F95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سرعة ثابتة.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B5A622-FD03-2832-EC0E-6BD86EDF9CBB}"/>
              </a:ext>
            </a:extLst>
          </p:cNvPr>
          <p:cNvSpPr/>
          <p:nvPr/>
        </p:nvSpPr>
        <p:spPr>
          <a:xfrm>
            <a:off x="7371891" y="4961193"/>
            <a:ext cx="408432" cy="15240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الوقت (ثانية)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3D330-0E43-789B-A2EE-26E2379E5C37}"/>
              </a:ext>
            </a:extLst>
          </p:cNvPr>
          <p:cNvSpPr/>
          <p:nvPr/>
        </p:nvSpPr>
        <p:spPr>
          <a:xfrm>
            <a:off x="7524291" y="3659697"/>
            <a:ext cx="807720" cy="320040"/>
          </a:xfrm>
          <a:prstGeom prst="rect">
            <a:avLst/>
          </a:prstGeom>
          <a:solidFill>
            <a:srgbClr val="D2F0FC"/>
          </a:solidFill>
        </p:spPr>
        <p:txBody>
          <a:bodyPr lIns="0" tIns="0" rIns="0" bIns="0" rtlCol="1">
            <a:noAutofit/>
          </a:bodyPr>
          <a:lstStyle/>
          <a:p>
            <a:pPr marL="27432" indent="0" rtl="1">
              <a:lnSpc>
                <a:spcPct val="115000"/>
              </a:lnSpc>
            </a:pPr>
            <a:r>
              <a:rPr lang="ar" sz="80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B </a:t>
            </a:r>
            <a:r>
              <a:rPr lang="ar" sz="80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خط مسطح يوضح أن المسافة لا تتغير بمرور الوقت - ثابتة.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C458B3-0C0F-2DB7-7AD4-AE29AF630FA1}"/>
              </a:ext>
            </a:extLst>
          </p:cNvPr>
          <p:cNvSpPr/>
          <p:nvPr/>
        </p:nvSpPr>
        <p:spPr>
          <a:xfrm>
            <a:off x="8371635" y="3528633"/>
            <a:ext cx="478536" cy="530352"/>
          </a:xfrm>
          <a:prstGeom prst="rect">
            <a:avLst/>
          </a:prstGeom>
          <a:solidFill>
            <a:srgbClr val="D2F0FC"/>
          </a:solidFill>
        </p:spPr>
        <p:txBody>
          <a:bodyPr lIns="0" tIns="0" rIns="0" bIns="0" rtlCol="1">
            <a:noAutofit/>
          </a:bodyPr>
          <a:lstStyle/>
          <a:p>
            <a:pPr marL="27432" indent="0" rtl="1">
              <a:lnSpc>
                <a:spcPct val="115000"/>
              </a:lnSpc>
            </a:pPr>
            <a:r>
              <a:rPr lang="ar" sz="800" dirty="0">
                <a:solidFill>
                  <a:srgbClr val="31303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C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800" dirty="0">
                <a:solidFill>
                  <a:srgbClr val="7A7A7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خط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مستقيم مع انحدار أصغر - </a:t>
            </a:r>
            <a:r>
              <a:rPr lang="ar" sz="800" dirty="0">
                <a:solidFill>
                  <a:srgbClr val="7A7A7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سرعة</a:t>
            </a:r>
            <a:r>
              <a:rPr lang="ar" sz="800" dirty="0">
                <a:solidFill>
                  <a:srgbClr val="575757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ثابتة أبطأ.</a:t>
            </a:r>
          </a:p>
        </p:txBody>
      </p:sp>
    </p:spTree>
    <p:extLst>
      <p:ext uri="{BB962C8B-B14F-4D97-AF65-F5344CB8AC3E}">
        <p14:creationId xmlns:p14="http://schemas.microsoft.com/office/powerpoint/2010/main" val="8781954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B910-5638-3C3D-2FD6-5C499A6E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1000800"/>
          </a:xfrm>
        </p:spPr>
        <p:txBody>
          <a:bodyPr rtlCol="1"/>
          <a:lstStyle/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الرسوم البيانية لتمثيل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الأنظمة الديناميكية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05DE75-88FD-9758-90B1-7E804473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666" y="2777801"/>
            <a:ext cx="3265107" cy="2227746"/>
          </a:xfrm>
        </p:spPr>
        <p:txBody>
          <a:bodyPr rtlCol="1"/>
          <a:lstStyle/>
          <a:p>
            <a:pPr rtl="1">
              <a:lnSpc>
                <a:spcPct val="114000"/>
              </a:lnSpc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رسم بياني للسرعة الاتجاهية - الوقت</a:t>
            </a:r>
          </a:p>
          <a:p>
            <a:pPr marL="171450" indent="-171450" rtl="1">
              <a:lnSpc>
                <a:spcPct val="114000"/>
              </a:lnSpc>
              <a:spcBef>
                <a:spcPts val="20"/>
              </a:spcBef>
              <a:buFont typeface="Calibri" panose="05000000000000000000" pitchFamily="2" charset="2"/>
              <a:buChar char="-"/>
            </a:pPr>
            <a:r>
              <a:rPr lang="ar" sz="14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الانحدار يمثل التسارع أو التباطؤ</a:t>
            </a:r>
          </a:p>
          <a:p>
            <a:pPr marL="171450" indent="-171450" rtl="1">
              <a:lnSpc>
                <a:spcPct val="114000"/>
              </a:lnSpc>
              <a:spcBef>
                <a:spcPts val="20"/>
              </a:spcBef>
              <a:buFont typeface="Calibri" panose="05000000000000000000" pitchFamily="2" charset="2"/>
              <a:buChar char="-"/>
            </a:pPr>
            <a:r>
              <a:rPr lang="ar" sz="1400" b="0">
                <a:latin typeface="Sakkal Majalla" panose="02000000000000000000" pitchFamily="2" charset="-78"/>
                <a:cs typeface="Sakkal Majalla" panose="02000000000000000000" pitchFamily="2" charset="-78"/>
              </a:rPr>
              <a:t>الانحدار الموجب يمثل </a:t>
            </a:r>
            <a:r>
              <a:rPr lang="ar" sz="1400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</a:t>
            </a:r>
            <a:r>
              <a:rPr lang="ar" sz="1400" b="0">
                <a:latin typeface="Sakkal Majalla" panose="02000000000000000000" pitchFamily="2" charset="-78"/>
                <a:cs typeface="Sakkal Majalla" panose="02000000000000000000" pitchFamily="2" charset="-78"/>
              </a:rPr>
              <a:t> والانحدار السالب يمثل</a:t>
            </a:r>
            <a:r>
              <a:rPr lang="ar" sz="1400">
                <a:latin typeface="Sakkal Majalla" panose="02000000000000000000" pitchFamily="2" charset="-78"/>
                <a:cs typeface="Sakkal Majalla" panose="02000000000000000000" pitchFamily="2" charset="-78"/>
              </a:rPr>
              <a:t> التباطؤ</a:t>
            </a:r>
            <a:r>
              <a:rPr lang="ar" sz="1400" b="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  <a:p>
            <a:pPr marL="171450" indent="-171450" rtl="1">
              <a:lnSpc>
                <a:spcPct val="114000"/>
              </a:lnSpc>
              <a:spcBef>
                <a:spcPts val="20"/>
              </a:spcBef>
              <a:buFont typeface="Calibri" panose="05000000000000000000" pitchFamily="2" charset="2"/>
              <a:buChar char="-"/>
            </a:pPr>
            <a:r>
              <a:rPr lang="ar" sz="1400" b="0">
                <a:latin typeface="Sakkal Majalla" panose="02000000000000000000" pitchFamily="2" charset="-78"/>
                <a:cs typeface="Sakkal Majalla" panose="02000000000000000000" pitchFamily="2" charset="-78"/>
              </a:rPr>
              <a:t>تمثل المنطقة تحت الرسم البياني الزمني للسرعة </a:t>
            </a:r>
            <a:r>
              <a:rPr lang="ar" sz="1400">
                <a:latin typeface="Sakkal Majalla" panose="02000000000000000000" pitchFamily="2" charset="-78"/>
                <a:cs typeface="Sakkal Majalla" panose="02000000000000000000" pitchFamily="2" charset="-78"/>
              </a:rPr>
              <a:t>المسافة المقطوعة</a:t>
            </a:r>
            <a:r>
              <a:rPr lang="ar" sz="1400" b="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  <a:p>
            <a:pPr rtl="1">
              <a:lnSpc>
                <a:spcPct val="114000"/>
              </a:lnSpc>
            </a:pPr>
            <a:endParaRPr lang="en-US" sz="12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D68DC1-A0E7-2A2E-E51F-36C81BCE65FA}"/>
              </a:ext>
            </a:extLst>
          </p:cNvPr>
          <p:cNvSpPr txBox="1"/>
          <p:nvPr/>
        </p:nvSpPr>
        <p:spPr>
          <a:xfrm>
            <a:off x="5407738" y="2586655"/>
            <a:ext cx="2743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1"/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الاتجاهية القصوى (ثابتة)</a:t>
            </a:r>
            <a:endParaRPr lang="en-GB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AD002AF-8DE7-24A6-24C2-2EFF0E4FA1A8}"/>
              </a:ext>
            </a:extLst>
          </p:cNvPr>
          <p:cNvGrpSpPr/>
          <p:nvPr/>
        </p:nvGrpSpPr>
        <p:grpSpPr>
          <a:xfrm>
            <a:off x="4414434" y="2858605"/>
            <a:ext cx="4215538" cy="3000584"/>
            <a:chOff x="514028" y="2858605"/>
            <a:chExt cx="4215538" cy="3000584"/>
          </a:xfrm>
        </p:grpSpPr>
        <p:pic>
          <p:nvPicPr>
            <p:cNvPr id="4" name="Picture 3" descr="A graph with numbers and a line&#10;&#10;Description automatically generated">
              <a:extLst>
                <a:ext uri="{FF2B5EF4-FFF2-40B4-BE49-F238E27FC236}">
                  <a16:creationId xmlns:a16="http://schemas.microsoft.com/office/drawing/2014/main" id="{DF95F260-E918-061E-51D0-E75B81DDC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028" y="2858605"/>
              <a:ext cx="4215538" cy="300058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07B539D-F8DF-A447-1F40-19D03586B6E1}"/>
                </a:ext>
              </a:extLst>
            </p:cNvPr>
            <p:cNvCxnSpPr/>
            <p:nvPr/>
          </p:nvCxnSpPr>
          <p:spPr>
            <a:xfrm>
              <a:off x="2069136" y="2921403"/>
              <a:ext cx="33156" cy="1272132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89F4CCA-A674-6ADD-696F-0D6801735054}"/>
                </a:ext>
              </a:extLst>
            </p:cNvPr>
            <p:cNvCxnSpPr>
              <a:cxnSpLocks/>
            </p:cNvCxnSpPr>
            <p:nvPr/>
          </p:nvCxnSpPr>
          <p:spPr>
            <a:xfrm>
              <a:off x="2675935" y="3985961"/>
              <a:ext cx="1778" cy="215415"/>
            </a:xfrm>
            <a:prstGeom prst="straightConnector1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A148DF1-FC41-F7D3-25F4-4158F23C4D5B}"/>
                </a:ext>
              </a:extLst>
            </p:cNvPr>
            <p:cNvCxnSpPr/>
            <p:nvPr/>
          </p:nvCxnSpPr>
          <p:spPr>
            <a:xfrm>
              <a:off x="2116790" y="4131607"/>
              <a:ext cx="561414" cy="671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4EDEB7A-F4A3-3D7F-7FD4-1071DC705519}"/>
                </a:ext>
              </a:extLst>
            </p:cNvPr>
            <p:cNvSpPr txBox="1"/>
            <p:nvPr/>
          </p:nvSpPr>
          <p:spPr>
            <a:xfrm>
              <a:off x="1745419" y="4179698"/>
              <a:ext cx="1304156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وقت التباطؤ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CC2C0D7-843A-672F-FA7D-3193CBE02835}"/>
                </a:ext>
              </a:extLst>
            </p:cNvPr>
            <p:cNvSpPr txBox="1"/>
            <p:nvPr/>
          </p:nvSpPr>
          <p:spPr>
            <a:xfrm>
              <a:off x="2595767" y="3737786"/>
              <a:ext cx="1304156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سكون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8D99B77-46F2-CCA5-A694-04729D732355}"/>
                </a:ext>
              </a:extLst>
            </p:cNvPr>
            <p:cNvSpPr txBox="1"/>
            <p:nvPr/>
          </p:nvSpPr>
          <p:spPr>
            <a:xfrm>
              <a:off x="2050735" y="2922197"/>
              <a:ext cx="799904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rtl="1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 تباطؤ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50AF6F84-6568-671D-1755-357206EDAB9C}"/>
              </a:ext>
            </a:extLst>
          </p:cNvPr>
          <p:cNvSpPr/>
          <p:nvPr/>
        </p:nvSpPr>
        <p:spPr>
          <a:xfrm>
            <a:off x="6386732" y="5565647"/>
            <a:ext cx="785212" cy="30533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600" dirty="0">
                <a:solidFill>
                  <a:srgbClr val="20202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الوقت (ثانية)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2DA249-9D47-1460-87AA-2037AC8B525F}"/>
              </a:ext>
            </a:extLst>
          </p:cNvPr>
          <p:cNvSpPr/>
          <p:nvPr/>
        </p:nvSpPr>
        <p:spPr>
          <a:xfrm>
            <a:off x="4533900" y="3449220"/>
            <a:ext cx="210312" cy="1405590"/>
          </a:xfrm>
          <a:prstGeom prst="rect">
            <a:avLst/>
          </a:prstGeom>
          <a:solidFill>
            <a:srgbClr val="FFFFFF"/>
          </a:solidFill>
        </p:spPr>
        <p:txBody>
          <a:bodyPr vert="vert270" lIns="0" tIns="0" rIns="0" bIns="0" rtlCol="1">
            <a:noAutofit/>
          </a:bodyPr>
          <a:lstStyle/>
          <a:p>
            <a:pPr indent="0" algn="ctr" rtl="1">
              <a:spcAft>
                <a:spcPts val="140"/>
              </a:spcAft>
            </a:pPr>
            <a:r>
              <a:rPr lang="ar" sz="1600">
                <a:solidFill>
                  <a:srgbClr val="20202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الاتجاهية (م/ث)</a:t>
            </a:r>
            <a:endParaRPr lang="en-US" sz="1600" dirty="0">
              <a:solidFill>
                <a:srgbClr val="20202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278829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B910-5638-3C3D-2FD6-5C499A6E2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1000800"/>
          </a:xfrm>
        </p:spPr>
        <p:txBody>
          <a:bodyPr rtlCol="1"/>
          <a:lstStyle/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معادلات الحركة</a:t>
            </a:r>
            <a:endParaRPr 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6A2B68-AA43-DE25-E13D-A5CB81C3A6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47757" y="1951486"/>
            <a:ext cx="4041775" cy="3193562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حيث إن: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97000"/>
              </a:lnSpc>
              <a:buSzPct val="75000"/>
            </a:pPr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s =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الإزاحة</a:t>
            </a:r>
          </a:p>
          <a:p>
            <a:pPr rtl="1">
              <a:lnSpc>
                <a:spcPct val="97000"/>
              </a:lnSpc>
              <a:buSzPct val="75000"/>
            </a:pPr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u =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الاتجاهية الابتدائية</a:t>
            </a:r>
          </a:p>
          <a:p>
            <a:pPr rtl="1">
              <a:lnSpc>
                <a:spcPct val="97000"/>
              </a:lnSpc>
              <a:buSzPct val="75000"/>
            </a:pPr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v =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الاتجاهية النهائية</a:t>
            </a:r>
          </a:p>
          <a:p>
            <a:pPr rtl="1">
              <a:lnSpc>
                <a:spcPct val="97000"/>
              </a:lnSpc>
              <a:buSzPct val="75000"/>
            </a:pPr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a =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</a:t>
            </a:r>
          </a:p>
          <a:p>
            <a:pPr rtl="1">
              <a:lnSpc>
                <a:spcPct val="97000"/>
              </a:lnSpc>
              <a:buSzPct val="75000"/>
            </a:pPr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t =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الوقت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632CBC3D-3B6D-A4E7-75CF-891B791DC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5083" y="2402563"/>
            <a:ext cx="2921716" cy="3193562"/>
          </a:xfrm>
        </p:spPr>
        <p:txBody>
          <a:bodyPr rtlCol="1"/>
          <a:lstStyle/>
          <a:p>
            <a:pPr rtl="1">
              <a:buSzPct val="75000"/>
            </a:pP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v = u+ at</a:t>
            </a:r>
          </a:p>
          <a:p>
            <a:pPr rtl="1">
              <a:buSzPct val="75000"/>
            </a:pP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v</a:t>
            </a:r>
            <a:r>
              <a:rPr lang="en-US" sz="2800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u</a:t>
            </a:r>
            <a:r>
              <a:rPr lang="en-US" sz="2800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+ 2as</a:t>
            </a:r>
          </a:p>
          <a:p>
            <a:pPr rtl="1">
              <a:buSzPct val="75000"/>
            </a:pP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s = </a:t>
            </a:r>
            <a:r>
              <a:rPr lang="en-US" sz="2800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ut</a:t>
            </a: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½ + at</a:t>
            </a:r>
            <a:r>
              <a:rPr lang="en-US" sz="2800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</a:p>
          <a:p>
            <a:pPr rtl="1">
              <a:buSzPct val="75000"/>
            </a:pP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s = ½ (</a:t>
            </a:r>
            <a:r>
              <a:rPr lang="en-US" sz="2800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u+v</a:t>
            </a:r>
            <a:r>
              <a:rPr lang="en-US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) t</a:t>
            </a:r>
            <a:r>
              <a:rPr lang="ar-EG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  <a:p>
            <a:pPr rtl="1">
              <a:buSzPct val="75000"/>
            </a:pPr>
            <a:endParaRPr lang="en-GB" sz="2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7FF4A8-FA5B-FC48-69A6-349489185691}"/>
              </a:ext>
            </a:extLst>
          </p:cNvPr>
          <p:cNvSpPr txBox="1"/>
          <p:nvPr/>
        </p:nvSpPr>
        <p:spPr>
          <a:xfrm>
            <a:off x="257053" y="4997641"/>
            <a:ext cx="848272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حساب السرعة الأولية والنهائية والوقت والإزاحة والتسارع اعتمادًا على المعلومات التي تعرفها.</a:t>
            </a:r>
          </a:p>
          <a:p>
            <a:pPr rtl="1">
              <a:lnSpc>
                <a:spcPct val="110000"/>
              </a:lnSpc>
            </a:pPr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تمرين تقييمي: 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lnSpc>
                <a:spcPct val="110000"/>
              </a:lnSpc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تتسارع سيارة من سرعة ابتدائية قدرها 0 م/ث إلى سرعة نهائية قدرها 8 م/ث في 10 ثوانٍ. ما هو معدل التسارع.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2858462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1852241"/>
            <a:ext cx="8208712" cy="456249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تعريفات لأنظمة السوائل: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indent="-342900" rtl="1">
              <a:lnSpc>
                <a:spcPct val="110000"/>
              </a:lnSpc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الكثافة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هي كمية الكتلة لكل متر مكعب. وتُقاس الكثافة باستخدام الصيغة 169.= m/V حيث m هي كتلة المادة و V هي حجمها. وتُستخدم نفس الصيغة لجميع أنواع المواد.</a:t>
            </a: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/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الضغط الجوي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ضغط الهواء على سطح الأرض.  وله قيمة تزيد قليلاً عن 100 كيلو باسكال</a:t>
            </a:r>
          </a:p>
          <a:p>
            <a:pPr marL="800100" lvl="1" indent="0" rtl="1">
              <a:buNone/>
            </a:pPr>
            <a:endParaRPr lang="en-GB" altLang="en-US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ضغط المقياس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الضغط في نظام مطروحًا منه الضغط الجوي. </a:t>
            </a:r>
          </a:p>
          <a:p>
            <a:pPr marL="800100" lvl="1" indent="0" rtl="1">
              <a:buNone/>
            </a:pPr>
            <a:endParaRPr lang="en-GB" sz="1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الضغط المطلق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الضغط الذي يتم قياسه بالنسبة للضغط في الفراغ (ضغط الصفر المطلق).</a:t>
            </a:r>
          </a:p>
          <a:p>
            <a:pPr marL="800100" lvl="1" indent="0" rtl="1">
              <a:buNone/>
            </a:pPr>
            <a:endParaRPr lang="en-GB" sz="180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085850" lvl="1" rtl="1">
              <a:buSzPct val="85000"/>
            </a:pPr>
            <a:r>
              <a:rPr lang="ar" sz="1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وحدات الضغط</a:t>
            </a:r>
            <a:r>
              <a:rPr lang="ar" sz="1800">
                <a:latin typeface="Sakkal Majalla" panose="02000000000000000000" pitchFamily="2" charset="-78"/>
                <a:cs typeface="Sakkal Majalla" panose="02000000000000000000" pitchFamily="2" charset="-78"/>
              </a:rPr>
              <a:t> - يُقاس الضغط بالباسكال (Pa).</a:t>
            </a:r>
            <a:endParaRPr lang="en-GB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السوائل</a:t>
            </a:r>
            <a:endParaRPr lang="en-US" sz="380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741262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2D05-E9BA-260E-5E75-995C7E4B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الضغط في السائل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EAFC4-9812-07FB-F88B-161BFF1898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يعمل الضغط في السائل بالتساوي في جميع الاتجاهات. </a:t>
            </a: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يزداد الضغط في السائل مع زيادة المسافة تحت السطح.</a:t>
            </a:r>
          </a:p>
          <a:p>
            <a:pPr rtl="1"/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يتم تحديد الضغط عند أي عمق للسوائل من خلال:</a:t>
            </a:r>
          </a:p>
          <a:p>
            <a:pPr marL="0" indent="0" rtl="1">
              <a:buNone/>
            </a:pPr>
            <a:endParaRPr lang="en-US" sz="22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الضغط = الكثافة × الجاذبية × الارتفاع </a:t>
            </a:r>
          </a:p>
        </p:txBody>
      </p:sp>
    </p:spTree>
    <p:extLst>
      <p:ext uri="{BB962C8B-B14F-4D97-AF65-F5344CB8AC3E}">
        <p14:creationId xmlns:p14="http://schemas.microsoft.com/office/powerpoint/2010/main" val="3326269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C2D05-E9BA-260E-5E75-995C7E4B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4415"/>
            <a:ext cx="8229600" cy="8636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قياس الضغط باستخدام </a:t>
            </a:r>
            <a:b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مقياس ضغط أنبوبي U</a:t>
            </a:r>
            <a:endParaRPr 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DF4120-4D9D-1D5E-41E3-934C63C1A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2050" y="2450603"/>
            <a:ext cx="3919428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يُوضح الفرق في الارتفاع بين المستويين بالرمز "</a:t>
            </a:r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h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". </a:t>
            </a:r>
            <a:endParaRPr lang="en-US" sz="26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تبلغ كثافة السائل الموجود في مقياس الضغط 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ρ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. </a:t>
            </a:r>
            <a:endParaRPr 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r>
              <a:rPr lang="ar" sz="2600" spc="3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حساب الفرق في الضغط باستخدام الصيغة:</a:t>
            </a:r>
            <a:endParaRPr lang="en-US" sz="2600" spc="3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الضغط</a:t>
            </a:r>
            <a: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=</a:t>
            </a:r>
            <a:r>
              <a:rPr lang="ar-EG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sz="2800" i="1">
                <a:latin typeface="Sakkal Majalla" panose="02000000000000000000" pitchFamily="2" charset="-78"/>
                <a:cs typeface="Sakkal Majalla" panose="02000000000000000000" pitchFamily="2" charset="-78"/>
              </a:rPr>
              <a:t>ρgh</a:t>
            </a:r>
            <a:endParaRPr lang="en-US" sz="280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4" name="Picture 3" descr="A diagram of a heating system&#10;&#10;Description automatically generated">
            <a:extLst>
              <a:ext uri="{FF2B5EF4-FFF2-40B4-BE49-F238E27FC236}">
                <a16:creationId xmlns:a16="http://schemas.microsoft.com/office/drawing/2014/main" id="{1E434B0C-F27A-70F0-746F-2E489D4C63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85" y="2869935"/>
            <a:ext cx="4153128" cy="27196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D193E7-7AD6-3CEE-BE3E-F59E6FEF24E0}"/>
              </a:ext>
            </a:extLst>
          </p:cNvPr>
          <p:cNvSpPr/>
          <p:nvPr/>
        </p:nvSpPr>
        <p:spPr>
          <a:xfrm>
            <a:off x="1107435" y="2591943"/>
            <a:ext cx="1155192" cy="23469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23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425554-8D04-3E0C-3A96-D82B115C85D5}"/>
              </a:ext>
            </a:extLst>
          </p:cNvPr>
          <p:cNvSpPr/>
          <p:nvPr/>
        </p:nvSpPr>
        <p:spPr>
          <a:xfrm>
            <a:off x="2628387" y="2561463"/>
            <a:ext cx="1085088" cy="27432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23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الفراغ</a:t>
            </a:r>
          </a:p>
        </p:txBody>
      </p:sp>
    </p:spTree>
    <p:extLst>
      <p:ext uri="{BB962C8B-B14F-4D97-AF65-F5344CB8AC3E}">
        <p14:creationId xmlns:p14="http://schemas.microsoft.com/office/powerpoint/2010/main" val="33835803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44962-34EE-B21E-4081-CCD6885E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الضغط على عمق في سائل</a:t>
            </a:r>
            <a:endParaRPr lang="en-US" sz="3800" b="1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68F6-8EF3-DBF3-9C52-F5408347B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مثال</a:t>
            </a:r>
          </a:p>
          <a:p>
            <a:pPr marL="0" indent="0" rtl="1">
              <a:lnSpc>
                <a:spcPct val="110000"/>
              </a:lnSpc>
              <a:buNone/>
            </a:pPr>
            <a:r>
              <a:rPr lang="ar" sz="2200" spc="2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يحتوي الخزان على مياه بكثافة 1000 كجم لكل متر مكعب. احسب الضغط الذي تشكله </a:t>
            </a: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المياه </a:t>
            </a:r>
            <a:br>
              <a:rPr lang="ar-EG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spc="20">
                <a:latin typeface="Sakkal Majalla" panose="02000000000000000000" pitchFamily="2" charset="-78"/>
                <a:cs typeface="Sakkal Majalla" panose="02000000000000000000" pitchFamily="2" charset="-78"/>
              </a:rPr>
              <a:t>على </a:t>
            </a:r>
            <a:r>
              <a:rPr lang="ar" sz="2200" spc="2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عمق </a:t>
            </a:r>
            <a:r>
              <a:rPr lang="en-US" sz="2200" spc="2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20</a:t>
            </a:r>
            <a:r>
              <a:rPr lang="ar" sz="2200" spc="2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مترًا.</a:t>
            </a: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 = الكثافة × الجاذبية × الارتفاع</a:t>
            </a:r>
          </a:p>
          <a:p>
            <a:pPr rtl="1"/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 = </a:t>
            </a:r>
            <a:r>
              <a:rPr lang="ar-EG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1000 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x</a:t>
            </a:r>
            <a:r>
              <a:rPr lang="ar-EG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9.81 </a:t>
            </a:r>
            <a:r>
              <a:rPr 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x</a:t>
            </a:r>
            <a:r>
              <a:rPr lang="ar-EG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20</a:t>
            </a:r>
          </a:p>
          <a:p>
            <a:pPr marL="0" indent="0" rtl="1">
              <a:buNone/>
            </a:pPr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buSzPct val="85000"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الضغط = 196200 باسكال</a:t>
            </a:r>
          </a:p>
        </p:txBody>
      </p:sp>
    </p:spTree>
    <p:extLst>
      <p:ext uri="{BB962C8B-B14F-4D97-AF65-F5344CB8AC3E}">
        <p14:creationId xmlns:p14="http://schemas.microsoft.com/office/powerpoint/2010/main" val="15738787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74931-0E97-5F00-6CB3-814AD8A0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شكر </a:t>
            </a:r>
            <a:r>
              <a:rPr lang="ar-EG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وتقدير</a:t>
            </a:r>
            <a:endParaRPr lang="en-GB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E62AE-2E70-41E6-551A-FE2AAB75FB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7584" y="2060795"/>
            <a:ext cx="7858734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</a:p>
          <a:p>
            <a:pPr marL="0" indent="0" rtl="1">
              <a:lnSpc>
                <a:spcPct val="110000"/>
              </a:lnSpc>
            </a:pPr>
            <a:r>
              <a:rPr lang="en-US" sz="16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123RF</a:t>
            </a:r>
            <a:r>
              <a:rPr lang="ar" sz="16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: بيرسون إديوكيشن ليمتد: </a:t>
            </a:r>
            <a:r>
              <a:rPr lang="ar" sz="16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Oxford Designers &amp; Illustrators Ltd (الشرائح 5، 8، موحد التيار، 9، 12 - الدائرة المتسلسلة </a:t>
            </a:r>
            <a:r>
              <a:rPr lang="ar" sz="1600" spc="2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والدائرة المتوازية، 28 - الرسم البياني للمسافة والوقت والرسم البياني لوقت الإزاحة و 29 - الرسم البياني للسرعة والوقت</a:t>
            </a:r>
            <a:r>
              <a:rPr lang="ar" sz="1600" spc="2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)، </a:t>
            </a:r>
            <a:br>
              <a:rPr lang="ar-EG" sz="160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</a:br>
            <a:r>
              <a:rPr lang="ar" sz="160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Pearson </a:t>
            </a:r>
            <a:r>
              <a:rPr lang="ar" sz="16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Education Ltd (الشريحة 8 - البطارية، المقاوم الثابت، المقاوم المتغير، المُبدل، مقياس التيار الكهربائي، الفولتميتر، المصباح، المصهر</a:t>
            </a:r>
            <a:r>
              <a:rPr lang="ar" sz="160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)، HL </a:t>
            </a:r>
            <a:r>
              <a:rPr lang="ar" sz="16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Studios (الشرائح 10 و 22 و 23 و 24)، Ken Vail Graphic Design (الشرائح 14 و 15)؛ </a:t>
            </a:r>
            <a:r>
              <a:rPr lang="ar" sz="1600" b="1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شترستوك:</a:t>
            </a:r>
            <a:r>
              <a:rPr lang="ar" sz="16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</a:t>
            </a:r>
            <a:r>
              <a:rPr lang="ar" sz="1600" dirty="0">
                <a:solidFill>
                  <a:srgbClr val="444444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infinetsoft</a:t>
            </a:r>
            <a:r>
              <a:rPr lang="ar" sz="1600" dirty="0">
                <a:solidFill>
                  <a:srgbClr val="444444"/>
                </a:solidFill>
                <a:latin typeface="Sakkal Majalla" panose="02000000000000000000" pitchFamily="2" charset="-78"/>
                <a:ea typeface="Calibri"/>
                <a:cs typeface="Sakkal Majalla" panose="02000000000000000000" pitchFamily="2" charset="-78"/>
              </a:rPr>
              <a:t> (الشريحة 8 - موحد التيار الباعث للضوء)، zizou7 (الشرائح 11 و 12 - مثلث قانون أوم)، فؤاد أ. سعد (الشريحة 33).</a:t>
            </a:r>
            <a:endParaRPr lang="en-US" sz="1600" dirty="0">
              <a:solidFill>
                <a:srgbClr val="000000"/>
              </a:solidFill>
              <a:latin typeface="Sakkal Majalla" panose="02000000000000000000" pitchFamily="2" charset="-78"/>
              <a:ea typeface="Calibri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209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0F3227-22F6-4AD2-9B39-E660C1AAEC31}"/>
</file>

<file path=customXml/itemProps2.xml><?xml version="1.0" encoding="utf-8"?>
<ds:datastoreItem xmlns:ds="http://schemas.openxmlformats.org/officeDocument/2006/customXml" ds:itemID="{EF286CB0-C986-4E37-84A9-8712DC6B123A}">
  <ds:schemaRefs>
    <ds:schemaRef ds:uri="7c1bd8dc-4e40-424f-a15f-9ffcd522197f"/>
    <ds:schemaRef ds:uri="http://purl.org/dc/elements/1.1/"/>
    <ds:schemaRef ds:uri="http://purl.org/dc/dcmitype/"/>
    <ds:schemaRef ds:uri="http://purl.org/dc/terms/"/>
    <ds:schemaRef ds:uri="http://schemas.microsoft.com/office/2006/documentManagement/types"/>
    <ds:schemaRef ds:uri="http://www.w3.org/XML/1998/namespace"/>
    <ds:schemaRef ds:uri="6125ffc9-2c56-435e-8267-1393444907b2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2445</Words>
  <Application>Microsoft Office PowerPoint</Application>
  <PresentationFormat>On-screen Show (4:3)</PresentationFormat>
  <Paragraphs>390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Arial</vt:lpstr>
      <vt:lpstr>Calibri</vt:lpstr>
      <vt:lpstr>Sakkal Majalla</vt:lpstr>
      <vt:lpstr>Verdana</vt:lpstr>
      <vt:lpstr>Wingdings</vt:lpstr>
      <vt:lpstr>Wingdings,Sans-Serif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20 العلوم الكهربائية  والميكانيكية للهندسة</vt:lpstr>
      <vt:lpstr>أهداف التعلم</vt:lpstr>
      <vt:lpstr>العلوم الكهربائية  والميكانيكية للهندسة</vt:lpstr>
      <vt:lpstr>هدف التعلم (أ)  </vt:lpstr>
      <vt:lpstr>(أ1) دوائر التيار المستمر</vt:lpstr>
      <vt:lpstr>PowerPoint Presentation</vt:lpstr>
      <vt:lpstr>PowerPoint Presentation</vt:lpstr>
      <vt:lpstr>رموز الدائرة والمكونات</vt:lpstr>
      <vt:lpstr>الدوائر المتصلة بالتسلسل البسيطة</vt:lpstr>
      <vt:lpstr>الدوائر المتصلة بالتوازي البسيطة</vt:lpstr>
      <vt:lpstr>استخدم الصيغ المناسبة لحل مسائل  الدوائر الكهربائية الروتينية</vt:lpstr>
      <vt:lpstr>التيار في الدوائر المتصلة بالتسلسل وبالتوازي</vt:lpstr>
      <vt:lpstr>احسب القدرة في الدوائر المتصلة بالتسلسل  والمتصلة بالتوازي </vt:lpstr>
      <vt:lpstr>الدوائر المدمجة</vt:lpstr>
      <vt:lpstr>الدوائر المدمجة</vt:lpstr>
      <vt:lpstr>PowerPoint Presentation</vt:lpstr>
      <vt:lpstr>PowerPoint Presentation</vt:lpstr>
      <vt:lpstr>هدف التعلم (ب)  </vt:lpstr>
      <vt:lpstr>PowerPoint Presentation</vt:lpstr>
      <vt:lpstr>PowerPoint Presentation</vt:lpstr>
      <vt:lpstr>(ب2) تمثيل أنظمة الهندسة  الساكنة  </vt:lpstr>
      <vt:lpstr>مخططات المتجهات لتمثيل القوى</vt:lpstr>
      <vt:lpstr>مثلث القوى</vt:lpstr>
      <vt:lpstr>الكمرات بسيطة الارتكاز</vt:lpstr>
      <vt:lpstr>الكمرات بسيطة الارتكاز ذات الأحمال المركزة المدمجة والأحمال الموزعة المنتظمة</vt:lpstr>
      <vt:lpstr>PowerPoint Presentation</vt:lpstr>
      <vt:lpstr>PowerPoint Presentation</vt:lpstr>
      <vt:lpstr>الرسوم البيانية لتمثيل  الأنظمة الديناميكية</vt:lpstr>
      <vt:lpstr>الرسوم البيانية لتمثيل  الأنظمة الديناميكية</vt:lpstr>
      <vt:lpstr>معادلات الحركة</vt:lpstr>
      <vt:lpstr>PowerPoint Presentation</vt:lpstr>
      <vt:lpstr>الضغط في السائل</vt:lpstr>
      <vt:lpstr>قياس الضغط باستخدام  مقياس ضغط أنبوبي U</vt:lpstr>
      <vt:lpstr>الضغط على عمق في سائل</vt:lpstr>
      <vt:lpstr>شكر 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1034</cp:revision>
  <cp:lastPrinted>2023-10-15T08:55:05Z</cp:lastPrinted>
  <dcterms:created xsi:type="dcterms:W3CDTF">2020-07-15T07:14:47Z</dcterms:created>
  <dcterms:modified xsi:type="dcterms:W3CDTF">2024-01-16T17:01:30Z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