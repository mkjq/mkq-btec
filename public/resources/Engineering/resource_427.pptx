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65"/>
  </p:notesMasterIdLst>
  <p:sldIdLst>
    <p:sldId id="256" r:id="rId14"/>
    <p:sldId id="257" r:id="rId15"/>
    <p:sldId id="258" r:id="rId16"/>
    <p:sldId id="272" r:id="rId17"/>
    <p:sldId id="305" r:id="rId18"/>
    <p:sldId id="310" r:id="rId19"/>
    <p:sldId id="311" r:id="rId20"/>
    <p:sldId id="312" r:id="rId21"/>
    <p:sldId id="314" r:id="rId22"/>
    <p:sldId id="315" r:id="rId23"/>
    <p:sldId id="313" r:id="rId24"/>
    <p:sldId id="316" r:id="rId25"/>
    <p:sldId id="353" r:id="rId26"/>
    <p:sldId id="317" r:id="rId27"/>
    <p:sldId id="319" r:id="rId28"/>
    <p:sldId id="320" r:id="rId29"/>
    <p:sldId id="321" r:id="rId30"/>
    <p:sldId id="324" r:id="rId31"/>
    <p:sldId id="326" r:id="rId32"/>
    <p:sldId id="325" r:id="rId33"/>
    <p:sldId id="327" r:id="rId34"/>
    <p:sldId id="306" r:id="rId35"/>
    <p:sldId id="307" r:id="rId36"/>
    <p:sldId id="330" r:id="rId37"/>
    <p:sldId id="328" r:id="rId38"/>
    <p:sldId id="329" r:id="rId39"/>
    <p:sldId id="331" r:id="rId40"/>
    <p:sldId id="332" r:id="rId41"/>
    <p:sldId id="333" r:id="rId42"/>
    <p:sldId id="334" r:id="rId43"/>
    <p:sldId id="335" r:id="rId44"/>
    <p:sldId id="336" r:id="rId45"/>
    <p:sldId id="337" r:id="rId46"/>
    <p:sldId id="338" r:id="rId47"/>
    <p:sldId id="339" r:id="rId48"/>
    <p:sldId id="348" r:id="rId49"/>
    <p:sldId id="308" r:id="rId50"/>
    <p:sldId id="341" r:id="rId51"/>
    <p:sldId id="340" r:id="rId52"/>
    <p:sldId id="342" r:id="rId53"/>
    <p:sldId id="309" r:id="rId54"/>
    <p:sldId id="343" r:id="rId55"/>
    <p:sldId id="344" r:id="rId56"/>
    <p:sldId id="345" r:id="rId57"/>
    <p:sldId id="346" r:id="rId58"/>
    <p:sldId id="347" r:id="rId59"/>
    <p:sldId id="349" r:id="rId60"/>
    <p:sldId id="350" r:id="rId61"/>
    <p:sldId id="351" r:id="rId62"/>
    <p:sldId id="352" r:id="rId63"/>
    <p:sldId id="354" r:id="rId64"/>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8717ED-262D-1C4C-0166-1A5452D0AB4D}" name="Simon Goulden" initials="" userId="210b83c1ffd687ed"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972264-9306-451B-BBF4-748E7E7517B9}" v="116" dt="2024-05-28T15:45:28.29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76" autoAdjust="0"/>
    <p:restoredTop sz="86035" autoAdjust="0"/>
  </p:normalViewPr>
  <p:slideViewPr>
    <p:cSldViewPr>
      <p:cViewPr varScale="1">
        <p:scale>
          <a:sx n="139" d="100"/>
          <a:sy n="139" d="100"/>
        </p:scale>
        <p:origin x="2760" y="11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48.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slide" Target="slides/slide51.xml"/><Relationship Id="rId69"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38.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presProps" Target="presProp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notesMaster" Target="notesMasters/notesMaster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 Type="http://schemas.openxmlformats.org/officeDocument/2006/relationships/slideMaster" Target="slideMasters/slideMaster4.xml"/><Relationship Id="rId7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9A972264-9306-451B-BBF4-748E7E7517B9}"/>
    <pc:docChg chg="undo custSel addSld modSld">
      <pc:chgData name="Paul Winser" userId="c3146a91-e6bd-4264-bd86-e164e04bc32d" providerId="ADAL" clId="{9A972264-9306-451B-BBF4-748E7E7517B9}" dt="2024-05-28T15:45:30.073" v="232" actId="478"/>
      <pc:docMkLst>
        <pc:docMk/>
      </pc:docMkLst>
      <pc:sldChg chg="addSp modSp mod">
        <pc:chgData name="Paul Winser" userId="c3146a91-e6bd-4264-bd86-e164e04bc32d" providerId="ADAL" clId="{9A972264-9306-451B-BBF4-748E7E7517B9}" dt="2024-05-24T17:37:10.122" v="2" actId="20577"/>
        <pc:sldMkLst>
          <pc:docMk/>
          <pc:sldMk cId="0" sldId="256"/>
        </pc:sldMkLst>
        <pc:spChg chg="add mod">
          <ac:chgData name="Paul Winser" userId="c3146a91-e6bd-4264-bd86-e164e04bc32d" providerId="ADAL" clId="{9A972264-9306-451B-BBF4-748E7E7517B9}" dt="2024-05-24T17:37:10.122" v="2" actId="20577"/>
          <ac:spMkLst>
            <pc:docMk/>
            <pc:sldMk cId="0" sldId="256"/>
            <ac:spMk id="2" creationId="{45151BBF-5745-0968-A1A9-FE2A89E6AE07}"/>
          </ac:spMkLst>
        </pc:spChg>
      </pc:sldChg>
      <pc:sldChg chg="addSp modSp">
        <pc:chgData name="Paul Winser" userId="c3146a91-e6bd-4264-bd86-e164e04bc32d" providerId="ADAL" clId="{9A972264-9306-451B-BBF4-748E7E7517B9}" dt="2024-05-24T17:37:15.323" v="3"/>
        <pc:sldMkLst>
          <pc:docMk/>
          <pc:sldMk cId="0" sldId="257"/>
        </pc:sldMkLst>
        <pc:spChg chg="add mod">
          <ac:chgData name="Paul Winser" userId="c3146a91-e6bd-4264-bd86-e164e04bc32d" providerId="ADAL" clId="{9A972264-9306-451B-BBF4-748E7E7517B9}" dt="2024-05-24T17:37:15.323" v="3"/>
          <ac:spMkLst>
            <pc:docMk/>
            <pc:sldMk cId="0" sldId="257"/>
            <ac:spMk id="2" creationId="{D6986141-6662-5736-EE2F-636BD3AFF694}"/>
          </ac:spMkLst>
        </pc:spChg>
      </pc:sldChg>
      <pc:sldChg chg="addSp modSp">
        <pc:chgData name="Paul Winser" userId="c3146a91-e6bd-4264-bd86-e164e04bc32d" providerId="ADAL" clId="{9A972264-9306-451B-BBF4-748E7E7517B9}" dt="2024-05-24T17:37:16.967" v="4"/>
        <pc:sldMkLst>
          <pc:docMk/>
          <pc:sldMk cId="0" sldId="258"/>
        </pc:sldMkLst>
        <pc:spChg chg="add mod">
          <ac:chgData name="Paul Winser" userId="c3146a91-e6bd-4264-bd86-e164e04bc32d" providerId="ADAL" clId="{9A972264-9306-451B-BBF4-748E7E7517B9}" dt="2024-05-24T17:37:16.967" v="4"/>
          <ac:spMkLst>
            <pc:docMk/>
            <pc:sldMk cId="0" sldId="258"/>
            <ac:spMk id="2" creationId="{59D7A0FF-D7AB-11BF-360C-9F5ECC844101}"/>
          </ac:spMkLst>
        </pc:spChg>
      </pc:sldChg>
      <pc:sldChg chg="addSp modSp modNotesTx">
        <pc:chgData name="Paul Winser" userId="c3146a91-e6bd-4264-bd86-e164e04bc32d" providerId="ADAL" clId="{9A972264-9306-451B-BBF4-748E7E7517B9}" dt="2024-05-24T18:26:37.894" v="216" actId="6549"/>
        <pc:sldMkLst>
          <pc:docMk/>
          <pc:sldMk cId="0" sldId="272"/>
        </pc:sldMkLst>
        <pc:spChg chg="add mod">
          <ac:chgData name="Paul Winser" userId="c3146a91-e6bd-4264-bd86-e164e04bc32d" providerId="ADAL" clId="{9A972264-9306-451B-BBF4-748E7E7517B9}" dt="2024-05-24T17:37:18.592" v="5"/>
          <ac:spMkLst>
            <pc:docMk/>
            <pc:sldMk cId="0" sldId="272"/>
            <ac:spMk id="3" creationId="{D00C6F79-90CA-C85E-E1C4-25C044D8D493}"/>
          </ac:spMkLst>
        </pc:spChg>
      </pc:sldChg>
      <pc:sldChg chg="addSp modSp modNotesTx">
        <pc:chgData name="Paul Winser" userId="c3146a91-e6bd-4264-bd86-e164e04bc32d" providerId="ADAL" clId="{9A972264-9306-451B-BBF4-748E7E7517B9}" dt="2024-05-24T18:26:41.268" v="217" actId="6549"/>
        <pc:sldMkLst>
          <pc:docMk/>
          <pc:sldMk cId="884549766" sldId="305"/>
        </pc:sldMkLst>
        <pc:spChg chg="add mod">
          <ac:chgData name="Paul Winser" userId="c3146a91-e6bd-4264-bd86-e164e04bc32d" providerId="ADAL" clId="{9A972264-9306-451B-BBF4-748E7E7517B9}" dt="2024-05-24T17:37:20.371" v="6"/>
          <ac:spMkLst>
            <pc:docMk/>
            <pc:sldMk cId="884549766" sldId="305"/>
            <ac:spMk id="2" creationId="{7C8FE70E-DD36-30E8-08CE-F403E33D106C}"/>
          </ac:spMkLst>
        </pc:spChg>
      </pc:sldChg>
      <pc:sldChg chg="addSp modSp">
        <pc:chgData name="Paul Winser" userId="c3146a91-e6bd-4264-bd86-e164e04bc32d" providerId="ADAL" clId="{9A972264-9306-451B-BBF4-748E7E7517B9}" dt="2024-05-24T17:37:48.430" v="23"/>
        <pc:sldMkLst>
          <pc:docMk/>
          <pc:sldMk cId="588007661" sldId="306"/>
        </pc:sldMkLst>
        <pc:spChg chg="add mod">
          <ac:chgData name="Paul Winser" userId="c3146a91-e6bd-4264-bd86-e164e04bc32d" providerId="ADAL" clId="{9A972264-9306-451B-BBF4-748E7E7517B9}" dt="2024-05-24T17:37:48.430" v="23"/>
          <ac:spMkLst>
            <pc:docMk/>
            <pc:sldMk cId="588007661" sldId="306"/>
            <ac:spMk id="3" creationId="{8142F993-7493-0F10-8128-FF385735DD6A}"/>
          </ac:spMkLst>
        </pc:spChg>
      </pc:sldChg>
      <pc:sldChg chg="addSp modSp">
        <pc:chgData name="Paul Winser" userId="c3146a91-e6bd-4264-bd86-e164e04bc32d" providerId="ADAL" clId="{9A972264-9306-451B-BBF4-748E7E7517B9}" dt="2024-05-24T17:37:49.579" v="24"/>
        <pc:sldMkLst>
          <pc:docMk/>
          <pc:sldMk cId="3621417310" sldId="307"/>
        </pc:sldMkLst>
        <pc:spChg chg="add mod">
          <ac:chgData name="Paul Winser" userId="c3146a91-e6bd-4264-bd86-e164e04bc32d" providerId="ADAL" clId="{9A972264-9306-451B-BBF4-748E7E7517B9}" dt="2024-05-24T17:37:49.579" v="24"/>
          <ac:spMkLst>
            <pc:docMk/>
            <pc:sldMk cId="3621417310" sldId="307"/>
            <ac:spMk id="2" creationId="{BDFD7604-D2F7-B16C-677D-310D475C4961}"/>
          </ac:spMkLst>
        </pc:spChg>
      </pc:sldChg>
      <pc:sldChg chg="addSp modSp">
        <pc:chgData name="Paul Winser" userId="c3146a91-e6bd-4264-bd86-e164e04bc32d" providerId="ADAL" clId="{9A972264-9306-451B-BBF4-748E7E7517B9}" dt="2024-05-24T17:38:12.412" v="40"/>
        <pc:sldMkLst>
          <pc:docMk/>
          <pc:sldMk cId="2005355495" sldId="308"/>
        </pc:sldMkLst>
        <pc:spChg chg="add mod">
          <ac:chgData name="Paul Winser" userId="c3146a91-e6bd-4264-bd86-e164e04bc32d" providerId="ADAL" clId="{9A972264-9306-451B-BBF4-748E7E7517B9}" dt="2024-05-24T17:38:12.412" v="40"/>
          <ac:spMkLst>
            <pc:docMk/>
            <pc:sldMk cId="2005355495" sldId="308"/>
            <ac:spMk id="3" creationId="{470EB27F-C4B3-D446-FFAE-8DFC7CCFF9DA}"/>
          </ac:spMkLst>
        </pc:spChg>
      </pc:sldChg>
      <pc:sldChg chg="addSp modSp">
        <pc:chgData name="Paul Winser" userId="c3146a91-e6bd-4264-bd86-e164e04bc32d" providerId="ADAL" clId="{9A972264-9306-451B-BBF4-748E7E7517B9}" dt="2024-05-24T17:38:17.926" v="44"/>
        <pc:sldMkLst>
          <pc:docMk/>
          <pc:sldMk cId="47175209" sldId="309"/>
        </pc:sldMkLst>
        <pc:spChg chg="add mod">
          <ac:chgData name="Paul Winser" userId="c3146a91-e6bd-4264-bd86-e164e04bc32d" providerId="ADAL" clId="{9A972264-9306-451B-BBF4-748E7E7517B9}" dt="2024-05-24T17:38:17.926" v="44"/>
          <ac:spMkLst>
            <pc:docMk/>
            <pc:sldMk cId="47175209" sldId="309"/>
            <ac:spMk id="2" creationId="{AE77A5B5-42B8-5C7D-F123-6DD6D66C492F}"/>
          </ac:spMkLst>
        </pc:spChg>
      </pc:sldChg>
      <pc:sldChg chg="addSp delSp modSp mod">
        <pc:chgData name="Paul Winser" userId="c3146a91-e6bd-4264-bd86-e164e04bc32d" providerId="ADAL" clId="{9A972264-9306-451B-BBF4-748E7E7517B9}" dt="2024-05-24T18:13:43.855" v="56" actId="1076"/>
        <pc:sldMkLst>
          <pc:docMk/>
          <pc:sldMk cId="1015227663" sldId="310"/>
        </pc:sldMkLst>
        <pc:spChg chg="add mod">
          <ac:chgData name="Paul Winser" userId="c3146a91-e6bd-4264-bd86-e164e04bc32d" providerId="ADAL" clId="{9A972264-9306-451B-BBF4-748E7E7517B9}" dt="2024-05-24T17:37:22.201" v="7"/>
          <ac:spMkLst>
            <pc:docMk/>
            <pc:sldMk cId="1015227663" sldId="310"/>
            <ac:spMk id="2" creationId="{39668137-DA64-22A7-ED8B-7B7860D5BDC8}"/>
          </ac:spMkLst>
        </pc:spChg>
        <pc:picChg chg="add mod">
          <ac:chgData name="Paul Winser" userId="c3146a91-e6bd-4264-bd86-e164e04bc32d" providerId="ADAL" clId="{9A972264-9306-451B-BBF4-748E7E7517B9}" dt="2024-05-24T18:13:43.855" v="56" actId="1076"/>
          <ac:picMkLst>
            <pc:docMk/>
            <pc:sldMk cId="1015227663" sldId="310"/>
            <ac:picMk id="3" creationId="{8FCBDB9F-392C-C8E6-8012-91C712095C23}"/>
          </ac:picMkLst>
        </pc:picChg>
        <pc:picChg chg="del">
          <ac:chgData name="Paul Winser" userId="c3146a91-e6bd-4264-bd86-e164e04bc32d" providerId="ADAL" clId="{9A972264-9306-451B-BBF4-748E7E7517B9}" dt="2024-05-24T18:13:41.340" v="54" actId="478"/>
          <ac:picMkLst>
            <pc:docMk/>
            <pc:sldMk cId="1015227663" sldId="310"/>
            <ac:picMk id="1026" creationId="{DE0FD2FF-3BDA-08A7-6804-F34674E4299C}"/>
          </ac:picMkLst>
        </pc:picChg>
      </pc:sldChg>
      <pc:sldChg chg="addSp modSp">
        <pc:chgData name="Paul Winser" userId="c3146a91-e6bd-4264-bd86-e164e04bc32d" providerId="ADAL" clId="{9A972264-9306-451B-BBF4-748E7E7517B9}" dt="2024-05-24T17:37:24.025" v="8"/>
        <pc:sldMkLst>
          <pc:docMk/>
          <pc:sldMk cId="1111012166" sldId="311"/>
        </pc:sldMkLst>
        <pc:spChg chg="add mod">
          <ac:chgData name="Paul Winser" userId="c3146a91-e6bd-4264-bd86-e164e04bc32d" providerId="ADAL" clId="{9A972264-9306-451B-BBF4-748E7E7517B9}" dt="2024-05-24T17:37:24.025" v="8"/>
          <ac:spMkLst>
            <pc:docMk/>
            <pc:sldMk cId="1111012166" sldId="311"/>
            <ac:spMk id="2" creationId="{1541215E-3B27-A4AB-E1CB-C4578597145B}"/>
          </ac:spMkLst>
        </pc:spChg>
      </pc:sldChg>
      <pc:sldChg chg="addSp modSp">
        <pc:chgData name="Paul Winser" userId="c3146a91-e6bd-4264-bd86-e164e04bc32d" providerId="ADAL" clId="{9A972264-9306-451B-BBF4-748E7E7517B9}" dt="2024-05-24T17:37:25.670" v="9"/>
        <pc:sldMkLst>
          <pc:docMk/>
          <pc:sldMk cId="3421756577" sldId="312"/>
        </pc:sldMkLst>
        <pc:spChg chg="add mod">
          <ac:chgData name="Paul Winser" userId="c3146a91-e6bd-4264-bd86-e164e04bc32d" providerId="ADAL" clId="{9A972264-9306-451B-BBF4-748E7E7517B9}" dt="2024-05-24T17:37:25.670" v="9"/>
          <ac:spMkLst>
            <pc:docMk/>
            <pc:sldMk cId="3421756577" sldId="312"/>
            <ac:spMk id="2" creationId="{386F8EBD-FDD1-4E4E-016C-A50D1E524719}"/>
          </ac:spMkLst>
        </pc:spChg>
      </pc:sldChg>
      <pc:sldChg chg="addSp delSp modSp mod">
        <pc:chgData name="Paul Winser" userId="c3146a91-e6bd-4264-bd86-e164e04bc32d" providerId="ADAL" clId="{9A972264-9306-451B-BBF4-748E7E7517B9}" dt="2024-05-24T18:14:10.938" v="65" actId="1076"/>
        <pc:sldMkLst>
          <pc:docMk/>
          <pc:sldMk cId="3603106758" sldId="313"/>
        </pc:sldMkLst>
        <pc:spChg chg="add mod">
          <ac:chgData name="Paul Winser" userId="c3146a91-e6bd-4264-bd86-e164e04bc32d" providerId="ADAL" clId="{9A972264-9306-451B-BBF4-748E7E7517B9}" dt="2024-05-24T17:37:30.067" v="12"/>
          <ac:spMkLst>
            <pc:docMk/>
            <pc:sldMk cId="3603106758" sldId="313"/>
            <ac:spMk id="3" creationId="{BF3EFB30-DB60-DCA3-BBC3-23DB99A5D5D0}"/>
          </ac:spMkLst>
        </pc:spChg>
        <pc:picChg chg="add mod">
          <ac:chgData name="Paul Winser" userId="c3146a91-e6bd-4264-bd86-e164e04bc32d" providerId="ADAL" clId="{9A972264-9306-451B-BBF4-748E7E7517B9}" dt="2024-05-24T18:14:10.938" v="65" actId="1076"/>
          <ac:picMkLst>
            <pc:docMk/>
            <pc:sldMk cId="3603106758" sldId="313"/>
            <ac:picMk id="4" creationId="{0D192101-CA75-7CCC-067A-7D5254A16E75}"/>
          </ac:picMkLst>
        </pc:picChg>
        <pc:picChg chg="del">
          <ac:chgData name="Paul Winser" userId="c3146a91-e6bd-4264-bd86-e164e04bc32d" providerId="ADAL" clId="{9A972264-9306-451B-BBF4-748E7E7517B9}" dt="2024-05-24T18:14:06.152" v="62" actId="478"/>
          <ac:picMkLst>
            <pc:docMk/>
            <pc:sldMk cId="3603106758" sldId="313"/>
            <ac:picMk id="3074" creationId="{7182988F-541C-28AB-2EE5-D1893AC205BA}"/>
          </ac:picMkLst>
        </pc:picChg>
      </pc:sldChg>
      <pc:sldChg chg="addSp modSp modNotesTx">
        <pc:chgData name="Paul Winser" userId="c3146a91-e6bd-4264-bd86-e164e04bc32d" providerId="ADAL" clId="{9A972264-9306-451B-BBF4-748E7E7517B9}" dt="2024-05-24T18:26:49.821" v="218" actId="6549"/>
        <pc:sldMkLst>
          <pc:docMk/>
          <pc:sldMk cId="3027008141" sldId="314"/>
        </pc:sldMkLst>
        <pc:spChg chg="add mod">
          <ac:chgData name="Paul Winser" userId="c3146a91-e6bd-4264-bd86-e164e04bc32d" providerId="ADAL" clId="{9A972264-9306-451B-BBF4-748E7E7517B9}" dt="2024-05-24T17:37:27.031" v="10"/>
          <ac:spMkLst>
            <pc:docMk/>
            <pc:sldMk cId="3027008141" sldId="314"/>
            <ac:spMk id="2" creationId="{DD88A53E-10C0-34C9-C96D-4D24F3ED5258}"/>
          </ac:spMkLst>
        </pc:spChg>
      </pc:sldChg>
      <pc:sldChg chg="addSp delSp modSp mod">
        <pc:chgData name="Paul Winser" userId="c3146a91-e6bd-4264-bd86-e164e04bc32d" providerId="ADAL" clId="{9A972264-9306-451B-BBF4-748E7E7517B9}" dt="2024-05-24T18:13:57.758" v="61" actId="1076"/>
        <pc:sldMkLst>
          <pc:docMk/>
          <pc:sldMk cId="2157650497" sldId="315"/>
        </pc:sldMkLst>
        <pc:spChg chg="add mod">
          <ac:chgData name="Paul Winser" userId="c3146a91-e6bd-4264-bd86-e164e04bc32d" providerId="ADAL" clId="{9A972264-9306-451B-BBF4-748E7E7517B9}" dt="2024-05-24T17:37:28.465" v="11"/>
          <ac:spMkLst>
            <pc:docMk/>
            <pc:sldMk cId="2157650497" sldId="315"/>
            <ac:spMk id="3" creationId="{81D8C205-710F-284F-3916-D5DF5FF8CE5F}"/>
          </ac:spMkLst>
        </pc:spChg>
        <pc:picChg chg="add mod">
          <ac:chgData name="Paul Winser" userId="c3146a91-e6bd-4264-bd86-e164e04bc32d" providerId="ADAL" clId="{9A972264-9306-451B-BBF4-748E7E7517B9}" dt="2024-05-24T18:13:57.758" v="61" actId="1076"/>
          <ac:picMkLst>
            <pc:docMk/>
            <pc:sldMk cId="2157650497" sldId="315"/>
            <ac:picMk id="4" creationId="{5207FEC7-C3B7-851A-D861-E5D487A5D64C}"/>
          </ac:picMkLst>
        </pc:picChg>
        <pc:picChg chg="del">
          <ac:chgData name="Paul Winser" userId="c3146a91-e6bd-4264-bd86-e164e04bc32d" providerId="ADAL" clId="{9A972264-9306-451B-BBF4-748E7E7517B9}" dt="2024-05-24T18:13:51.367" v="57" actId="478"/>
          <ac:picMkLst>
            <pc:docMk/>
            <pc:sldMk cId="2157650497" sldId="315"/>
            <ac:picMk id="6146" creationId="{6744C752-43FF-5D9A-19C3-832019485DBD}"/>
          </ac:picMkLst>
        </pc:picChg>
      </pc:sldChg>
      <pc:sldChg chg="addSp modSp modNotesTx">
        <pc:chgData name="Paul Winser" userId="c3146a91-e6bd-4264-bd86-e164e04bc32d" providerId="ADAL" clId="{9A972264-9306-451B-BBF4-748E7E7517B9}" dt="2024-05-24T18:26:56.248" v="219" actId="6549"/>
        <pc:sldMkLst>
          <pc:docMk/>
          <pc:sldMk cId="350003740" sldId="316"/>
        </pc:sldMkLst>
        <pc:spChg chg="add mod">
          <ac:chgData name="Paul Winser" userId="c3146a91-e6bd-4264-bd86-e164e04bc32d" providerId="ADAL" clId="{9A972264-9306-451B-BBF4-748E7E7517B9}" dt="2024-05-24T17:37:34.556" v="13"/>
          <ac:spMkLst>
            <pc:docMk/>
            <pc:sldMk cId="350003740" sldId="316"/>
            <ac:spMk id="2" creationId="{9AF2CF57-7130-9DC4-71DC-C3DF0B822104}"/>
          </ac:spMkLst>
        </pc:spChg>
      </pc:sldChg>
      <pc:sldChg chg="addSp modSp modNotesTx">
        <pc:chgData name="Paul Winser" userId="c3146a91-e6bd-4264-bd86-e164e04bc32d" providerId="ADAL" clId="{9A972264-9306-451B-BBF4-748E7E7517B9}" dt="2024-05-24T18:27:01.267" v="220" actId="6549"/>
        <pc:sldMkLst>
          <pc:docMk/>
          <pc:sldMk cId="1548628705" sldId="317"/>
        </pc:sldMkLst>
        <pc:spChg chg="add mod">
          <ac:chgData name="Paul Winser" userId="c3146a91-e6bd-4264-bd86-e164e04bc32d" providerId="ADAL" clId="{9A972264-9306-451B-BBF4-748E7E7517B9}" dt="2024-05-24T17:37:37.389" v="15"/>
          <ac:spMkLst>
            <pc:docMk/>
            <pc:sldMk cId="1548628705" sldId="317"/>
            <ac:spMk id="2" creationId="{1508AAD0-2DB0-DBF3-4AAB-2454E06FFDEB}"/>
          </ac:spMkLst>
        </pc:spChg>
      </pc:sldChg>
      <pc:sldChg chg="addSp modSp modNotesTx">
        <pc:chgData name="Paul Winser" userId="c3146a91-e6bd-4264-bd86-e164e04bc32d" providerId="ADAL" clId="{9A972264-9306-451B-BBF4-748E7E7517B9}" dt="2024-05-24T18:27:04.585" v="221" actId="6549"/>
        <pc:sldMkLst>
          <pc:docMk/>
          <pc:sldMk cId="2537766869" sldId="319"/>
        </pc:sldMkLst>
        <pc:spChg chg="add mod">
          <ac:chgData name="Paul Winser" userId="c3146a91-e6bd-4264-bd86-e164e04bc32d" providerId="ADAL" clId="{9A972264-9306-451B-BBF4-748E7E7517B9}" dt="2024-05-24T17:37:38.640" v="16"/>
          <ac:spMkLst>
            <pc:docMk/>
            <pc:sldMk cId="2537766869" sldId="319"/>
            <ac:spMk id="2" creationId="{E5E9412E-E871-5E01-B5F0-1C1310A67C2D}"/>
          </ac:spMkLst>
        </pc:spChg>
      </pc:sldChg>
      <pc:sldChg chg="addSp modSp modNotesTx">
        <pc:chgData name="Paul Winser" userId="c3146a91-e6bd-4264-bd86-e164e04bc32d" providerId="ADAL" clId="{9A972264-9306-451B-BBF4-748E7E7517B9}" dt="2024-05-24T18:27:09.142" v="222" actId="6549"/>
        <pc:sldMkLst>
          <pc:docMk/>
          <pc:sldMk cId="4181147426" sldId="320"/>
        </pc:sldMkLst>
        <pc:spChg chg="add mod">
          <ac:chgData name="Paul Winser" userId="c3146a91-e6bd-4264-bd86-e164e04bc32d" providerId="ADAL" clId="{9A972264-9306-451B-BBF4-748E7E7517B9}" dt="2024-05-24T17:37:40.321" v="17"/>
          <ac:spMkLst>
            <pc:docMk/>
            <pc:sldMk cId="4181147426" sldId="320"/>
            <ac:spMk id="2" creationId="{9F62B310-2375-FDB3-A3F6-106DB45E52F3}"/>
          </ac:spMkLst>
        </pc:spChg>
      </pc:sldChg>
      <pc:sldChg chg="addSp delSp modSp mod modNotesTx">
        <pc:chgData name="Paul Winser" userId="c3146a91-e6bd-4264-bd86-e164e04bc32d" providerId="ADAL" clId="{9A972264-9306-451B-BBF4-748E7E7517B9}" dt="2024-05-24T18:29:40.986" v="223" actId="6549"/>
        <pc:sldMkLst>
          <pc:docMk/>
          <pc:sldMk cId="1846313262" sldId="321"/>
        </pc:sldMkLst>
        <pc:spChg chg="add mod">
          <ac:chgData name="Paul Winser" userId="c3146a91-e6bd-4264-bd86-e164e04bc32d" providerId="ADAL" clId="{9A972264-9306-451B-BBF4-748E7E7517B9}" dt="2024-05-24T17:37:41.664" v="18"/>
          <ac:spMkLst>
            <pc:docMk/>
            <pc:sldMk cId="1846313262" sldId="321"/>
            <ac:spMk id="9" creationId="{FF0ED985-FF19-AED3-F8C4-DFB9704B8173}"/>
          </ac:spMkLst>
        </pc:spChg>
        <pc:picChg chg="add mod">
          <ac:chgData name="Paul Winser" userId="c3146a91-e6bd-4264-bd86-e164e04bc32d" providerId="ADAL" clId="{9A972264-9306-451B-BBF4-748E7E7517B9}" dt="2024-05-24T18:14:56.171" v="68" actId="1076"/>
          <ac:picMkLst>
            <pc:docMk/>
            <pc:sldMk cId="1846313262" sldId="321"/>
            <ac:picMk id="10" creationId="{65CA4AC9-DB8A-1B81-AFAF-B8C1264AA28C}"/>
          </ac:picMkLst>
        </pc:picChg>
        <pc:picChg chg="add mod">
          <ac:chgData name="Paul Winser" userId="c3146a91-e6bd-4264-bd86-e164e04bc32d" providerId="ADAL" clId="{9A972264-9306-451B-BBF4-748E7E7517B9}" dt="2024-05-24T18:15:02.889" v="71" actId="1076"/>
          <ac:picMkLst>
            <pc:docMk/>
            <pc:sldMk cId="1846313262" sldId="321"/>
            <ac:picMk id="11" creationId="{AC553445-7909-0250-9253-0DBD05D40DB4}"/>
          </ac:picMkLst>
        </pc:picChg>
        <pc:picChg chg="add mod">
          <ac:chgData name="Paul Winser" userId="c3146a91-e6bd-4264-bd86-e164e04bc32d" providerId="ADAL" clId="{9A972264-9306-451B-BBF4-748E7E7517B9}" dt="2024-05-24T18:15:09.881" v="74" actId="1076"/>
          <ac:picMkLst>
            <pc:docMk/>
            <pc:sldMk cId="1846313262" sldId="321"/>
            <ac:picMk id="12" creationId="{E0403DD6-AB9A-468D-9A40-9CD0D2E935FA}"/>
          </ac:picMkLst>
        </pc:picChg>
        <pc:picChg chg="del">
          <ac:chgData name="Paul Winser" userId="c3146a91-e6bd-4264-bd86-e164e04bc32d" providerId="ADAL" clId="{9A972264-9306-451B-BBF4-748E7E7517B9}" dt="2024-05-24T18:14:49.205" v="66" actId="478"/>
          <ac:picMkLst>
            <pc:docMk/>
            <pc:sldMk cId="1846313262" sldId="321"/>
            <ac:picMk id="1026" creationId="{B390F840-356D-A7B8-4742-ACF925D13ED5}"/>
          </ac:picMkLst>
        </pc:picChg>
        <pc:picChg chg="del">
          <ac:chgData name="Paul Winser" userId="c3146a91-e6bd-4264-bd86-e164e04bc32d" providerId="ADAL" clId="{9A972264-9306-451B-BBF4-748E7E7517B9}" dt="2024-05-24T18:15:01.003" v="69" actId="478"/>
          <ac:picMkLst>
            <pc:docMk/>
            <pc:sldMk cId="1846313262" sldId="321"/>
            <ac:picMk id="1028" creationId="{ECAFD353-7521-8A30-72ED-DD8B6F61138E}"/>
          </ac:picMkLst>
        </pc:picChg>
        <pc:picChg chg="del">
          <ac:chgData name="Paul Winser" userId="c3146a91-e6bd-4264-bd86-e164e04bc32d" providerId="ADAL" clId="{9A972264-9306-451B-BBF4-748E7E7517B9}" dt="2024-05-24T18:15:05.640" v="72" actId="478"/>
          <ac:picMkLst>
            <pc:docMk/>
            <pc:sldMk cId="1846313262" sldId="321"/>
            <ac:picMk id="1030" creationId="{EC370FF6-31B2-1F6A-9CB7-D21CCFB8C497}"/>
          </ac:picMkLst>
        </pc:picChg>
      </pc:sldChg>
      <pc:sldChg chg="addSp delSp modSp mod modNotesTx">
        <pc:chgData name="Paul Winser" userId="c3146a91-e6bd-4264-bd86-e164e04bc32d" providerId="ADAL" clId="{9A972264-9306-451B-BBF4-748E7E7517B9}" dt="2024-05-24T18:29:44.392" v="224" actId="6549"/>
        <pc:sldMkLst>
          <pc:docMk/>
          <pc:sldMk cId="236566516" sldId="324"/>
        </pc:sldMkLst>
        <pc:spChg chg="mod">
          <ac:chgData name="Paul Winser" userId="c3146a91-e6bd-4264-bd86-e164e04bc32d" providerId="ADAL" clId="{9A972264-9306-451B-BBF4-748E7E7517B9}" dt="2024-05-24T18:15:37.201" v="83" actId="1076"/>
          <ac:spMkLst>
            <pc:docMk/>
            <pc:sldMk cId="236566516" sldId="324"/>
            <ac:spMk id="4" creationId="{6B3E102B-647E-45C4-F18A-CD99E6C71312}"/>
          </ac:spMkLst>
        </pc:spChg>
        <pc:spChg chg="add mod">
          <ac:chgData name="Paul Winser" userId="c3146a91-e6bd-4264-bd86-e164e04bc32d" providerId="ADAL" clId="{9A972264-9306-451B-BBF4-748E7E7517B9}" dt="2024-05-24T17:37:42.840" v="19"/>
          <ac:spMkLst>
            <pc:docMk/>
            <pc:sldMk cId="236566516" sldId="324"/>
            <ac:spMk id="6" creationId="{F0CDF1BD-FE64-14D8-B82F-AE81BF6A460D}"/>
          </ac:spMkLst>
        </pc:spChg>
        <pc:picChg chg="add mod">
          <ac:chgData name="Paul Winser" userId="c3146a91-e6bd-4264-bd86-e164e04bc32d" providerId="ADAL" clId="{9A972264-9306-451B-BBF4-748E7E7517B9}" dt="2024-05-24T18:15:17.097" v="77" actId="1076"/>
          <ac:picMkLst>
            <pc:docMk/>
            <pc:sldMk cId="236566516" sldId="324"/>
            <ac:picMk id="7" creationId="{D76CD56C-78D4-88DF-5EEE-486886BAAA6F}"/>
          </ac:picMkLst>
        </pc:picChg>
        <pc:picChg chg="add mod ord">
          <ac:chgData name="Paul Winser" userId="c3146a91-e6bd-4264-bd86-e164e04bc32d" providerId="ADAL" clId="{9A972264-9306-451B-BBF4-748E7E7517B9}" dt="2024-05-24T18:15:29.284" v="82" actId="1076"/>
          <ac:picMkLst>
            <pc:docMk/>
            <pc:sldMk cId="236566516" sldId="324"/>
            <ac:picMk id="8" creationId="{1D6B873E-89CD-4D72-FFF7-CDF13201D2EE}"/>
          </ac:picMkLst>
        </pc:picChg>
        <pc:picChg chg="del">
          <ac:chgData name="Paul Winser" userId="c3146a91-e6bd-4264-bd86-e164e04bc32d" providerId="ADAL" clId="{9A972264-9306-451B-BBF4-748E7E7517B9}" dt="2024-05-24T18:15:14.534" v="75" actId="478"/>
          <ac:picMkLst>
            <pc:docMk/>
            <pc:sldMk cId="236566516" sldId="324"/>
            <ac:picMk id="2050" creationId="{10E5CFFD-93EA-FBC1-A698-20716B265321}"/>
          </ac:picMkLst>
        </pc:picChg>
        <pc:picChg chg="del">
          <ac:chgData name="Paul Winser" userId="c3146a91-e6bd-4264-bd86-e164e04bc32d" providerId="ADAL" clId="{9A972264-9306-451B-BBF4-748E7E7517B9}" dt="2024-05-24T18:15:21.083" v="78" actId="478"/>
          <ac:picMkLst>
            <pc:docMk/>
            <pc:sldMk cId="236566516" sldId="324"/>
            <ac:picMk id="2052" creationId="{F7A0EC1D-D9F6-E5DC-C3EF-B13E82471559}"/>
          </ac:picMkLst>
        </pc:picChg>
      </pc:sldChg>
      <pc:sldChg chg="addSp modSp modNotesTx">
        <pc:chgData name="Paul Winser" userId="c3146a91-e6bd-4264-bd86-e164e04bc32d" providerId="ADAL" clId="{9A972264-9306-451B-BBF4-748E7E7517B9}" dt="2024-05-24T18:29:50.628" v="226" actId="6549"/>
        <pc:sldMkLst>
          <pc:docMk/>
          <pc:sldMk cId="2036805731" sldId="325"/>
        </pc:sldMkLst>
        <pc:spChg chg="add mod">
          <ac:chgData name="Paul Winser" userId="c3146a91-e6bd-4264-bd86-e164e04bc32d" providerId="ADAL" clId="{9A972264-9306-451B-BBF4-748E7E7517B9}" dt="2024-05-24T17:37:45.876" v="21"/>
          <ac:spMkLst>
            <pc:docMk/>
            <pc:sldMk cId="2036805731" sldId="325"/>
            <ac:spMk id="2" creationId="{559650DD-39D4-CAC0-E578-ACFD5FBE4310}"/>
          </ac:spMkLst>
        </pc:spChg>
      </pc:sldChg>
      <pc:sldChg chg="addSp delSp modSp mod modNotesTx">
        <pc:chgData name="Paul Winser" userId="c3146a91-e6bd-4264-bd86-e164e04bc32d" providerId="ADAL" clId="{9A972264-9306-451B-BBF4-748E7E7517B9}" dt="2024-05-24T18:29:47.259" v="225" actId="6549"/>
        <pc:sldMkLst>
          <pc:docMk/>
          <pc:sldMk cId="4263535528" sldId="326"/>
        </pc:sldMkLst>
        <pc:spChg chg="add mod">
          <ac:chgData name="Paul Winser" userId="c3146a91-e6bd-4264-bd86-e164e04bc32d" providerId="ADAL" clId="{9A972264-9306-451B-BBF4-748E7E7517B9}" dt="2024-05-24T17:37:43.941" v="20"/>
          <ac:spMkLst>
            <pc:docMk/>
            <pc:sldMk cId="4263535528" sldId="326"/>
            <ac:spMk id="2" creationId="{29BFC741-7BDA-364C-620C-3872FF1D05EA}"/>
          </ac:spMkLst>
        </pc:spChg>
        <pc:picChg chg="del">
          <ac:chgData name="Paul Winser" userId="c3146a91-e6bd-4264-bd86-e164e04bc32d" providerId="ADAL" clId="{9A972264-9306-451B-BBF4-748E7E7517B9}" dt="2024-05-24T18:15:46.868" v="84" actId="478"/>
          <ac:picMkLst>
            <pc:docMk/>
            <pc:sldMk cId="4263535528" sldId="326"/>
            <ac:picMk id="3" creationId="{ABC43808-B20F-70A8-4A67-CCC28402F36B}"/>
          </ac:picMkLst>
        </pc:picChg>
        <pc:picChg chg="add mod">
          <ac:chgData name="Paul Winser" userId="c3146a91-e6bd-4264-bd86-e164e04bc32d" providerId="ADAL" clId="{9A972264-9306-451B-BBF4-748E7E7517B9}" dt="2024-05-24T18:15:49.196" v="86" actId="1076"/>
          <ac:picMkLst>
            <pc:docMk/>
            <pc:sldMk cId="4263535528" sldId="326"/>
            <ac:picMk id="4" creationId="{F3C176FA-23BA-B2A4-0408-019F3EC27A8A}"/>
          </ac:picMkLst>
        </pc:picChg>
      </pc:sldChg>
      <pc:sldChg chg="addSp modSp modNotesTx">
        <pc:chgData name="Paul Winser" userId="c3146a91-e6bd-4264-bd86-e164e04bc32d" providerId="ADAL" clId="{9A972264-9306-451B-BBF4-748E7E7517B9}" dt="2024-05-24T18:29:53.505" v="227" actId="6549"/>
        <pc:sldMkLst>
          <pc:docMk/>
          <pc:sldMk cId="813786371" sldId="327"/>
        </pc:sldMkLst>
        <pc:spChg chg="add mod">
          <ac:chgData name="Paul Winser" userId="c3146a91-e6bd-4264-bd86-e164e04bc32d" providerId="ADAL" clId="{9A972264-9306-451B-BBF4-748E7E7517B9}" dt="2024-05-24T17:37:47.248" v="22"/>
          <ac:spMkLst>
            <pc:docMk/>
            <pc:sldMk cId="813786371" sldId="327"/>
            <ac:spMk id="3" creationId="{1B30144C-9755-4FDE-6E78-424C2F71F25A}"/>
          </ac:spMkLst>
        </pc:spChg>
      </pc:sldChg>
      <pc:sldChg chg="addSp delSp modSp mod">
        <pc:chgData name="Paul Winser" userId="c3146a91-e6bd-4264-bd86-e164e04bc32d" providerId="ADAL" clId="{9A972264-9306-451B-BBF4-748E7E7517B9}" dt="2024-05-24T18:16:05.664" v="89" actId="1076"/>
        <pc:sldMkLst>
          <pc:docMk/>
          <pc:sldMk cId="1086155408" sldId="328"/>
        </pc:sldMkLst>
        <pc:spChg chg="add mod">
          <ac:chgData name="Paul Winser" userId="c3146a91-e6bd-4264-bd86-e164e04bc32d" providerId="ADAL" clId="{9A972264-9306-451B-BBF4-748E7E7517B9}" dt="2024-05-24T17:37:52.506" v="26"/>
          <ac:spMkLst>
            <pc:docMk/>
            <pc:sldMk cId="1086155408" sldId="328"/>
            <ac:spMk id="4" creationId="{DDE9D932-1B43-3108-9644-1E6C802D3A95}"/>
          </ac:spMkLst>
        </pc:spChg>
        <pc:picChg chg="add mod">
          <ac:chgData name="Paul Winser" userId="c3146a91-e6bd-4264-bd86-e164e04bc32d" providerId="ADAL" clId="{9A972264-9306-451B-BBF4-748E7E7517B9}" dt="2024-05-24T18:16:05.664" v="89" actId="1076"/>
          <ac:picMkLst>
            <pc:docMk/>
            <pc:sldMk cId="1086155408" sldId="328"/>
            <ac:picMk id="5" creationId="{BDA63809-5D4C-A5DB-B771-B63589CCA425}"/>
          </ac:picMkLst>
        </pc:picChg>
        <pc:picChg chg="del">
          <ac:chgData name="Paul Winser" userId="c3146a91-e6bd-4264-bd86-e164e04bc32d" providerId="ADAL" clId="{9A972264-9306-451B-BBF4-748E7E7517B9}" dt="2024-05-24T18:16:02.644" v="87" actId="478"/>
          <ac:picMkLst>
            <pc:docMk/>
            <pc:sldMk cId="1086155408" sldId="328"/>
            <ac:picMk id="5122" creationId="{966988B0-5070-2833-B92F-C37B71E44AF0}"/>
          </ac:picMkLst>
        </pc:picChg>
      </pc:sldChg>
      <pc:sldChg chg="addSp modSp">
        <pc:chgData name="Paul Winser" userId="c3146a91-e6bd-4264-bd86-e164e04bc32d" providerId="ADAL" clId="{9A972264-9306-451B-BBF4-748E7E7517B9}" dt="2024-05-24T17:37:53.922" v="27"/>
        <pc:sldMkLst>
          <pc:docMk/>
          <pc:sldMk cId="2728945944" sldId="329"/>
        </pc:sldMkLst>
        <pc:spChg chg="add mod">
          <ac:chgData name="Paul Winser" userId="c3146a91-e6bd-4264-bd86-e164e04bc32d" providerId="ADAL" clId="{9A972264-9306-451B-BBF4-748E7E7517B9}" dt="2024-05-24T17:37:53.922" v="27"/>
          <ac:spMkLst>
            <pc:docMk/>
            <pc:sldMk cId="2728945944" sldId="329"/>
            <ac:spMk id="2" creationId="{7ECD7586-F5B4-6FD8-14B4-F022D0BB5BE3}"/>
          </ac:spMkLst>
        </pc:spChg>
      </pc:sldChg>
      <pc:sldChg chg="addSp modSp">
        <pc:chgData name="Paul Winser" userId="c3146a91-e6bd-4264-bd86-e164e04bc32d" providerId="ADAL" clId="{9A972264-9306-451B-BBF4-748E7E7517B9}" dt="2024-05-24T17:37:50.713" v="25"/>
        <pc:sldMkLst>
          <pc:docMk/>
          <pc:sldMk cId="505692108" sldId="330"/>
        </pc:sldMkLst>
        <pc:spChg chg="add mod">
          <ac:chgData name="Paul Winser" userId="c3146a91-e6bd-4264-bd86-e164e04bc32d" providerId="ADAL" clId="{9A972264-9306-451B-BBF4-748E7E7517B9}" dt="2024-05-24T17:37:50.713" v="25"/>
          <ac:spMkLst>
            <pc:docMk/>
            <pc:sldMk cId="505692108" sldId="330"/>
            <ac:spMk id="2" creationId="{669D4D97-BAD3-158B-33D4-AFE080336360}"/>
          </ac:spMkLst>
        </pc:spChg>
      </pc:sldChg>
      <pc:sldChg chg="addSp delSp modSp mod">
        <pc:chgData name="Paul Winser" userId="c3146a91-e6bd-4264-bd86-e164e04bc32d" providerId="ADAL" clId="{9A972264-9306-451B-BBF4-748E7E7517B9}" dt="2024-05-24T18:16:18.068" v="94" actId="1076"/>
        <pc:sldMkLst>
          <pc:docMk/>
          <pc:sldMk cId="1057398703" sldId="331"/>
        </pc:sldMkLst>
        <pc:spChg chg="add mod">
          <ac:chgData name="Paul Winser" userId="c3146a91-e6bd-4264-bd86-e164e04bc32d" providerId="ADAL" clId="{9A972264-9306-451B-BBF4-748E7E7517B9}" dt="2024-05-24T17:37:55.133" v="28"/>
          <ac:spMkLst>
            <pc:docMk/>
            <pc:sldMk cId="1057398703" sldId="331"/>
            <ac:spMk id="4" creationId="{AB2D0280-702D-AF34-AED3-34C73A3DCFF2}"/>
          </ac:spMkLst>
        </pc:spChg>
        <pc:picChg chg="add mod">
          <ac:chgData name="Paul Winser" userId="c3146a91-e6bd-4264-bd86-e164e04bc32d" providerId="ADAL" clId="{9A972264-9306-451B-BBF4-748E7E7517B9}" dt="2024-05-24T18:16:18.068" v="94" actId="1076"/>
          <ac:picMkLst>
            <pc:docMk/>
            <pc:sldMk cId="1057398703" sldId="331"/>
            <ac:picMk id="5" creationId="{38FD9730-16C3-DC2D-8618-8E5EA2AD4CD9}"/>
          </ac:picMkLst>
        </pc:picChg>
        <pc:picChg chg="del">
          <ac:chgData name="Paul Winser" userId="c3146a91-e6bd-4264-bd86-e164e04bc32d" providerId="ADAL" clId="{9A972264-9306-451B-BBF4-748E7E7517B9}" dt="2024-05-24T18:16:12.552" v="90" actId="478"/>
          <ac:picMkLst>
            <pc:docMk/>
            <pc:sldMk cId="1057398703" sldId="331"/>
            <ac:picMk id="1026" creationId="{3CA33150-32AD-CD44-F568-46733B6871AE}"/>
          </ac:picMkLst>
        </pc:picChg>
      </pc:sldChg>
      <pc:sldChg chg="addSp delSp modSp mod">
        <pc:chgData name="Paul Winser" userId="c3146a91-e6bd-4264-bd86-e164e04bc32d" providerId="ADAL" clId="{9A972264-9306-451B-BBF4-748E7E7517B9}" dt="2024-05-24T18:18:27.299" v="128" actId="1076"/>
        <pc:sldMkLst>
          <pc:docMk/>
          <pc:sldMk cId="2438620848" sldId="332"/>
        </pc:sldMkLst>
        <pc:spChg chg="mod">
          <ac:chgData name="Paul Winser" userId="c3146a91-e6bd-4264-bd86-e164e04bc32d" providerId="ADAL" clId="{9A972264-9306-451B-BBF4-748E7E7517B9}" dt="2024-05-24T18:18:19.304" v="127" actId="1076"/>
          <ac:spMkLst>
            <pc:docMk/>
            <pc:sldMk cId="2438620848" sldId="332"/>
            <ac:spMk id="2" creationId="{45AD8A2C-755A-7713-05B7-D5ED5431D571}"/>
          </ac:spMkLst>
        </pc:spChg>
        <pc:spChg chg="mod">
          <ac:chgData name="Paul Winser" userId="c3146a91-e6bd-4264-bd86-e164e04bc32d" providerId="ADAL" clId="{9A972264-9306-451B-BBF4-748E7E7517B9}" dt="2024-05-24T18:18:19.304" v="127" actId="1076"/>
          <ac:spMkLst>
            <pc:docMk/>
            <pc:sldMk cId="2438620848" sldId="332"/>
            <ac:spMk id="3" creationId="{5E9C8C05-B9DD-7CE7-4DE9-839B001C6860}"/>
          </ac:spMkLst>
        </pc:spChg>
        <pc:spChg chg="mod">
          <ac:chgData name="Paul Winser" userId="c3146a91-e6bd-4264-bd86-e164e04bc32d" providerId="ADAL" clId="{9A972264-9306-451B-BBF4-748E7E7517B9}" dt="2024-05-24T18:18:19.304" v="127" actId="1076"/>
          <ac:spMkLst>
            <pc:docMk/>
            <pc:sldMk cId="2438620848" sldId="332"/>
            <ac:spMk id="4" creationId="{99883ABA-B091-BDCB-0654-04CFB0D5D536}"/>
          </ac:spMkLst>
        </pc:spChg>
        <pc:spChg chg="mod">
          <ac:chgData name="Paul Winser" userId="c3146a91-e6bd-4264-bd86-e164e04bc32d" providerId="ADAL" clId="{9A972264-9306-451B-BBF4-748E7E7517B9}" dt="2024-05-24T18:18:19.304" v="127" actId="1076"/>
          <ac:spMkLst>
            <pc:docMk/>
            <pc:sldMk cId="2438620848" sldId="332"/>
            <ac:spMk id="5" creationId="{A36DC4E0-D60C-4911-8F78-5774ADCABF36}"/>
          </ac:spMkLst>
        </pc:spChg>
        <pc:spChg chg="add mod">
          <ac:chgData name="Paul Winser" userId="c3146a91-e6bd-4264-bd86-e164e04bc32d" providerId="ADAL" clId="{9A972264-9306-451B-BBF4-748E7E7517B9}" dt="2024-05-24T17:37:56.663" v="29"/>
          <ac:spMkLst>
            <pc:docMk/>
            <pc:sldMk cId="2438620848" sldId="332"/>
            <ac:spMk id="6" creationId="{9B000906-4DDE-5D14-6466-B6FD40E92F8B}"/>
          </ac:spMkLst>
        </pc:spChg>
        <pc:spChg chg="mod">
          <ac:chgData name="Paul Winser" userId="c3146a91-e6bd-4264-bd86-e164e04bc32d" providerId="ADAL" clId="{9A972264-9306-451B-BBF4-748E7E7517B9}" dt="2024-05-24T18:18:19.304" v="127" actId="1076"/>
          <ac:spMkLst>
            <pc:docMk/>
            <pc:sldMk cId="2438620848" sldId="332"/>
            <ac:spMk id="9" creationId="{9A71A945-386C-EF23-DC26-3CAF7F171266}"/>
          </ac:spMkLst>
        </pc:spChg>
        <pc:picChg chg="add del mod ord">
          <ac:chgData name="Paul Winser" userId="c3146a91-e6bd-4264-bd86-e164e04bc32d" providerId="ADAL" clId="{9A972264-9306-451B-BBF4-748E7E7517B9}" dt="2024-05-24T18:16:49.619" v="107"/>
          <ac:picMkLst>
            <pc:docMk/>
            <pc:sldMk cId="2438620848" sldId="332"/>
            <ac:picMk id="7" creationId="{E5C298C7-5AB1-697A-3EA0-44131397791E}"/>
          </ac:picMkLst>
        </pc:picChg>
        <pc:picChg chg="add mod ord">
          <ac:chgData name="Paul Winser" userId="c3146a91-e6bd-4264-bd86-e164e04bc32d" providerId="ADAL" clId="{9A972264-9306-451B-BBF4-748E7E7517B9}" dt="2024-05-24T18:18:27.299" v="128" actId="1076"/>
          <ac:picMkLst>
            <pc:docMk/>
            <pc:sldMk cId="2438620848" sldId="332"/>
            <ac:picMk id="10" creationId="{0B8B255E-6311-AD5E-DBD2-CF64546237CB}"/>
          </ac:picMkLst>
        </pc:picChg>
        <pc:picChg chg="add del">
          <ac:chgData name="Paul Winser" userId="c3146a91-e6bd-4264-bd86-e164e04bc32d" providerId="ADAL" clId="{9A972264-9306-451B-BBF4-748E7E7517B9}" dt="2024-05-24T18:17:57.457" v="122" actId="478"/>
          <ac:picMkLst>
            <pc:docMk/>
            <pc:sldMk cId="2438620848" sldId="332"/>
            <ac:picMk id="2050" creationId="{C9860BD2-92E9-FA38-B917-2C94238185A3}"/>
          </ac:picMkLst>
        </pc:picChg>
        <pc:cxnChg chg="mod">
          <ac:chgData name="Paul Winser" userId="c3146a91-e6bd-4264-bd86-e164e04bc32d" providerId="ADAL" clId="{9A972264-9306-451B-BBF4-748E7E7517B9}" dt="2024-05-24T18:18:19.304" v="127" actId="1076"/>
          <ac:cxnSpMkLst>
            <pc:docMk/>
            <pc:sldMk cId="2438620848" sldId="332"/>
            <ac:cxnSpMk id="8" creationId="{A16DD8F1-EC12-3952-09B9-0557F3DC8F82}"/>
          </ac:cxnSpMkLst>
        </pc:cxnChg>
      </pc:sldChg>
      <pc:sldChg chg="addSp delSp modSp">
        <pc:chgData name="Paul Winser" userId="c3146a91-e6bd-4264-bd86-e164e04bc32d" providerId="ADAL" clId="{9A972264-9306-451B-BBF4-748E7E7517B9}" dt="2024-05-24T18:18:34.644" v="130"/>
        <pc:sldMkLst>
          <pc:docMk/>
          <pc:sldMk cId="1896933352" sldId="333"/>
        </pc:sldMkLst>
        <pc:spChg chg="add mod">
          <ac:chgData name="Paul Winser" userId="c3146a91-e6bd-4264-bd86-e164e04bc32d" providerId="ADAL" clId="{9A972264-9306-451B-BBF4-748E7E7517B9}" dt="2024-05-24T17:37:58.231" v="30"/>
          <ac:spMkLst>
            <pc:docMk/>
            <pc:sldMk cId="1896933352" sldId="333"/>
            <ac:spMk id="2" creationId="{B223E0AF-4ED4-9316-BC88-F883B91FF148}"/>
          </ac:spMkLst>
        </pc:spChg>
        <pc:picChg chg="add mod">
          <ac:chgData name="Paul Winser" userId="c3146a91-e6bd-4264-bd86-e164e04bc32d" providerId="ADAL" clId="{9A972264-9306-451B-BBF4-748E7E7517B9}" dt="2024-05-24T18:18:34.644" v="130"/>
          <ac:picMkLst>
            <pc:docMk/>
            <pc:sldMk cId="1896933352" sldId="333"/>
            <ac:picMk id="3" creationId="{15A7084B-01E9-B94A-A1A5-DB5ECE5D9A63}"/>
          </ac:picMkLst>
        </pc:picChg>
        <pc:picChg chg="del">
          <ac:chgData name="Paul Winser" userId="c3146a91-e6bd-4264-bd86-e164e04bc32d" providerId="ADAL" clId="{9A972264-9306-451B-BBF4-748E7E7517B9}" dt="2024-05-24T18:18:34.486" v="129" actId="478"/>
          <ac:picMkLst>
            <pc:docMk/>
            <pc:sldMk cId="1896933352" sldId="333"/>
            <ac:picMk id="3074" creationId="{C710896C-84AB-FFAF-A685-3AE1968C5597}"/>
          </ac:picMkLst>
        </pc:picChg>
      </pc:sldChg>
      <pc:sldChg chg="addSp modSp">
        <pc:chgData name="Paul Winser" userId="c3146a91-e6bd-4264-bd86-e164e04bc32d" providerId="ADAL" clId="{9A972264-9306-451B-BBF4-748E7E7517B9}" dt="2024-05-24T17:37:59.811" v="31"/>
        <pc:sldMkLst>
          <pc:docMk/>
          <pc:sldMk cId="1919645471" sldId="334"/>
        </pc:sldMkLst>
        <pc:spChg chg="add mod">
          <ac:chgData name="Paul Winser" userId="c3146a91-e6bd-4264-bd86-e164e04bc32d" providerId="ADAL" clId="{9A972264-9306-451B-BBF4-748E7E7517B9}" dt="2024-05-24T17:37:59.811" v="31"/>
          <ac:spMkLst>
            <pc:docMk/>
            <pc:sldMk cId="1919645471" sldId="334"/>
            <ac:spMk id="3" creationId="{13A2CC19-DC6D-F4EF-4302-01A5BACC9321}"/>
          </ac:spMkLst>
        </pc:spChg>
      </pc:sldChg>
      <pc:sldChg chg="addSp modSp">
        <pc:chgData name="Paul Winser" userId="c3146a91-e6bd-4264-bd86-e164e04bc32d" providerId="ADAL" clId="{9A972264-9306-451B-BBF4-748E7E7517B9}" dt="2024-05-24T17:38:01.121" v="32"/>
        <pc:sldMkLst>
          <pc:docMk/>
          <pc:sldMk cId="2114948269" sldId="335"/>
        </pc:sldMkLst>
        <pc:spChg chg="add mod">
          <ac:chgData name="Paul Winser" userId="c3146a91-e6bd-4264-bd86-e164e04bc32d" providerId="ADAL" clId="{9A972264-9306-451B-BBF4-748E7E7517B9}" dt="2024-05-24T17:38:01.121" v="32"/>
          <ac:spMkLst>
            <pc:docMk/>
            <pc:sldMk cId="2114948269" sldId="335"/>
            <ac:spMk id="2" creationId="{E7A3CBE1-812A-6587-A94D-1593598A4E37}"/>
          </ac:spMkLst>
        </pc:spChg>
      </pc:sldChg>
      <pc:sldChg chg="addSp modSp">
        <pc:chgData name="Paul Winser" userId="c3146a91-e6bd-4264-bd86-e164e04bc32d" providerId="ADAL" clId="{9A972264-9306-451B-BBF4-748E7E7517B9}" dt="2024-05-24T17:38:02.312" v="33"/>
        <pc:sldMkLst>
          <pc:docMk/>
          <pc:sldMk cId="3303370319" sldId="336"/>
        </pc:sldMkLst>
        <pc:spChg chg="add mod">
          <ac:chgData name="Paul Winser" userId="c3146a91-e6bd-4264-bd86-e164e04bc32d" providerId="ADAL" clId="{9A972264-9306-451B-BBF4-748E7E7517B9}" dt="2024-05-24T17:38:02.312" v="33"/>
          <ac:spMkLst>
            <pc:docMk/>
            <pc:sldMk cId="3303370319" sldId="336"/>
            <ac:spMk id="2" creationId="{EE29B5CF-54DB-2A14-25A4-13A35CA513AD}"/>
          </ac:spMkLst>
        </pc:spChg>
      </pc:sldChg>
      <pc:sldChg chg="addSp delSp modSp mod">
        <pc:chgData name="Paul Winser" userId="c3146a91-e6bd-4264-bd86-e164e04bc32d" providerId="ADAL" clId="{9A972264-9306-451B-BBF4-748E7E7517B9}" dt="2024-05-24T18:18:52.744" v="136" actId="1076"/>
        <pc:sldMkLst>
          <pc:docMk/>
          <pc:sldMk cId="1799763980" sldId="337"/>
        </pc:sldMkLst>
        <pc:spChg chg="add mod">
          <ac:chgData name="Paul Winser" userId="c3146a91-e6bd-4264-bd86-e164e04bc32d" providerId="ADAL" clId="{9A972264-9306-451B-BBF4-748E7E7517B9}" dt="2024-05-24T17:38:03.599" v="34"/>
          <ac:spMkLst>
            <pc:docMk/>
            <pc:sldMk cId="1799763980" sldId="337"/>
            <ac:spMk id="2" creationId="{72A5D05B-22AD-CDED-8DAD-EACBD825AF6E}"/>
          </ac:spMkLst>
        </pc:spChg>
        <pc:picChg chg="add mod">
          <ac:chgData name="Paul Winser" userId="c3146a91-e6bd-4264-bd86-e164e04bc32d" providerId="ADAL" clId="{9A972264-9306-451B-BBF4-748E7E7517B9}" dt="2024-05-24T18:18:48.618" v="133" actId="1076"/>
          <ac:picMkLst>
            <pc:docMk/>
            <pc:sldMk cId="1799763980" sldId="337"/>
            <ac:picMk id="3" creationId="{5EAC510D-E8E4-2FF0-6A13-7B956237FFF3}"/>
          </ac:picMkLst>
        </pc:picChg>
        <pc:picChg chg="add mod">
          <ac:chgData name="Paul Winser" userId="c3146a91-e6bd-4264-bd86-e164e04bc32d" providerId="ADAL" clId="{9A972264-9306-451B-BBF4-748E7E7517B9}" dt="2024-05-24T18:18:52.744" v="136" actId="1076"/>
          <ac:picMkLst>
            <pc:docMk/>
            <pc:sldMk cId="1799763980" sldId="337"/>
            <ac:picMk id="4" creationId="{489FE860-5C48-34F6-9D59-A5F5B976BB07}"/>
          </ac:picMkLst>
        </pc:picChg>
        <pc:picChg chg="del">
          <ac:chgData name="Paul Winser" userId="c3146a91-e6bd-4264-bd86-e164e04bc32d" providerId="ADAL" clId="{9A972264-9306-451B-BBF4-748E7E7517B9}" dt="2024-05-24T18:18:50.647" v="134" actId="478"/>
          <ac:picMkLst>
            <pc:docMk/>
            <pc:sldMk cId="1799763980" sldId="337"/>
            <ac:picMk id="1026" creationId="{C1F82DA0-319E-2C8C-8704-8EF39ACF053D}"/>
          </ac:picMkLst>
        </pc:picChg>
        <pc:picChg chg="del">
          <ac:chgData name="Paul Winser" userId="c3146a91-e6bd-4264-bd86-e164e04bc32d" providerId="ADAL" clId="{9A972264-9306-451B-BBF4-748E7E7517B9}" dt="2024-05-24T18:18:46.117" v="131" actId="478"/>
          <ac:picMkLst>
            <pc:docMk/>
            <pc:sldMk cId="1799763980" sldId="337"/>
            <ac:picMk id="1028" creationId="{969BF049-92A6-8C4B-85CB-185972122803}"/>
          </ac:picMkLst>
        </pc:picChg>
      </pc:sldChg>
      <pc:sldChg chg="addSp delSp modSp mod">
        <pc:chgData name="Paul Winser" userId="c3146a91-e6bd-4264-bd86-e164e04bc32d" providerId="ADAL" clId="{9A972264-9306-451B-BBF4-748E7E7517B9}" dt="2024-05-24T18:19:00.763" v="139" actId="1076"/>
        <pc:sldMkLst>
          <pc:docMk/>
          <pc:sldMk cId="336718105" sldId="338"/>
        </pc:sldMkLst>
        <pc:spChg chg="add mod">
          <ac:chgData name="Paul Winser" userId="c3146a91-e6bd-4264-bd86-e164e04bc32d" providerId="ADAL" clId="{9A972264-9306-451B-BBF4-748E7E7517B9}" dt="2024-05-24T17:38:05.982" v="35"/>
          <ac:spMkLst>
            <pc:docMk/>
            <pc:sldMk cId="336718105" sldId="338"/>
            <ac:spMk id="2" creationId="{62D0FC63-6EF1-DF49-EE62-A448A4EB9C8F}"/>
          </ac:spMkLst>
        </pc:spChg>
        <pc:picChg chg="add mod">
          <ac:chgData name="Paul Winser" userId="c3146a91-e6bd-4264-bd86-e164e04bc32d" providerId="ADAL" clId="{9A972264-9306-451B-BBF4-748E7E7517B9}" dt="2024-05-24T18:19:00.763" v="139" actId="1076"/>
          <ac:picMkLst>
            <pc:docMk/>
            <pc:sldMk cId="336718105" sldId="338"/>
            <ac:picMk id="3" creationId="{CC47F0E8-7341-DF87-04AF-D3C1F53BD224}"/>
          </ac:picMkLst>
        </pc:picChg>
        <pc:picChg chg="del">
          <ac:chgData name="Paul Winser" userId="c3146a91-e6bd-4264-bd86-e164e04bc32d" providerId="ADAL" clId="{9A972264-9306-451B-BBF4-748E7E7517B9}" dt="2024-05-24T18:18:57.157" v="137" actId="478"/>
          <ac:picMkLst>
            <pc:docMk/>
            <pc:sldMk cId="336718105" sldId="338"/>
            <ac:picMk id="1026" creationId="{870B5BC9-E1A0-E3B6-4FAC-3EC81526ABA5}"/>
          </ac:picMkLst>
        </pc:picChg>
      </pc:sldChg>
      <pc:sldChg chg="addSp delSp modSp">
        <pc:chgData name="Paul Winser" userId="c3146a91-e6bd-4264-bd86-e164e04bc32d" providerId="ADAL" clId="{9A972264-9306-451B-BBF4-748E7E7517B9}" dt="2024-05-24T17:38:09.856" v="38"/>
        <pc:sldMkLst>
          <pc:docMk/>
          <pc:sldMk cId="411441737" sldId="339"/>
        </pc:sldMkLst>
        <pc:spChg chg="add mod">
          <ac:chgData name="Paul Winser" userId="c3146a91-e6bd-4264-bd86-e164e04bc32d" providerId="ADAL" clId="{9A972264-9306-451B-BBF4-748E7E7517B9}" dt="2024-05-24T17:38:07.403" v="36"/>
          <ac:spMkLst>
            <pc:docMk/>
            <pc:sldMk cId="411441737" sldId="339"/>
            <ac:spMk id="2" creationId="{1750C387-2DF1-377C-DF3B-0050EFE505BB}"/>
          </ac:spMkLst>
        </pc:spChg>
        <pc:spChg chg="add del mod">
          <ac:chgData name="Paul Winser" userId="c3146a91-e6bd-4264-bd86-e164e04bc32d" providerId="ADAL" clId="{9A972264-9306-451B-BBF4-748E7E7517B9}" dt="2024-05-24T17:38:09.856" v="38"/>
          <ac:spMkLst>
            <pc:docMk/>
            <pc:sldMk cId="411441737" sldId="339"/>
            <ac:spMk id="4" creationId="{AC0374D0-F47D-D7E5-0A5D-927A81416AF5}"/>
          </ac:spMkLst>
        </pc:spChg>
      </pc:sldChg>
      <pc:sldChg chg="addSp modSp">
        <pc:chgData name="Paul Winser" userId="c3146a91-e6bd-4264-bd86-e164e04bc32d" providerId="ADAL" clId="{9A972264-9306-451B-BBF4-748E7E7517B9}" dt="2024-05-24T17:38:14.984" v="42"/>
        <pc:sldMkLst>
          <pc:docMk/>
          <pc:sldMk cId="2404262885" sldId="340"/>
        </pc:sldMkLst>
        <pc:spChg chg="add mod">
          <ac:chgData name="Paul Winser" userId="c3146a91-e6bd-4264-bd86-e164e04bc32d" providerId="ADAL" clId="{9A972264-9306-451B-BBF4-748E7E7517B9}" dt="2024-05-24T17:38:14.984" v="42"/>
          <ac:spMkLst>
            <pc:docMk/>
            <pc:sldMk cId="2404262885" sldId="340"/>
            <ac:spMk id="3" creationId="{C774786E-FAF0-BFBA-0E79-747DA42563CD}"/>
          </ac:spMkLst>
        </pc:spChg>
      </pc:sldChg>
      <pc:sldChg chg="addSp modSp">
        <pc:chgData name="Paul Winser" userId="c3146a91-e6bd-4264-bd86-e164e04bc32d" providerId="ADAL" clId="{9A972264-9306-451B-BBF4-748E7E7517B9}" dt="2024-05-24T17:38:13.632" v="41"/>
        <pc:sldMkLst>
          <pc:docMk/>
          <pc:sldMk cId="3225438429" sldId="341"/>
        </pc:sldMkLst>
        <pc:spChg chg="add mod">
          <ac:chgData name="Paul Winser" userId="c3146a91-e6bd-4264-bd86-e164e04bc32d" providerId="ADAL" clId="{9A972264-9306-451B-BBF4-748E7E7517B9}" dt="2024-05-24T17:38:13.632" v="41"/>
          <ac:spMkLst>
            <pc:docMk/>
            <pc:sldMk cId="3225438429" sldId="341"/>
            <ac:spMk id="3" creationId="{B9D04A63-206F-6B20-0A8C-4246B9867E9B}"/>
          </ac:spMkLst>
        </pc:spChg>
      </pc:sldChg>
      <pc:sldChg chg="addSp modSp">
        <pc:chgData name="Paul Winser" userId="c3146a91-e6bd-4264-bd86-e164e04bc32d" providerId="ADAL" clId="{9A972264-9306-451B-BBF4-748E7E7517B9}" dt="2024-05-24T17:38:16.241" v="43"/>
        <pc:sldMkLst>
          <pc:docMk/>
          <pc:sldMk cId="2274580039" sldId="342"/>
        </pc:sldMkLst>
        <pc:spChg chg="add mod">
          <ac:chgData name="Paul Winser" userId="c3146a91-e6bd-4264-bd86-e164e04bc32d" providerId="ADAL" clId="{9A972264-9306-451B-BBF4-748E7E7517B9}" dt="2024-05-24T17:38:16.241" v="43"/>
          <ac:spMkLst>
            <pc:docMk/>
            <pc:sldMk cId="2274580039" sldId="342"/>
            <ac:spMk id="3" creationId="{9752A8A4-46A7-1DA4-A93B-4869AE5995E3}"/>
          </ac:spMkLst>
        </pc:spChg>
      </pc:sldChg>
      <pc:sldChg chg="addSp delSp modSp mod">
        <pc:chgData name="Paul Winser" userId="c3146a91-e6bd-4264-bd86-e164e04bc32d" providerId="ADAL" clId="{9A972264-9306-451B-BBF4-748E7E7517B9}" dt="2024-05-24T18:25:18.235" v="215" actId="1036"/>
        <pc:sldMkLst>
          <pc:docMk/>
          <pc:sldMk cId="1073476900" sldId="343"/>
        </pc:sldMkLst>
        <pc:spChg chg="mod">
          <ac:chgData name="Paul Winser" userId="c3146a91-e6bd-4264-bd86-e164e04bc32d" providerId="ADAL" clId="{9A972264-9306-451B-BBF4-748E7E7517B9}" dt="2024-05-24T18:25:18.235" v="215" actId="1036"/>
          <ac:spMkLst>
            <pc:docMk/>
            <pc:sldMk cId="1073476900" sldId="343"/>
            <ac:spMk id="2" creationId="{247B9A23-5067-37FD-73FB-47681009451B}"/>
          </ac:spMkLst>
        </pc:spChg>
        <pc:spChg chg="mod">
          <ac:chgData name="Paul Winser" userId="c3146a91-e6bd-4264-bd86-e164e04bc32d" providerId="ADAL" clId="{9A972264-9306-451B-BBF4-748E7E7517B9}" dt="2024-05-24T18:25:11.364" v="211" actId="14100"/>
          <ac:spMkLst>
            <pc:docMk/>
            <pc:sldMk cId="1073476900" sldId="343"/>
            <ac:spMk id="6" creationId="{A0F90F13-2C4D-D424-128C-2F977F54F51B}"/>
          </ac:spMkLst>
        </pc:spChg>
        <pc:spChg chg="add mod">
          <ac:chgData name="Paul Winser" userId="c3146a91-e6bd-4264-bd86-e164e04bc32d" providerId="ADAL" clId="{9A972264-9306-451B-BBF4-748E7E7517B9}" dt="2024-05-24T17:38:19.504" v="45"/>
          <ac:spMkLst>
            <pc:docMk/>
            <pc:sldMk cId="1073476900" sldId="343"/>
            <ac:spMk id="10" creationId="{61B5E03C-1157-2FB1-19FB-8DDAAC2FAC9B}"/>
          </ac:spMkLst>
        </pc:spChg>
        <pc:picChg chg="add mod ord">
          <ac:chgData name="Paul Winser" userId="c3146a91-e6bd-4264-bd86-e164e04bc32d" providerId="ADAL" clId="{9A972264-9306-451B-BBF4-748E7E7517B9}" dt="2024-05-24T18:20:00.847" v="151" actId="167"/>
          <ac:picMkLst>
            <pc:docMk/>
            <pc:sldMk cId="1073476900" sldId="343"/>
            <ac:picMk id="11" creationId="{F18B5107-0235-4AF7-20B7-ED076F7CB59F}"/>
          </ac:picMkLst>
        </pc:picChg>
        <pc:picChg chg="add mod">
          <ac:chgData name="Paul Winser" userId="c3146a91-e6bd-4264-bd86-e164e04bc32d" providerId="ADAL" clId="{9A972264-9306-451B-BBF4-748E7E7517B9}" dt="2024-05-24T18:19:58.475" v="149" actId="1076"/>
          <ac:picMkLst>
            <pc:docMk/>
            <pc:sldMk cId="1073476900" sldId="343"/>
            <ac:picMk id="12" creationId="{7D62580A-493B-3096-DEE8-20E593FB4BB3}"/>
          </ac:picMkLst>
        </pc:picChg>
        <pc:picChg chg="del">
          <ac:chgData name="Paul Winser" userId="c3146a91-e6bd-4264-bd86-e164e04bc32d" providerId="ADAL" clId="{9A972264-9306-451B-BBF4-748E7E7517B9}" dt="2024-05-24T18:19:40.627" v="145" actId="478"/>
          <ac:picMkLst>
            <pc:docMk/>
            <pc:sldMk cId="1073476900" sldId="343"/>
            <ac:picMk id="2050" creationId="{EA3F8C1F-82B8-97EA-C3B0-E19CB514EC95}"/>
          </ac:picMkLst>
        </pc:picChg>
        <pc:picChg chg="del">
          <ac:chgData name="Paul Winser" userId="c3146a91-e6bd-4264-bd86-e164e04bc32d" providerId="ADAL" clId="{9A972264-9306-451B-BBF4-748E7E7517B9}" dt="2024-05-24T18:19:52.421" v="147" actId="478"/>
          <ac:picMkLst>
            <pc:docMk/>
            <pc:sldMk cId="1073476900" sldId="343"/>
            <ac:picMk id="2052" creationId="{153D9673-4D8E-AF3A-397F-0A07BA145080}"/>
          </ac:picMkLst>
        </pc:picChg>
      </pc:sldChg>
      <pc:sldChg chg="addSp modSp">
        <pc:chgData name="Paul Winser" userId="c3146a91-e6bd-4264-bd86-e164e04bc32d" providerId="ADAL" clId="{9A972264-9306-451B-BBF4-748E7E7517B9}" dt="2024-05-24T17:38:20.749" v="46"/>
        <pc:sldMkLst>
          <pc:docMk/>
          <pc:sldMk cId="2388360713" sldId="344"/>
        </pc:sldMkLst>
        <pc:spChg chg="add mod">
          <ac:chgData name="Paul Winser" userId="c3146a91-e6bd-4264-bd86-e164e04bc32d" providerId="ADAL" clId="{9A972264-9306-451B-BBF4-748E7E7517B9}" dt="2024-05-24T17:38:20.749" v="46"/>
          <ac:spMkLst>
            <pc:docMk/>
            <pc:sldMk cId="2388360713" sldId="344"/>
            <ac:spMk id="2" creationId="{284EB0A7-AD92-3340-2771-BF4EC6EC22BF}"/>
          </ac:spMkLst>
        </pc:spChg>
      </pc:sldChg>
      <pc:sldChg chg="addSp delSp modSp mod">
        <pc:chgData name="Paul Winser" userId="c3146a91-e6bd-4264-bd86-e164e04bc32d" providerId="ADAL" clId="{9A972264-9306-451B-BBF4-748E7E7517B9}" dt="2024-05-24T18:20:58.943" v="170" actId="1076"/>
        <pc:sldMkLst>
          <pc:docMk/>
          <pc:sldMk cId="867773447" sldId="345"/>
        </pc:sldMkLst>
        <pc:spChg chg="mod">
          <ac:chgData name="Paul Winser" userId="c3146a91-e6bd-4264-bd86-e164e04bc32d" providerId="ADAL" clId="{9A972264-9306-451B-BBF4-748E7E7517B9}" dt="2024-05-24T18:20:52.746" v="168" actId="1076"/>
          <ac:spMkLst>
            <pc:docMk/>
            <pc:sldMk cId="867773447" sldId="345"/>
            <ac:spMk id="4" creationId="{E069C11B-7C95-A326-B5C1-4D8381054705}"/>
          </ac:spMkLst>
        </pc:spChg>
        <pc:spChg chg="mod">
          <ac:chgData name="Paul Winser" userId="c3146a91-e6bd-4264-bd86-e164e04bc32d" providerId="ADAL" clId="{9A972264-9306-451B-BBF4-748E7E7517B9}" dt="2024-05-24T18:20:55.673" v="169" actId="1076"/>
          <ac:spMkLst>
            <pc:docMk/>
            <pc:sldMk cId="867773447" sldId="345"/>
            <ac:spMk id="5" creationId="{93B4DEA2-781B-1DE7-EA58-B7B88E7213FC}"/>
          </ac:spMkLst>
        </pc:spChg>
        <pc:spChg chg="mod">
          <ac:chgData name="Paul Winser" userId="c3146a91-e6bd-4264-bd86-e164e04bc32d" providerId="ADAL" clId="{9A972264-9306-451B-BBF4-748E7E7517B9}" dt="2024-05-24T18:20:36.243" v="163" actId="478"/>
          <ac:spMkLst>
            <pc:docMk/>
            <pc:sldMk cId="867773447" sldId="345"/>
            <ac:spMk id="6" creationId="{03441697-503D-4E52-653F-2631E22B8E39}"/>
          </ac:spMkLst>
        </pc:spChg>
        <pc:spChg chg="mod">
          <ac:chgData name="Paul Winser" userId="c3146a91-e6bd-4264-bd86-e164e04bc32d" providerId="ADAL" clId="{9A972264-9306-451B-BBF4-748E7E7517B9}" dt="2024-05-24T18:20:36.243" v="163" actId="478"/>
          <ac:spMkLst>
            <pc:docMk/>
            <pc:sldMk cId="867773447" sldId="345"/>
            <ac:spMk id="7" creationId="{A5FAB4D8-DCDC-B3C8-E07C-F29A7EF32512}"/>
          </ac:spMkLst>
        </pc:spChg>
        <pc:spChg chg="mod">
          <ac:chgData name="Paul Winser" userId="c3146a91-e6bd-4264-bd86-e164e04bc32d" providerId="ADAL" clId="{9A972264-9306-451B-BBF4-748E7E7517B9}" dt="2024-05-24T18:20:58.943" v="170" actId="1076"/>
          <ac:spMkLst>
            <pc:docMk/>
            <pc:sldMk cId="867773447" sldId="345"/>
            <ac:spMk id="8" creationId="{807B5A96-E38E-DAAC-1E54-DD703E2BDEC9}"/>
          </ac:spMkLst>
        </pc:spChg>
        <pc:spChg chg="add mod">
          <ac:chgData name="Paul Winser" userId="c3146a91-e6bd-4264-bd86-e164e04bc32d" providerId="ADAL" clId="{9A972264-9306-451B-BBF4-748E7E7517B9}" dt="2024-05-24T17:38:22.460" v="47"/>
          <ac:spMkLst>
            <pc:docMk/>
            <pc:sldMk cId="867773447" sldId="345"/>
            <ac:spMk id="9" creationId="{C6CAD415-5337-20E0-6F5A-F75501B8620F}"/>
          </ac:spMkLst>
        </pc:spChg>
        <pc:spChg chg="mod">
          <ac:chgData name="Paul Winser" userId="c3146a91-e6bd-4264-bd86-e164e04bc32d" providerId="ADAL" clId="{9A972264-9306-451B-BBF4-748E7E7517B9}" dt="2024-05-24T18:20:36.243" v="163" actId="478"/>
          <ac:spMkLst>
            <pc:docMk/>
            <pc:sldMk cId="867773447" sldId="345"/>
            <ac:spMk id="10" creationId="{169EF8D1-3D88-A8F7-58BC-4915FC1FBB26}"/>
          </ac:spMkLst>
        </pc:spChg>
        <pc:grpChg chg="add del mod">
          <ac:chgData name="Paul Winser" userId="c3146a91-e6bd-4264-bd86-e164e04bc32d" providerId="ADAL" clId="{9A972264-9306-451B-BBF4-748E7E7517B9}" dt="2024-05-24T18:20:50.822" v="167" actId="1076"/>
          <ac:grpSpMkLst>
            <pc:docMk/>
            <pc:sldMk cId="867773447" sldId="345"/>
            <ac:grpSpMk id="3" creationId="{695CB668-B529-7954-BA70-CA36DC8CC6E2}"/>
          </ac:grpSpMkLst>
        </pc:grpChg>
        <pc:picChg chg="add mod ord">
          <ac:chgData name="Paul Winser" userId="c3146a91-e6bd-4264-bd86-e164e04bc32d" providerId="ADAL" clId="{9A972264-9306-451B-BBF4-748E7E7517B9}" dt="2024-05-24T18:20:48.095" v="166" actId="1076"/>
          <ac:picMkLst>
            <pc:docMk/>
            <pc:sldMk cId="867773447" sldId="345"/>
            <ac:picMk id="11" creationId="{568FE1DC-19C4-856A-0227-9312B94AD202}"/>
          </ac:picMkLst>
        </pc:picChg>
        <pc:picChg chg="del">
          <ac:chgData name="Paul Winser" userId="c3146a91-e6bd-4264-bd86-e164e04bc32d" providerId="ADAL" clId="{9A972264-9306-451B-BBF4-748E7E7517B9}" dt="2024-05-24T18:20:36.243" v="163" actId="478"/>
          <ac:picMkLst>
            <pc:docMk/>
            <pc:sldMk cId="867773447" sldId="345"/>
            <ac:picMk id="3074" creationId="{E1D101EE-50DE-4D1C-A907-FE8310441CE2}"/>
          </ac:picMkLst>
        </pc:picChg>
      </pc:sldChg>
      <pc:sldChg chg="addSp modSp">
        <pc:chgData name="Paul Winser" userId="c3146a91-e6bd-4264-bd86-e164e04bc32d" providerId="ADAL" clId="{9A972264-9306-451B-BBF4-748E7E7517B9}" dt="2024-05-24T17:38:23.901" v="48"/>
        <pc:sldMkLst>
          <pc:docMk/>
          <pc:sldMk cId="4001690945" sldId="346"/>
        </pc:sldMkLst>
        <pc:spChg chg="add mod">
          <ac:chgData name="Paul Winser" userId="c3146a91-e6bd-4264-bd86-e164e04bc32d" providerId="ADAL" clId="{9A972264-9306-451B-BBF4-748E7E7517B9}" dt="2024-05-24T17:38:23.901" v="48"/>
          <ac:spMkLst>
            <pc:docMk/>
            <pc:sldMk cId="4001690945" sldId="346"/>
            <ac:spMk id="3" creationId="{787C7757-1A15-0A82-85C1-DE437DA6DD1E}"/>
          </ac:spMkLst>
        </pc:spChg>
      </pc:sldChg>
      <pc:sldChg chg="addSp modSp">
        <pc:chgData name="Paul Winser" userId="c3146a91-e6bd-4264-bd86-e164e04bc32d" providerId="ADAL" clId="{9A972264-9306-451B-BBF4-748E7E7517B9}" dt="2024-05-24T17:38:25.175" v="49"/>
        <pc:sldMkLst>
          <pc:docMk/>
          <pc:sldMk cId="3166743336" sldId="347"/>
        </pc:sldMkLst>
        <pc:spChg chg="add mod">
          <ac:chgData name="Paul Winser" userId="c3146a91-e6bd-4264-bd86-e164e04bc32d" providerId="ADAL" clId="{9A972264-9306-451B-BBF4-748E7E7517B9}" dt="2024-05-24T17:38:25.175" v="49"/>
          <ac:spMkLst>
            <pc:docMk/>
            <pc:sldMk cId="3166743336" sldId="347"/>
            <ac:spMk id="3" creationId="{C86CB3A5-156E-EB5B-95D1-25FE418C826C}"/>
          </ac:spMkLst>
        </pc:spChg>
      </pc:sldChg>
      <pc:sldChg chg="addSp modSp">
        <pc:chgData name="Paul Winser" userId="c3146a91-e6bd-4264-bd86-e164e04bc32d" providerId="ADAL" clId="{9A972264-9306-451B-BBF4-748E7E7517B9}" dt="2024-05-24T17:38:10.709" v="39"/>
        <pc:sldMkLst>
          <pc:docMk/>
          <pc:sldMk cId="3604185693" sldId="348"/>
        </pc:sldMkLst>
        <pc:spChg chg="add mod">
          <ac:chgData name="Paul Winser" userId="c3146a91-e6bd-4264-bd86-e164e04bc32d" providerId="ADAL" clId="{9A972264-9306-451B-BBF4-748E7E7517B9}" dt="2024-05-24T17:38:10.709" v="39"/>
          <ac:spMkLst>
            <pc:docMk/>
            <pc:sldMk cId="3604185693" sldId="348"/>
            <ac:spMk id="3" creationId="{277EEB74-A5A8-1A16-C5D6-C342D9AC4442}"/>
          </ac:spMkLst>
        </pc:spChg>
      </pc:sldChg>
      <pc:sldChg chg="addSp delSp modSp mod">
        <pc:chgData name="Paul Winser" userId="c3146a91-e6bd-4264-bd86-e164e04bc32d" providerId="ADAL" clId="{9A972264-9306-451B-BBF4-748E7E7517B9}" dt="2024-05-24T18:23:45.424" v="198" actId="14100"/>
        <pc:sldMkLst>
          <pc:docMk/>
          <pc:sldMk cId="293913223" sldId="349"/>
        </pc:sldMkLst>
        <pc:spChg chg="mod">
          <ac:chgData name="Paul Winser" userId="c3146a91-e6bd-4264-bd86-e164e04bc32d" providerId="ADAL" clId="{9A972264-9306-451B-BBF4-748E7E7517B9}" dt="2024-05-24T18:23:45.424" v="198" actId="14100"/>
          <ac:spMkLst>
            <pc:docMk/>
            <pc:sldMk cId="293913223" sldId="349"/>
            <ac:spMk id="3" creationId="{72AEE080-1CBA-9CFB-7FD2-197A48526034}"/>
          </ac:spMkLst>
        </pc:spChg>
        <pc:spChg chg="mod">
          <ac:chgData name="Paul Winser" userId="c3146a91-e6bd-4264-bd86-e164e04bc32d" providerId="ADAL" clId="{9A972264-9306-451B-BBF4-748E7E7517B9}" dt="2024-05-24T18:21:52.354" v="180" actId="478"/>
          <ac:spMkLst>
            <pc:docMk/>
            <pc:sldMk cId="293913223" sldId="349"/>
            <ac:spMk id="5" creationId="{DEF4B3EC-13C6-BCC6-63FD-4A68EA82673E}"/>
          </ac:spMkLst>
        </pc:spChg>
        <pc:spChg chg="add mod">
          <ac:chgData name="Paul Winser" userId="c3146a91-e6bd-4264-bd86-e164e04bc32d" providerId="ADAL" clId="{9A972264-9306-451B-BBF4-748E7E7517B9}" dt="2024-05-24T17:38:26.451" v="50"/>
          <ac:spMkLst>
            <pc:docMk/>
            <pc:sldMk cId="293913223" sldId="349"/>
            <ac:spMk id="6" creationId="{6D93D6EF-D99E-B9B9-1DC8-4447C9B03A8F}"/>
          </ac:spMkLst>
        </pc:spChg>
        <pc:spChg chg="mod">
          <ac:chgData name="Paul Winser" userId="c3146a91-e6bd-4264-bd86-e164e04bc32d" providerId="ADAL" clId="{9A972264-9306-451B-BBF4-748E7E7517B9}" dt="2024-05-24T18:21:52.354" v="180" actId="478"/>
          <ac:spMkLst>
            <pc:docMk/>
            <pc:sldMk cId="293913223" sldId="349"/>
            <ac:spMk id="18" creationId="{6F467E86-8A9C-4DD3-6B00-ACC62867220B}"/>
          </ac:spMkLst>
        </pc:spChg>
        <pc:spChg chg="mod">
          <ac:chgData name="Paul Winser" userId="c3146a91-e6bd-4264-bd86-e164e04bc32d" providerId="ADAL" clId="{9A972264-9306-451B-BBF4-748E7E7517B9}" dt="2024-05-24T18:21:52.354" v="180" actId="478"/>
          <ac:spMkLst>
            <pc:docMk/>
            <pc:sldMk cId="293913223" sldId="349"/>
            <ac:spMk id="19" creationId="{1964D8E6-5C9F-0D3A-DD2B-EBFD83179734}"/>
          </ac:spMkLst>
        </pc:spChg>
        <pc:spChg chg="mod">
          <ac:chgData name="Paul Winser" userId="c3146a91-e6bd-4264-bd86-e164e04bc32d" providerId="ADAL" clId="{9A972264-9306-451B-BBF4-748E7E7517B9}" dt="2024-05-24T18:21:52.354" v="180" actId="478"/>
          <ac:spMkLst>
            <pc:docMk/>
            <pc:sldMk cId="293913223" sldId="349"/>
            <ac:spMk id="20" creationId="{C4E940A8-1D7B-685F-6DFD-95A2F498B663}"/>
          </ac:spMkLst>
        </pc:spChg>
        <pc:spChg chg="mod">
          <ac:chgData name="Paul Winser" userId="c3146a91-e6bd-4264-bd86-e164e04bc32d" providerId="ADAL" clId="{9A972264-9306-451B-BBF4-748E7E7517B9}" dt="2024-05-24T18:22:42.119" v="187" actId="1076"/>
          <ac:spMkLst>
            <pc:docMk/>
            <pc:sldMk cId="293913223" sldId="349"/>
            <ac:spMk id="21" creationId="{5E06E310-7E85-6262-7AD5-3F22B5CAB717}"/>
          </ac:spMkLst>
        </pc:spChg>
        <pc:spChg chg="mod">
          <ac:chgData name="Paul Winser" userId="c3146a91-e6bd-4264-bd86-e164e04bc32d" providerId="ADAL" clId="{9A972264-9306-451B-BBF4-748E7E7517B9}" dt="2024-05-24T18:21:52.354" v="180" actId="478"/>
          <ac:spMkLst>
            <pc:docMk/>
            <pc:sldMk cId="293913223" sldId="349"/>
            <ac:spMk id="27" creationId="{EB44E357-55ED-4933-12CB-E8916BF14277}"/>
          </ac:spMkLst>
        </pc:spChg>
        <pc:spChg chg="mod">
          <ac:chgData name="Paul Winser" userId="c3146a91-e6bd-4264-bd86-e164e04bc32d" providerId="ADAL" clId="{9A972264-9306-451B-BBF4-748E7E7517B9}" dt="2024-05-24T18:21:52.354" v="180" actId="478"/>
          <ac:spMkLst>
            <pc:docMk/>
            <pc:sldMk cId="293913223" sldId="349"/>
            <ac:spMk id="30" creationId="{F9DE4FFF-FDAC-37CB-4C59-D0C33E1968B6}"/>
          </ac:spMkLst>
        </pc:spChg>
        <pc:grpChg chg="add del mod">
          <ac:chgData name="Paul Winser" userId="c3146a91-e6bd-4264-bd86-e164e04bc32d" providerId="ADAL" clId="{9A972264-9306-451B-BBF4-748E7E7517B9}" dt="2024-05-24T18:21:52.354" v="180" actId="478"/>
          <ac:grpSpMkLst>
            <pc:docMk/>
            <pc:sldMk cId="293913223" sldId="349"/>
            <ac:grpSpMk id="2" creationId="{DE6E6FC6-1A7E-5EC9-5A2C-423384337FC5}"/>
          </ac:grpSpMkLst>
        </pc:grpChg>
        <pc:grpChg chg="mod">
          <ac:chgData name="Paul Winser" userId="c3146a91-e6bd-4264-bd86-e164e04bc32d" providerId="ADAL" clId="{9A972264-9306-451B-BBF4-748E7E7517B9}" dt="2024-05-24T18:21:52.354" v="180" actId="478"/>
          <ac:grpSpMkLst>
            <pc:docMk/>
            <pc:sldMk cId="293913223" sldId="349"/>
            <ac:grpSpMk id="10" creationId="{E3E7A124-31D7-CC2F-770F-BC1D886A25AB}"/>
          </ac:grpSpMkLst>
        </pc:grpChg>
        <pc:grpChg chg="mod">
          <ac:chgData name="Paul Winser" userId="c3146a91-e6bd-4264-bd86-e164e04bc32d" providerId="ADAL" clId="{9A972264-9306-451B-BBF4-748E7E7517B9}" dt="2024-05-24T18:21:52.354" v="180" actId="478"/>
          <ac:grpSpMkLst>
            <pc:docMk/>
            <pc:sldMk cId="293913223" sldId="349"/>
            <ac:grpSpMk id="22" creationId="{4F6FB569-B34C-4FC0-6AC8-FFBE1A4E0CD9}"/>
          </ac:grpSpMkLst>
        </pc:grpChg>
        <pc:grpChg chg="mod">
          <ac:chgData name="Paul Winser" userId="c3146a91-e6bd-4264-bd86-e164e04bc32d" providerId="ADAL" clId="{9A972264-9306-451B-BBF4-748E7E7517B9}" dt="2024-05-24T18:21:52.354" v="180" actId="478"/>
          <ac:grpSpMkLst>
            <pc:docMk/>
            <pc:sldMk cId="293913223" sldId="349"/>
            <ac:grpSpMk id="29" creationId="{7389F07A-361D-628A-AEAF-CC35DC703EC9}"/>
          </ac:grpSpMkLst>
        </pc:grpChg>
        <pc:picChg chg="add mod ord">
          <ac:chgData name="Paul Winser" userId="c3146a91-e6bd-4264-bd86-e164e04bc32d" providerId="ADAL" clId="{9A972264-9306-451B-BBF4-748E7E7517B9}" dt="2024-05-24T18:22:32.329" v="186" actId="1076"/>
          <ac:picMkLst>
            <pc:docMk/>
            <pc:sldMk cId="293913223" sldId="349"/>
            <ac:picMk id="9" creationId="{6218CF1E-E33E-3EBE-E0F4-EB85859605F6}"/>
          </ac:picMkLst>
        </pc:picChg>
        <pc:picChg chg="add mod ord">
          <ac:chgData name="Paul Winser" userId="c3146a91-e6bd-4264-bd86-e164e04bc32d" providerId="ADAL" clId="{9A972264-9306-451B-BBF4-748E7E7517B9}" dt="2024-05-24T18:23:10.668" v="197" actId="14100"/>
          <ac:picMkLst>
            <pc:docMk/>
            <pc:sldMk cId="293913223" sldId="349"/>
            <ac:picMk id="11" creationId="{8FBC9F66-814F-75AD-C543-1663B5B11D1F}"/>
          </ac:picMkLst>
        </pc:picChg>
        <pc:picChg chg="del mod">
          <ac:chgData name="Paul Winser" userId="c3146a91-e6bd-4264-bd86-e164e04bc32d" providerId="ADAL" clId="{9A972264-9306-451B-BBF4-748E7E7517B9}" dt="2024-05-24T18:21:52.354" v="180" actId="478"/>
          <ac:picMkLst>
            <pc:docMk/>
            <pc:sldMk cId="293913223" sldId="349"/>
            <ac:picMk id="5122" creationId="{6062EB4C-66D5-C7AA-D6B2-E53A341ED0AE}"/>
          </ac:picMkLst>
        </pc:picChg>
        <pc:picChg chg="del mod">
          <ac:chgData name="Paul Winser" userId="c3146a91-e6bd-4264-bd86-e164e04bc32d" providerId="ADAL" clId="{9A972264-9306-451B-BBF4-748E7E7517B9}" dt="2024-05-24T18:22:50.287" v="188" actId="478"/>
          <ac:picMkLst>
            <pc:docMk/>
            <pc:sldMk cId="293913223" sldId="349"/>
            <ac:picMk id="5126" creationId="{B47F92D2-2A73-B3EA-3023-247B7413C175}"/>
          </ac:picMkLst>
        </pc:picChg>
        <pc:cxnChg chg="mod">
          <ac:chgData name="Paul Winser" userId="c3146a91-e6bd-4264-bd86-e164e04bc32d" providerId="ADAL" clId="{9A972264-9306-451B-BBF4-748E7E7517B9}" dt="2024-05-24T18:21:52.354" v="180" actId="478"/>
          <ac:cxnSpMkLst>
            <pc:docMk/>
            <pc:sldMk cId="293913223" sldId="349"/>
            <ac:cxnSpMk id="7" creationId="{832AF9D2-1129-0165-CC2A-6BC4799DD8CE}"/>
          </ac:cxnSpMkLst>
        </pc:cxnChg>
        <pc:cxnChg chg="mod">
          <ac:chgData name="Paul Winser" userId="c3146a91-e6bd-4264-bd86-e164e04bc32d" providerId="ADAL" clId="{9A972264-9306-451B-BBF4-748E7E7517B9}" dt="2024-05-24T18:21:52.354" v="180" actId="478"/>
          <ac:cxnSpMkLst>
            <pc:docMk/>
            <pc:sldMk cId="293913223" sldId="349"/>
            <ac:cxnSpMk id="8" creationId="{A7002884-7387-ADD9-F2D0-9D33D59AC10D}"/>
          </ac:cxnSpMkLst>
        </pc:cxnChg>
        <pc:cxnChg chg="mod">
          <ac:chgData name="Paul Winser" userId="c3146a91-e6bd-4264-bd86-e164e04bc32d" providerId="ADAL" clId="{9A972264-9306-451B-BBF4-748E7E7517B9}" dt="2024-05-24T18:21:52.354" v="180" actId="478"/>
          <ac:cxnSpMkLst>
            <pc:docMk/>
            <pc:sldMk cId="293913223" sldId="349"/>
            <ac:cxnSpMk id="12" creationId="{47CD6E0A-EC25-6003-88D9-3DC92D04D365}"/>
          </ac:cxnSpMkLst>
        </pc:cxnChg>
        <pc:cxnChg chg="mod">
          <ac:chgData name="Paul Winser" userId="c3146a91-e6bd-4264-bd86-e164e04bc32d" providerId="ADAL" clId="{9A972264-9306-451B-BBF4-748E7E7517B9}" dt="2024-05-24T18:21:52.354" v="180" actId="478"/>
          <ac:cxnSpMkLst>
            <pc:docMk/>
            <pc:sldMk cId="293913223" sldId="349"/>
            <ac:cxnSpMk id="14" creationId="{5E59F7C6-E1F1-6AA6-4761-94C314FA8AE6}"/>
          </ac:cxnSpMkLst>
        </pc:cxnChg>
        <pc:cxnChg chg="mod">
          <ac:chgData name="Paul Winser" userId="c3146a91-e6bd-4264-bd86-e164e04bc32d" providerId="ADAL" clId="{9A972264-9306-451B-BBF4-748E7E7517B9}" dt="2024-05-24T18:21:52.354" v="180" actId="478"/>
          <ac:cxnSpMkLst>
            <pc:docMk/>
            <pc:sldMk cId="293913223" sldId="349"/>
            <ac:cxnSpMk id="15" creationId="{6F0343CA-5FC0-1E95-3DE9-61E7A86ECFCC}"/>
          </ac:cxnSpMkLst>
        </pc:cxnChg>
        <pc:cxnChg chg="mod">
          <ac:chgData name="Paul Winser" userId="c3146a91-e6bd-4264-bd86-e164e04bc32d" providerId="ADAL" clId="{9A972264-9306-451B-BBF4-748E7E7517B9}" dt="2024-05-24T18:21:52.354" v="180" actId="478"/>
          <ac:cxnSpMkLst>
            <pc:docMk/>
            <pc:sldMk cId="293913223" sldId="349"/>
            <ac:cxnSpMk id="26" creationId="{F147250F-756C-6D5F-4876-1B73B71C10D2}"/>
          </ac:cxnSpMkLst>
        </pc:cxnChg>
      </pc:sldChg>
      <pc:sldChg chg="addSp delSp modSp mod">
        <pc:chgData name="Paul Winser" userId="c3146a91-e6bd-4264-bd86-e164e04bc32d" providerId="ADAL" clId="{9A972264-9306-451B-BBF4-748E7E7517B9}" dt="2024-05-24T18:24:09.649" v="203" actId="1076"/>
        <pc:sldMkLst>
          <pc:docMk/>
          <pc:sldMk cId="3699760295" sldId="350"/>
        </pc:sldMkLst>
        <pc:spChg chg="add mod">
          <ac:chgData name="Paul Winser" userId="c3146a91-e6bd-4264-bd86-e164e04bc32d" providerId="ADAL" clId="{9A972264-9306-451B-BBF4-748E7E7517B9}" dt="2024-05-24T17:38:28.117" v="51"/>
          <ac:spMkLst>
            <pc:docMk/>
            <pc:sldMk cId="3699760295" sldId="350"/>
            <ac:spMk id="3" creationId="{8407F934-4D14-F0DE-F3CB-3DB7850CE0C6}"/>
          </ac:spMkLst>
        </pc:spChg>
        <pc:picChg chg="add mod ord">
          <ac:chgData name="Paul Winser" userId="c3146a91-e6bd-4264-bd86-e164e04bc32d" providerId="ADAL" clId="{9A972264-9306-451B-BBF4-748E7E7517B9}" dt="2024-05-24T18:24:09.649" v="203" actId="1076"/>
          <ac:picMkLst>
            <pc:docMk/>
            <pc:sldMk cId="3699760295" sldId="350"/>
            <ac:picMk id="6" creationId="{3901DC99-6993-D981-12F5-C70C3373D365}"/>
          </ac:picMkLst>
        </pc:picChg>
        <pc:picChg chg="del">
          <ac:chgData name="Paul Winser" userId="c3146a91-e6bd-4264-bd86-e164e04bc32d" providerId="ADAL" clId="{9A972264-9306-451B-BBF4-748E7E7517B9}" dt="2024-05-24T18:24:02.765" v="199" actId="478"/>
          <ac:picMkLst>
            <pc:docMk/>
            <pc:sldMk cId="3699760295" sldId="350"/>
            <ac:picMk id="7170" creationId="{7D468E71-22CA-7E22-81CE-5591E545622B}"/>
          </ac:picMkLst>
        </pc:picChg>
      </pc:sldChg>
      <pc:sldChg chg="addSp modSp">
        <pc:chgData name="Paul Winser" userId="c3146a91-e6bd-4264-bd86-e164e04bc32d" providerId="ADAL" clId="{9A972264-9306-451B-BBF4-748E7E7517B9}" dt="2024-05-24T17:38:29.349" v="52"/>
        <pc:sldMkLst>
          <pc:docMk/>
          <pc:sldMk cId="4145342923" sldId="351"/>
        </pc:sldMkLst>
        <pc:spChg chg="add mod">
          <ac:chgData name="Paul Winser" userId="c3146a91-e6bd-4264-bd86-e164e04bc32d" providerId="ADAL" clId="{9A972264-9306-451B-BBF4-748E7E7517B9}" dt="2024-05-24T17:38:29.349" v="52"/>
          <ac:spMkLst>
            <pc:docMk/>
            <pc:sldMk cId="4145342923" sldId="351"/>
            <ac:spMk id="2" creationId="{D1C01EE1-55AF-BF9B-6F07-641CAB4557E7}"/>
          </ac:spMkLst>
        </pc:spChg>
      </pc:sldChg>
      <pc:sldChg chg="addSp delSp modSp mod">
        <pc:chgData name="Paul Winser" userId="c3146a91-e6bd-4264-bd86-e164e04bc32d" providerId="ADAL" clId="{9A972264-9306-451B-BBF4-748E7E7517B9}" dt="2024-05-28T15:45:16.749" v="229"/>
        <pc:sldMkLst>
          <pc:docMk/>
          <pc:sldMk cId="1193772014" sldId="352"/>
        </pc:sldMkLst>
        <pc:spChg chg="add mod">
          <ac:chgData name="Paul Winser" userId="c3146a91-e6bd-4264-bd86-e164e04bc32d" providerId="ADAL" clId="{9A972264-9306-451B-BBF4-748E7E7517B9}" dt="2024-05-24T17:38:30.735" v="53"/>
          <ac:spMkLst>
            <pc:docMk/>
            <pc:sldMk cId="1193772014" sldId="352"/>
            <ac:spMk id="2" creationId="{4EE788F8-59B6-E81F-5313-B4BCAD968D49}"/>
          </ac:spMkLst>
        </pc:spChg>
        <pc:spChg chg="add del mod">
          <ac:chgData name="Paul Winser" userId="c3146a91-e6bd-4264-bd86-e164e04bc32d" providerId="ADAL" clId="{9A972264-9306-451B-BBF4-748E7E7517B9}" dt="2024-05-28T15:45:16.749" v="229"/>
          <ac:spMkLst>
            <pc:docMk/>
            <pc:sldMk cId="1193772014" sldId="352"/>
            <ac:spMk id="4" creationId="{965B335D-7BB6-6A2A-1698-F3B9BAC954F7}"/>
          </ac:spMkLst>
        </pc:spChg>
        <pc:picChg chg="del">
          <ac:chgData name="Paul Winser" userId="c3146a91-e6bd-4264-bd86-e164e04bc32d" providerId="ADAL" clId="{9A972264-9306-451B-BBF4-748E7E7517B9}" dt="2024-05-24T18:24:28.676" v="205" actId="478"/>
          <ac:picMkLst>
            <pc:docMk/>
            <pc:sldMk cId="1193772014" sldId="352"/>
            <ac:picMk id="4" creationId="{607B4126-9C17-3CDC-B585-E9ABA330EAE1}"/>
          </ac:picMkLst>
        </pc:picChg>
        <pc:picChg chg="add mod ord">
          <ac:chgData name="Paul Winser" userId="c3146a91-e6bd-4264-bd86-e164e04bc32d" providerId="ADAL" clId="{9A972264-9306-451B-BBF4-748E7E7517B9}" dt="2024-05-24T18:24:32.334" v="207" actId="167"/>
          <ac:picMkLst>
            <pc:docMk/>
            <pc:sldMk cId="1193772014" sldId="352"/>
            <ac:picMk id="6" creationId="{A0341389-67BB-295C-BE54-23337B667B0D}"/>
          </ac:picMkLst>
        </pc:picChg>
        <pc:picChg chg="add mod">
          <ac:chgData name="Paul Winser" userId="c3146a91-e6bd-4264-bd86-e164e04bc32d" providerId="ADAL" clId="{9A972264-9306-451B-BBF4-748E7E7517B9}" dt="2024-05-24T18:24:42.170" v="210" actId="1076"/>
          <ac:picMkLst>
            <pc:docMk/>
            <pc:sldMk cId="1193772014" sldId="352"/>
            <ac:picMk id="7" creationId="{1061EBF3-1422-E7C2-7471-874F2F69F8D6}"/>
          </ac:picMkLst>
        </pc:picChg>
        <pc:picChg chg="del">
          <ac:chgData name="Paul Winser" userId="c3146a91-e6bd-4264-bd86-e164e04bc32d" providerId="ADAL" clId="{9A972264-9306-451B-BBF4-748E7E7517B9}" dt="2024-05-24T18:24:38.208" v="208" actId="478"/>
          <ac:picMkLst>
            <pc:docMk/>
            <pc:sldMk cId="1193772014" sldId="352"/>
            <ac:picMk id="10" creationId="{97E8B203-288F-06A6-B49D-D55B7F77C82A}"/>
          </ac:picMkLst>
        </pc:picChg>
      </pc:sldChg>
      <pc:sldChg chg="addSp modSp">
        <pc:chgData name="Paul Winser" userId="c3146a91-e6bd-4264-bd86-e164e04bc32d" providerId="ADAL" clId="{9A972264-9306-451B-BBF4-748E7E7517B9}" dt="2024-05-24T17:37:35.973" v="14"/>
        <pc:sldMkLst>
          <pc:docMk/>
          <pc:sldMk cId="1303350538" sldId="353"/>
        </pc:sldMkLst>
        <pc:spChg chg="add mod">
          <ac:chgData name="Paul Winser" userId="c3146a91-e6bd-4264-bd86-e164e04bc32d" providerId="ADAL" clId="{9A972264-9306-451B-BBF4-748E7E7517B9}" dt="2024-05-24T17:37:35.973" v="14"/>
          <ac:spMkLst>
            <pc:docMk/>
            <pc:sldMk cId="1303350538" sldId="353"/>
            <ac:spMk id="4" creationId="{D874DCE8-9412-1837-E412-C74E339C551A}"/>
          </ac:spMkLst>
        </pc:spChg>
      </pc:sldChg>
      <pc:sldChg chg="addSp delSp modSp add mod modTransition">
        <pc:chgData name="Paul Winser" userId="c3146a91-e6bd-4264-bd86-e164e04bc32d" providerId="ADAL" clId="{9A972264-9306-451B-BBF4-748E7E7517B9}" dt="2024-05-28T15:45:30.073" v="232" actId="478"/>
        <pc:sldMkLst>
          <pc:docMk/>
          <pc:sldMk cId="0" sldId="354"/>
        </pc:sldMkLst>
        <pc:spChg chg="del">
          <ac:chgData name="Paul Winser" userId="c3146a91-e6bd-4264-bd86-e164e04bc32d" providerId="ADAL" clId="{9A972264-9306-451B-BBF4-748E7E7517B9}" dt="2024-05-28T15:45:30.073" v="232" actId="478"/>
          <ac:spMkLst>
            <pc:docMk/>
            <pc:sldMk cId="0" sldId="354"/>
            <ac:spMk id="3" creationId="{E17EAB0C-C605-3356-5F27-1CC0711E9C5F}"/>
          </ac:spMkLst>
        </pc:spChg>
        <pc:spChg chg="add mod">
          <ac:chgData name="Paul Winser" userId="c3146a91-e6bd-4264-bd86-e164e04bc32d" providerId="ADAL" clId="{9A972264-9306-451B-BBF4-748E7E7517B9}" dt="2024-05-28T15:45:28.292" v="231"/>
          <ac:spMkLst>
            <pc:docMk/>
            <pc:sldMk cId="0" sldId="354"/>
            <ac:spMk id="4" creationId="{1D10EE72-FD1D-A59F-E7EA-3A220556695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A basic introduction to the unit.</a:t>
            </a:r>
          </a:p>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dirty="0"/>
              <a:t>An outline of the four main learning aims in the unit.</a:t>
            </a:r>
          </a:p>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15074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84270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08187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ar"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38757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64602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48798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915985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75296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37550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522943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85137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718370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45465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847712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latin typeface="Helvetica" pitchFamily="2"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10098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947746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391645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120734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277366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72418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17072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957047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955935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809351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34758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766936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685291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679819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60070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527441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102911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63480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19683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057904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379093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1438389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26227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317937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87645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043683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216587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74495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rtl="1"/>
              <a:t>51</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3" name="Group 2">
            <a:extLst>
              <a:ext uri="{FF2B5EF4-FFF2-40B4-BE49-F238E27FC236}">
                <a16:creationId xmlns:a16="http://schemas.microsoft.com/office/drawing/2014/main" id="{B1FE3B48-9AB3-9A54-F6E1-2D07576E54D0}"/>
              </a:ext>
            </a:extLst>
          </p:cNvPr>
          <p:cNvGrpSpPr/>
          <p:nvPr userDrawn="1"/>
        </p:nvGrpSpPr>
        <p:grpSpPr>
          <a:xfrm>
            <a:off x="142781" y="200499"/>
            <a:ext cx="8893715" cy="842777"/>
            <a:chOff x="142781" y="200499"/>
            <a:chExt cx="8893715" cy="842777"/>
          </a:xfrm>
        </p:grpSpPr>
        <p:sp>
          <p:nvSpPr>
            <p:cNvPr id="4" name="Rectangle 3">
              <a:extLst>
                <a:ext uri="{FF2B5EF4-FFF2-40B4-BE49-F238E27FC236}">
                  <a16:creationId xmlns:a16="http://schemas.microsoft.com/office/drawing/2014/main" id="{018B4AE6-F796-3FE0-24B3-1B549F4EA880}"/>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6" name="Rectangle 5">
              <a:extLst>
                <a:ext uri="{FF2B5EF4-FFF2-40B4-BE49-F238E27FC236}">
                  <a16:creationId xmlns:a16="http://schemas.microsoft.com/office/drawing/2014/main" id="{E0321EFD-00BD-FA74-1DAB-C4E3E60BFC32}"/>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gr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grpSp>
        <p:nvGrpSpPr>
          <p:cNvPr id="5" name="Group 4">
            <a:extLst>
              <a:ext uri="{FF2B5EF4-FFF2-40B4-BE49-F238E27FC236}">
                <a16:creationId xmlns:a16="http://schemas.microsoft.com/office/drawing/2014/main" id="{B42B4347-5DCD-86CF-AFEF-CDB6BBAF937D}"/>
              </a:ext>
            </a:extLst>
          </p:cNvPr>
          <p:cNvGrpSpPr/>
          <p:nvPr userDrawn="1"/>
        </p:nvGrpSpPr>
        <p:grpSpPr>
          <a:xfrm>
            <a:off x="142781" y="200499"/>
            <a:ext cx="8893715" cy="842777"/>
            <a:chOff x="142781" y="200499"/>
            <a:chExt cx="8893715" cy="842777"/>
          </a:xfrm>
        </p:grpSpPr>
        <p:sp>
          <p:nvSpPr>
            <p:cNvPr id="6" name="Rectangle 5">
              <a:extLst>
                <a:ext uri="{FF2B5EF4-FFF2-40B4-BE49-F238E27FC236}">
                  <a16:creationId xmlns:a16="http://schemas.microsoft.com/office/drawing/2014/main" id="{9D61BACF-838B-F3A2-7C9E-1C69806894CB}"/>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600" b="1" dirty="0">
                  <a:latin typeface="Sakkal Majalla" panose="02000000000000000000" pitchFamily="2" charset="-78"/>
                  <a:cs typeface="Sakkal Majalla" panose="02000000000000000000" pitchFamily="2" charset="-78"/>
                </a:rPr>
                <a:t>شهادة BTEC International من المستوى 3</a:t>
              </a:r>
            </a:p>
          </p:txBody>
        </p:sp>
        <p:sp>
          <p:nvSpPr>
            <p:cNvPr id="7" name="Rectangle 6">
              <a:extLst>
                <a:ext uri="{FF2B5EF4-FFF2-40B4-BE49-F238E27FC236}">
                  <a16:creationId xmlns:a16="http://schemas.microsoft.com/office/drawing/2014/main" id="{E432F03F-3601-00B4-1184-A38508E98FB3}"/>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600" b="1" dirty="0">
                  <a:latin typeface="Sakkal Majalla" panose="02000000000000000000" pitchFamily="2" charset="-78"/>
                  <a:cs typeface="Sakkal Majalla" panose="02000000000000000000" pitchFamily="2" charset="-78"/>
                </a:rPr>
                <a:t>في مجال الهندسة</a:t>
              </a:r>
            </a:p>
          </p:txBody>
        </p:sp>
      </p:gr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grpSp>
        <p:nvGrpSpPr>
          <p:cNvPr id="5" name="Group 4">
            <a:extLst>
              <a:ext uri="{FF2B5EF4-FFF2-40B4-BE49-F238E27FC236}">
                <a16:creationId xmlns:a16="http://schemas.microsoft.com/office/drawing/2014/main" id="{14D7B5D4-91A9-3B2A-F7BB-ED8B46A49FCA}"/>
              </a:ext>
            </a:extLst>
          </p:cNvPr>
          <p:cNvGrpSpPr/>
          <p:nvPr userDrawn="1"/>
        </p:nvGrpSpPr>
        <p:grpSpPr>
          <a:xfrm>
            <a:off x="142781" y="200499"/>
            <a:ext cx="8893715" cy="842777"/>
            <a:chOff x="142781" y="200499"/>
            <a:chExt cx="8893715" cy="842777"/>
          </a:xfrm>
        </p:grpSpPr>
        <p:sp>
          <p:nvSpPr>
            <p:cNvPr id="6" name="Rectangle 5">
              <a:extLst>
                <a:ext uri="{FF2B5EF4-FFF2-40B4-BE49-F238E27FC236}">
                  <a16:creationId xmlns:a16="http://schemas.microsoft.com/office/drawing/2014/main" id="{FAA47824-A2B5-4B82-88EF-08CD6459B6C0}"/>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7" name="Rectangle 6">
              <a:extLst>
                <a:ext uri="{FF2B5EF4-FFF2-40B4-BE49-F238E27FC236}">
                  <a16:creationId xmlns:a16="http://schemas.microsoft.com/office/drawing/2014/main" id="{A1690296-2387-2916-23FE-27388C9A8D4F}"/>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gr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grpSp>
        <p:nvGrpSpPr>
          <p:cNvPr id="3" name="Group 2">
            <a:extLst>
              <a:ext uri="{FF2B5EF4-FFF2-40B4-BE49-F238E27FC236}">
                <a16:creationId xmlns:a16="http://schemas.microsoft.com/office/drawing/2014/main" id="{E8476164-0F6A-E53C-D483-CF91B0DBFDF8}"/>
              </a:ext>
            </a:extLst>
          </p:cNvPr>
          <p:cNvGrpSpPr/>
          <p:nvPr userDrawn="1"/>
        </p:nvGrpSpPr>
        <p:grpSpPr>
          <a:xfrm>
            <a:off x="142781" y="200499"/>
            <a:ext cx="8893715" cy="842777"/>
            <a:chOff x="142781" y="200499"/>
            <a:chExt cx="8893715" cy="842777"/>
          </a:xfrm>
        </p:grpSpPr>
        <p:sp>
          <p:nvSpPr>
            <p:cNvPr id="4" name="Rectangle 3">
              <a:extLst>
                <a:ext uri="{FF2B5EF4-FFF2-40B4-BE49-F238E27FC236}">
                  <a16:creationId xmlns:a16="http://schemas.microsoft.com/office/drawing/2014/main" id="{79750DB7-FBF4-808F-98FD-22CE98BDC94F}"/>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5" name="Rectangle 4">
              <a:extLst>
                <a:ext uri="{FF2B5EF4-FFF2-40B4-BE49-F238E27FC236}">
                  <a16:creationId xmlns:a16="http://schemas.microsoft.com/office/drawing/2014/main" id="{995CC2E9-3EB8-6E5D-04CF-03BCE44ADDDC}"/>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gr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DCFE75D1-61AA-15C2-DA19-1DD0A58D0645}"/>
              </a:ext>
            </a:extLst>
          </p:cNvPr>
          <p:cNvGrpSpPr/>
          <p:nvPr userDrawn="1"/>
        </p:nvGrpSpPr>
        <p:grpSpPr>
          <a:xfrm>
            <a:off x="142781" y="200499"/>
            <a:ext cx="8893715" cy="842777"/>
            <a:chOff x="142781" y="200499"/>
            <a:chExt cx="8893715" cy="842777"/>
          </a:xfrm>
        </p:grpSpPr>
        <p:sp>
          <p:nvSpPr>
            <p:cNvPr id="3" name="Rectangle 2">
              <a:extLst>
                <a:ext uri="{FF2B5EF4-FFF2-40B4-BE49-F238E27FC236}">
                  <a16:creationId xmlns:a16="http://schemas.microsoft.com/office/drawing/2014/main" id="{BC21386B-E91A-178A-060F-18E14A6D1F35}"/>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4" name="Rectangle 3">
              <a:extLst>
                <a:ext uri="{FF2B5EF4-FFF2-40B4-BE49-F238E27FC236}">
                  <a16:creationId xmlns:a16="http://schemas.microsoft.com/office/drawing/2014/main" id="{FAAD8A57-5310-2669-8C42-4F21427B44E8}"/>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grpSp>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2" name="Group 1">
            <a:extLst>
              <a:ext uri="{FF2B5EF4-FFF2-40B4-BE49-F238E27FC236}">
                <a16:creationId xmlns:a16="http://schemas.microsoft.com/office/drawing/2014/main" id="{7A19B582-D0EA-0DCF-240F-9C4128BED7DD}"/>
              </a:ext>
            </a:extLst>
          </p:cNvPr>
          <p:cNvGrpSpPr/>
          <p:nvPr userDrawn="1"/>
        </p:nvGrpSpPr>
        <p:grpSpPr>
          <a:xfrm>
            <a:off x="142781" y="200499"/>
            <a:ext cx="8893715" cy="842777"/>
            <a:chOff x="142781" y="200499"/>
            <a:chExt cx="8893715" cy="842777"/>
          </a:xfrm>
        </p:grpSpPr>
        <p:sp>
          <p:nvSpPr>
            <p:cNvPr id="3" name="Rectangle 2">
              <a:extLst>
                <a:ext uri="{FF2B5EF4-FFF2-40B4-BE49-F238E27FC236}">
                  <a16:creationId xmlns:a16="http://schemas.microsoft.com/office/drawing/2014/main" id="{D36EC401-8E64-38AA-DD1D-1B52B47C29A3}"/>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4" name="Rectangle 3">
              <a:extLst>
                <a:ext uri="{FF2B5EF4-FFF2-40B4-BE49-F238E27FC236}">
                  <a16:creationId xmlns:a16="http://schemas.microsoft.com/office/drawing/2014/main" id="{E6F7160D-8139-9E7C-77C3-A61D4BE91DA2}"/>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gr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2" name="Group 1">
            <a:extLst>
              <a:ext uri="{FF2B5EF4-FFF2-40B4-BE49-F238E27FC236}">
                <a16:creationId xmlns:a16="http://schemas.microsoft.com/office/drawing/2014/main" id="{5E4FD23A-A23C-6A5C-755B-2510BB31E7B1}"/>
              </a:ext>
            </a:extLst>
          </p:cNvPr>
          <p:cNvGrpSpPr/>
          <p:nvPr userDrawn="1"/>
        </p:nvGrpSpPr>
        <p:grpSpPr>
          <a:xfrm>
            <a:off x="142781" y="200499"/>
            <a:ext cx="8893715" cy="842777"/>
            <a:chOff x="142781" y="200499"/>
            <a:chExt cx="8893715" cy="842777"/>
          </a:xfrm>
        </p:grpSpPr>
        <p:sp>
          <p:nvSpPr>
            <p:cNvPr id="3" name="Rectangle 2">
              <a:extLst>
                <a:ext uri="{FF2B5EF4-FFF2-40B4-BE49-F238E27FC236}">
                  <a16:creationId xmlns:a16="http://schemas.microsoft.com/office/drawing/2014/main" id="{C6E4B6D2-D5AA-FD24-5810-75FB049D16E4}"/>
                </a:ext>
              </a:extLst>
            </p:cNvPr>
            <p:cNvSpPr/>
            <p:nvPr userDrawn="1"/>
          </p:nvSpPr>
          <p:spPr>
            <a:xfrm>
              <a:off x="142781" y="200499"/>
              <a:ext cx="8893715" cy="708221"/>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شهادة BTEC International من المستوى 3</a:t>
              </a:r>
            </a:p>
          </p:txBody>
        </p:sp>
        <p:sp>
          <p:nvSpPr>
            <p:cNvPr id="4" name="Rectangle 3">
              <a:extLst>
                <a:ext uri="{FF2B5EF4-FFF2-40B4-BE49-F238E27FC236}">
                  <a16:creationId xmlns:a16="http://schemas.microsoft.com/office/drawing/2014/main" id="{21C75565-5F31-020C-4C04-85F5C62FA6D3}"/>
                </a:ext>
              </a:extLst>
            </p:cNvPr>
            <p:cNvSpPr/>
            <p:nvPr userDrawn="1"/>
          </p:nvSpPr>
          <p:spPr>
            <a:xfrm>
              <a:off x="142781" y="634793"/>
              <a:ext cx="1836931" cy="408483"/>
            </a:xfrm>
            <a:prstGeom prst="rect">
              <a:avLst/>
            </a:prstGeom>
            <a:solidFill>
              <a:srgbClr val="33B2C3"/>
            </a:solidFill>
          </p:spPr>
          <p:txBody>
            <a:bodyPr wrap="none" lIns="0" tIns="0" rIns="0" bIns="0" rtlCol="1">
              <a:noAutofit/>
            </a:bodyPr>
            <a:lstStyle/>
            <a:p>
              <a:pPr indent="0" algn="l" rtl="1"/>
              <a:r>
                <a:rPr lang="ar" sz="2400" b="1" dirty="0">
                  <a:latin typeface="Sakkal Majalla" panose="02000000000000000000" pitchFamily="2" charset="-78"/>
                  <a:cs typeface="Sakkal Majalla" panose="02000000000000000000" pitchFamily="2" charset="-78"/>
                </a:rPr>
                <a:t>في مجال الهندسة</a:t>
              </a:r>
            </a:p>
          </p:txBody>
        </p:sp>
      </p:gr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5" Type="http://schemas.openxmlformats.org/officeDocument/2006/relationships/image" Target="../media/image18.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5" Type="http://schemas.openxmlformats.org/officeDocument/2006/relationships/image" Target="../media/image24.jpeg"/><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5" Type="http://schemas.openxmlformats.org/officeDocument/2006/relationships/image" Target="../media/image29.jpe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5" Type="http://schemas.openxmlformats.org/officeDocument/2006/relationships/image" Target="../media/image30.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5" Type="http://schemas.openxmlformats.org/officeDocument/2006/relationships/image" Target="../media/image32.jpeg"/><Relationship Id="rId4" Type="http://schemas.openxmlformats.org/officeDocument/2006/relationships/image" Target="../media/image31.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33.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5" Type="http://schemas.openxmlformats.org/officeDocument/2006/relationships/image" Target="../media/image37.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77.xml"/><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77.xml"/></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77.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1.xml"/><Relationship Id="rId1" Type="http://schemas.openxmlformats.org/officeDocument/2006/relationships/slideLayout" Target="../slideLayouts/slideLayout77.xml"/><Relationship Id="rId5" Type="http://schemas.openxmlformats.org/officeDocument/2006/relationships/image" Target="../media/image41.jpeg"/><Relationship Id="rId4" Type="http://schemas.openxmlformats.org/officeDocument/2006/relationships/image" Target="../media/image40.jpeg"/></Relationships>
</file>

<file path=ppt/slides/_rels/slide4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2.xml"/><Relationship Id="rId1" Type="http://schemas.openxmlformats.org/officeDocument/2006/relationships/slideLayout" Target="../slideLayouts/slideLayout77.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3.xml"/><Relationship Id="rId1" Type="http://schemas.openxmlformats.org/officeDocument/2006/relationships/slideLayout" Target="../slideLayouts/slideLayout77.xml"/><Relationship Id="rId5" Type="http://schemas.openxmlformats.org/officeDocument/2006/relationships/image" Target="../media/image49.png"/><Relationship Id="rId4" Type="http://schemas.openxmlformats.org/officeDocument/2006/relationships/image" Target="../media/image42.jpeg"/></Relationships>
</file>

<file path=ppt/slides/_rels/slide4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4.xml"/><Relationship Id="rId1" Type="http://schemas.openxmlformats.org/officeDocument/2006/relationships/slideLayout" Target="../slideLayouts/slideLayout77.xml"/></Relationships>
</file>

<file path=ppt/slides/_rels/slide4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5.xml"/><Relationship Id="rId1" Type="http://schemas.openxmlformats.org/officeDocument/2006/relationships/slideLayout" Target="../slideLayouts/slideLayout77.xml"/></Relationships>
</file>

<file path=ppt/slides/_rels/slide47.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53.png"/><Relationship Id="rId2" Type="http://schemas.openxmlformats.org/officeDocument/2006/relationships/notesSlide" Target="../notesSlides/notesSlide46.xml"/><Relationship Id="rId1" Type="http://schemas.openxmlformats.org/officeDocument/2006/relationships/slideLayout" Target="../slideLayouts/slideLayout77.xml"/><Relationship Id="rId6" Type="http://schemas.openxmlformats.org/officeDocument/2006/relationships/image" Target="../media/image52.png"/><Relationship Id="rId5" Type="http://schemas.openxmlformats.org/officeDocument/2006/relationships/image" Target="../media/image44.jpeg"/><Relationship Id="rId4" Type="http://schemas.openxmlformats.org/officeDocument/2006/relationships/image" Target="../media/image43.jpeg"/></Relationships>
</file>

<file path=ppt/slides/_rels/slide4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7.xml"/><Relationship Id="rId1" Type="http://schemas.openxmlformats.org/officeDocument/2006/relationships/slideLayout" Target="../slideLayouts/slideLayout77.xml"/><Relationship Id="rId5" Type="http://schemas.openxmlformats.org/officeDocument/2006/relationships/image" Target="../media/image46.png"/><Relationship Id="rId4" Type="http://schemas.openxmlformats.org/officeDocument/2006/relationships/image" Target="../media/image45.jpeg"/></Relationships>
</file>

<file path=ppt/slides/_rels/slide4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8.xml"/><Relationship Id="rId1" Type="http://schemas.openxmlformats.org/officeDocument/2006/relationships/slideLayout" Target="../slideLayouts/slideLayout77.xml"/><Relationship Id="rId4" Type="http://schemas.openxmlformats.org/officeDocument/2006/relationships/image" Target="../media/image57.png"/></Relationships>
</file>

<file path=ppt/slides/_rels/slide5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audio" Target="../media/audio1.bin"/><Relationship Id="rId7" Type="http://schemas.openxmlformats.org/officeDocument/2006/relationships/image" Target="../media/image61.png"/><Relationship Id="rId2" Type="http://schemas.openxmlformats.org/officeDocument/2006/relationships/notesSlide" Target="../notesSlides/notesSlide49.xml"/><Relationship Id="rId1" Type="http://schemas.openxmlformats.org/officeDocument/2006/relationships/slideLayout" Target="../slideLayouts/slideLayout77.xml"/><Relationship Id="rId5" Type="http://schemas.openxmlformats.org/officeDocument/2006/relationships/image" Target="../media/image59.png"/><Relationship Id="rId4" Type="http://schemas.openxmlformats.org/officeDocument/2006/relationships/image" Target="../media/image47.jpeg"/></Relationships>
</file>

<file path=ppt/slides/_rels/slide5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0.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3066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57: المبادئ الكهربائية </a:t>
            </a:r>
            <a:br>
              <a:rPr lang="en-GB" altLang="en-US" sz="4600" dirty="0"/>
            </a:br>
            <a:r>
              <a:rPr lang="ar" sz="4600" dirty="0"/>
              <a:t> والإلكترونية</a:t>
            </a:r>
            <a:br>
              <a:rPr lang="en-GB" altLang="en-US" sz="4600" dirty="0"/>
            </a:br>
            <a:br>
              <a:rPr lang="en-US"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9"/>
            <a:ext cx="9144000" cy="209822"/>
          </a:xfrm>
        </p:spPr>
        <p:txBody>
          <a:bodyPr wrap="square" rtlCol="1" anchor="t">
            <a:noAutofit/>
          </a:bodyPr>
          <a:lstStyle/>
          <a:p>
            <a:pPr algn="ctr" rtl="1">
              <a:lnSpc>
                <a:spcPct val="90000"/>
              </a:lnSpc>
              <a:spcAft>
                <a:spcPts val="600"/>
              </a:spcAft>
              <a:defRPr/>
            </a:pPr>
            <a:r>
              <a:rPr lang="ar" sz="12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45151BBF-5745-0968-A1A9-FE2A89E6AE0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200" dirty="0"/>
              <a:t>المبادئ الكهربائية والإلكترونية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63691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600" dirty="0"/>
              <a:t>في هذه الوحدة، ستتمكن من التالي:</a:t>
            </a:r>
          </a:p>
        </p:txBody>
      </p:sp>
      <p:sp>
        <p:nvSpPr>
          <p:cNvPr id="2" name="Footer Placeholder 2">
            <a:extLst>
              <a:ext uri="{FF2B5EF4-FFF2-40B4-BE49-F238E27FC236}">
                <a16:creationId xmlns:a16="http://schemas.microsoft.com/office/drawing/2014/main" id="{D6986141-6662-5736-EE2F-636BD3AFF694}"/>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أهداف التعلم</a:t>
            </a:r>
            <a:endParaRPr lang="en-GB" altLang="en-US" sz="46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395537" y="2276872"/>
            <a:ext cx="8087000"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t>(أ)	</a:t>
            </a:r>
            <a:r>
              <a:rPr lang="ar-EG" sz="2600" b="1" dirty="0"/>
              <a:t>  </a:t>
            </a:r>
            <a:r>
              <a:rPr lang="ar" sz="2600" b="1" dirty="0"/>
              <a:t>دراسة كيفية استخدام الطرق الرياضية الجبرية والمثلثية والإحصائية لحل </a:t>
            </a:r>
            <a:br>
              <a:rPr lang="ar-EG" sz="2600" b="1" dirty="0"/>
            </a:br>
            <a:r>
              <a:rPr lang="ar-EG" sz="2600" b="1" dirty="0"/>
              <a:t>  </a:t>
            </a:r>
            <a:r>
              <a:rPr lang="ar" sz="2600" b="1" dirty="0"/>
              <a:t>المسائل الهندسية</a:t>
            </a:r>
            <a:endParaRPr lang="en-GB" altLang="en-US" sz="2600" dirty="0"/>
          </a:p>
          <a:p>
            <a:pPr marL="404813" indent="-404813" defTabSz="431800" rtl="1">
              <a:spcBef>
                <a:spcPts val="1200"/>
              </a:spcBef>
              <a:buNone/>
            </a:pPr>
            <a:r>
              <a:rPr lang="ar" sz="2600" b="1" dirty="0"/>
              <a:t>(ب)	</a:t>
            </a:r>
            <a:r>
              <a:rPr lang="ar-EG" sz="2600" b="1" dirty="0"/>
              <a:t>  </a:t>
            </a:r>
            <a:r>
              <a:rPr lang="ar" sz="2600" b="1" dirty="0"/>
              <a:t>دراسة المسائل الهندسية المتعلقة بالكهرباء الساكنة، والتيار المستمر، والدوائر</a:t>
            </a:r>
            <a:br>
              <a:rPr lang="ar-EG" sz="2600" b="1" dirty="0"/>
            </a:br>
            <a:r>
              <a:rPr lang="ar-EG" sz="2600" b="1" dirty="0"/>
              <a:t>  </a:t>
            </a:r>
            <a:r>
              <a:rPr lang="ar" sz="2600" b="1" dirty="0"/>
              <a:t>الكهربائية</a:t>
            </a:r>
            <a:endParaRPr lang="en-GB" altLang="en-US" sz="2600" dirty="0"/>
          </a:p>
          <a:p>
            <a:pPr marL="404813" indent="-404813" defTabSz="431800" rtl="1">
              <a:spcBef>
                <a:spcPts val="1200"/>
              </a:spcBef>
              <a:buNone/>
            </a:pPr>
            <a:r>
              <a:rPr lang="ar" sz="2600" b="1" dirty="0"/>
              <a:t>(ج)	</a:t>
            </a:r>
            <a:r>
              <a:rPr lang="ar-EG" sz="2600" b="1" dirty="0"/>
              <a:t>  </a:t>
            </a:r>
            <a:r>
              <a:rPr lang="ar" sz="2600" b="1" dirty="0"/>
              <a:t>دراسة المغناطيسية والحث الكهرومغناطيسي في الهندسة</a:t>
            </a:r>
          </a:p>
          <a:p>
            <a:pPr marL="404813" indent="-404813" defTabSz="431800" rtl="1">
              <a:spcBef>
                <a:spcPts val="1200"/>
              </a:spcBef>
              <a:buNone/>
            </a:pPr>
            <a:r>
              <a:rPr lang="ar" sz="2600" b="1" dirty="0"/>
              <a:t>(د)	</a:t>
            </a:r>
            <a:r>
              <a:rPr lang="ar-EG" sz="2600" b="1" dirty="0"/>
              <a:t>  </a:t>
            </a:r>
            <a:r>
              <a:rPr lang="ar" sz="2600" b="1" dirty="0"/>
              <a:t>دراسة المسائل الهندسية التي تتضمن تيارًا متناوبًا ودوائر كهربائية</a:t>
            </a: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endParaRPr lang="en-GB" altLang="en-US" sz="2600" b="1" dirty="0">
              <a:highlight>
                <a:srgbClr val="FFFF00"/>
              </a:highlight>
            </a:endParaRPr>
          </a:p>
          <a:p>
            <a:pPr marL="0" indent="0" defTabSz="431800" rtl="1">
              <a:spcBef>
                <a:spcPts val="1200"/>
              </a:spcBef>
              <a:buFont typeface="Wingdings" panose="05000000000000000000" pitchFamily="2" charset="2"/>
              <a:buNone/>
            </a:pPr>
            <a:br>
              <a:rPr lang="en-GB" altLang="en-US" sz="2600" dirty="0"/>
            </a:br>
            <a:r>
              <a:rPr lang="ar" sz="2600" dirty="0"/>
              <a:t>	</a:t>
            </a:r>
          </a:p>
        </p:txBody>
      </p:sp>
      <p:sp>
        <p:nvSpPr>
          <p:cNvPr id="2" name="Footer Placeholder 2">
            <a:extLst>
              <a:ext uri="{FF2B5EF4-FFF2-40B4-BE49-F238E27FC236}">
                <a16:creationId xmlns:a16="http://schemas.microsoft.com/office/drawing/2014/main" id="{59D7A0FF-D7AB-11BF-360C-9F5ECC844101}"/>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42715" y="1317389"/>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9268" y="1823800"/>
            <a:ext cx="9036495" cy="2469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كيفية استخدام الطرق الرياضية الجبرية </a:t>
            </a:r>
            <a:br>
              <a:rPr lang="ar-EG"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والمثلثية والإحصائية لحل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المسائل الهندسية</a:t>
            </a:r>
          </a:p>
        </p:txBody>
      </p:sp>
      <p:sp>
        <p:nvSpPr>
          <p:cNvPr id="2" name="Content Placeholder 3">
            <a:extLst>
              <a:ext uri="{FF2B5EF4-FFF2-40B4-BE49-F238E27FC236}">
                <a16:creationId xmlns:a16="http://schemas.microsoft.com/office/drawing/2014/main" id="{3292835A-E4AA-D028-1BC4-1887C9A73151}"/>
              </a:ext>
            </a:extLst>
          </p:cNvPr>
          <p:cNvSpPr txBox="1">
            <a:spLocks noChangeArrowheads="1"/>
          </p:cNvSpPr>
          <p:nvPr/>
        </p:nvSpPr>
        <p:spPr bwMode="auto">
          <a:xfrm>
            <a:off x="339876" y="3717032"/>
            <a:ext cx="843528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الطرق الجبرية</a:t>
            </a:r>
          </a:p>
          <a:p>
            <a:pPr marL="685800" rtl="1"/>
            <a:r>
              <a:rPr lang="ar" sz="2600" kern="0" dirty="0">
                <a:latin typeface="Sakkal Majalla" panose="02000000000000000000" pitchFamily="2" charset="-78"/>
                <a:cs typeface="Sakkal Majalla" panose="02000000000000000000" pitchFamily="2" charset="-78"/>
              </a:rPr>
              <a:t>الطرق المثلثية</a:t>
            </a:r>
          </a:p>
          <a:p>
            <a:pPr marL="685800" rtl="1"/>
            <a:r>
              <a:rPr lang="ar" sz="2600" kern="0" dirty="0">
                <a:latin typeface="Sakkal Majalla" panose="02000000000000000000" pitchFamily="2" charset="-78"/>
                <a:cs typeface="Sakkal Majalla" panose="02000000000000000000" pitchFamily="2" charset="-78"/>
              </a:rPr>
              <a:t>الطرق الإحصائية</a:t>
            </a:r>
          </a:p>
        </p:txBody>
      </p:sp>
      <p:sp>
        <p:nvSpPr>
          <p:cNvPr id="3" name="Footer Placeholder 2">
            <a:extLst>
              <a:ext uri="{FF2B5EF4-FFF2-40B4-BE49-F238E27FC236}">
                <a16:creationId xmlns:a16="http://schemas.microsoft.com/office/drawing/2014/main" id="{D00C6F79-90CA-C85E-E1C4-25C044D8D49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7584" y="2420888"/>
            <a:ext cx="8064896"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تُستخدم الطرق الجبرية لحل المعادلات ونقلها وتبسيطها.</a:t>
            </a:r>
          </a:p>
          <a:p>
            <a:pPr marL="685800" rtl="1"/>
            <a:r>
              <a:rPr lang="ar" sz="2600" dirty="0"/>
              <a:t>حل المعادلات لإيجاد قيمة المتغيرات غير المعروفة.</a:t>
            </a:r>
          </a:p>
          <a:p>
            <a:pPr marL="685800" rtl="1"/>
            <a:r>
              <a:rPr lang="ar" sz="2600" dirty="0"/>
              <a:t>نقل المعادلات لتغيير موضوع المعادلات.</a:t>
            </a:r>
          </a:p>
          <a:p>
            <a:pPr marL="685800" rtl="1"/>
            <a:r>
              <a:rPr lang="ar" sz="2600" dirty="0"/>
              <a:t>تبسيط المعادلات لإعادة كتابتها بأبسط مصطلحاتها.</a:t>
            </a:r>
          </a:p>
          <a:p>
            <a:pPr indent="0" rtl="1">
              <a:buNone/>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(أ1) الطرق الجبرية</a:t>
            </a:r>
          </a:p>
        </p:txBody>
      </p:sp>
      <p:sp>
        <p:nvSpPr>
          <p:cNvPr id="2" name="Footer Placeholder 2">
            <a:extLst>
              <a:ext uri="{FF2B5EF4-FFF2-40B4-BE49-F238E27FC236}">
                <a16:creationId xmlns:a16="http://schemas.microsoft.com/office/drawing/2014/main" id="{7C8FE70E-DD36-30E8-08CE-F403E33D106C}"/>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11960" y="2420888"/>
            <a:ext cx="4680520"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تُستخدم نظرية فيثاغورس لحساب طول الأضلاع في مثلث قائم الزاوية.</a:t>
            </a:r>
          </a:p>
          <a:p>
            <a:pPr marL="685800" rtl="1"/>
            <a:r>
              <a:rPr lang="ar" sz="2600" dirty="0"/>
              <a:t>يسمى الضلع c بالوتر.</a:t>
            </a:r>
          </a:p>
          <a:p>
            <a:pPr marL="685800" rtl="1"/>
            <a:r>
              <a:rPr lang="ar" sz="2600" dirty="0"/>
              <a:t>مربع الوتر هو مجموع مربعات الضلعين الآخرين.</a:t>
            </a:r>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نظرية فيثاغورس</a:t>
            </a:r>
          </a:p>
        </p:txBody>
      </p:sp>
      <p:sp>
        <p:nvSpPr>
          <p:cNvPr id="2" name="Footer Placeholder 2">
            <a:extLst>
              <a:ext uri="{FF2B5EF4-FFF2-40B4-BE49-F238E27FC236}">
                <a16:creationId xmlns:a16="http://schemas.microsoft.com/office/drawing/2014/main" id="{39668137-DA64-22A7-ED8B-7B7860D5BDC8}"/>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3" name="Picture 2" descr="A colorful squares with black text&#10;&#10;Description automatically generated">
            <a:extLst>
              <a:ext uri="{FF2B5EF4-FFF2-40B4-BE49-F238E27FC236}">
                <a16:creationId xmlns:a16="http://schemas.microsoft.com/office/drawing/2014/main" id="{8FCBDB9F-392C-C8E6-8012-91C712095C23}"/>
              </a:ext>
            </a:extLst>
          </p:cNvPr>
          <p:cNvPicPr>
            <a:picLocks noChangeAspect="1"/>
          </p:cNvPicPr>
          <p:nvPr/>
        </p:nvPicPr>
        <p:blipFill>
          <a:blip r:embed="rId4"/>
          <a:stretch>
            <a:fillRect/>
          </a:stretch>
        </p:blipFill>
        <p:spPr>
          <a:xfrm>
            <a:off x="550029" y="1988840"/>
            <a:ext cx="3661931" cy="4024100"/>
          </a:xfrm>
          <a:prstGeom prst="rect">
            <a:avLst/>
          </a:prstGeom>
          <a:noFill/>
        </p:spPr>
      </p:pic>
    </p:spTree>
    <p:extLst>
      <p:ext uri="{BB962C8B-B14F-4D97-AF65-F5344CB8AC3E}">
        <p14:creationId xmlns:p14="http://schemas.microsoft.com/office/powerpoint/2010/main" val="1015227663"/>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55576" y="2420888"/>
            <a:ext cx="8136904" cy="30243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أس الرقم هو القوة التي يتم رفعها إليها.</a:t>
            </a:r>
          </a:p>
          <a:p>
            <a:pPr indent="0" rtl="1">
              <a:buNone/>
            </a:pPr>
            <a:r>
              <a:rPr lang="ar" sz="2600" dirty="0"/>
              <a:t>فعلى سبيل المثال 2</a:t>
            </a:r>
            <a:r>
              <a:rPr lang="ar" sz="2600" baseline="30000" dirty="0"/>
              <a:t>3</a:t>
            </a:r>
            <a:r>
              <a:rPr lang="ar" sz="2600" dirty="0"/>
              <a:t> الأس هو 3.</a:t>
            </a:r>
          </a:p>
          <a:p>
            <a:pPr indent="0" rtl="1">
              <a:buNone/>
            </a:pPr>
            <a:r>
              <a:rPr lang="ar" sz="2600" dirty="0"/>
              <a:t>هناك ثلاث قواعد للأسس تنقسم إلى طرق روتينية وغير روتينية.</a:t>
            </a:r>
          </a:p>
          <a:p>
            <a:pPr indent="0" rtl="1">
              <a:buNone/>
            </a:pPr>
            <a:endParaRPr lang="en-GB" altLang="en-US" sz="2600" dirty="0"/>
          </a:p>
          <a:p>
            <a:pPr indent="0" rtl="1">
              <a:buNone/>
            </a:pPr>
            <a:r>
              <a:rPr lang="ar" sz="2600" dirty="0"/>
              <a:t>روتينية:	</a:t>
            </a:r>
            <a:r>
              <a:rPr lang="en-US" sz="2600" dirty="0"/>
              <a:t>a</a:t>
            </a:r>
            <a:r>
              <a:rPr lang="en-US" sz="2600" baseline="30000" dirty="0"/>
              <a:t>m</a:t>
            </a:r>
            <a:r>
              <a:rPr lang="en-US" sz="2600" dirty="0"/>
              <a:t> x a</a:t>
            </a:r>
            <a:r>
              <a:rPr lang="en-US" sz="2600" baseline="30000" dirty="0"/>
              <a:t>n</a:t>
            </a:r>
            <a:r>
              <a:rPr lang="en-US" sz="2600" dirty="0"/>
              <a:t> = </a:t>
            </a:r>
            <a:r>
              <a:rPr lang="en-US" sz="2600" dirty="0" err="1"/>
              <a:t>a</a:t>
            </a:r>
            <a:r>
              <a:rPr lang="en-US" sz="2600" baseline="30000" dirty="0" err="1"/>
              <a:t>m+n</a:t>
            </a:r>
            <a:r>
              <a:rPr lang="en-US" sz="2600" baseline="30000" dirty="0"/>
              <a:t> </a:t>
            </a:r>
            <a:r>
              <a:rPr lang="en-US" sz="2600" dirty="0" err="1"/>
              <a:t>eg</a:t>
            </a:r>
            <a:r>
              <a:rPr lang="en-US" sz="2600" dirty="0"/>
              <a:t> 2</a:t>
            </a:r>
            <a:r>
              <a:rPr lang="en-US" sz="2600" baseline="30000" dirty="0"/>
              <a:t>4</a:t>
            </a:r>
            <a:r>
              <a:rPr lang="en-US" sz="2600" dirty="0"/>
              <a:t> x 2</a:t>
            </a:r>
            <a:r>
              <a:rPr lang="en-US" sz="2600" baseline="30000" dirty="0"/>
              <a:t>6</a:t>
            </a:r>
            <a:r>
              <a:rPr lang="en-US" sz="2600" dirty="0"/>
              <a:t> = 2</a:t>
            </a:r>
            <a:r>
              <a:rPr lang="en-US" sz="2600" baseline="30000" dirty="0"/>
              <a:t>10 </a:t>
            </a:r>
          </a:p>
          <a:p>
            <a:pPr indent="0" rtl="1">
              <a:buNone/>
            </a:pPr>
            <a:endParaRPr lang="en-GB" altLang="en-US" sz="2600" dirty="0"/>
          </a:p>
          <a:p>
            <a:pPr indent="0" rtl="1">
              <a:buNone/>
            </a:pPr>
            <a:r>
              <a:rPr lang="ar" sz="2600" dirty="0"/>
              <a:t>غير روتينية:	</a:t>
            </a:r>
            <a:r>
              <a:rPr lang="en-US" sz="2600" dirty="0"/>
              <a:t>a</a:t>
            </a:r>
            <a:r>
              <a:rPr lang="en-US" sz="2600" baseline="30000" dirty="0"/>
              <a:t>m</a:t>
            </a:r>
            <a:r>
              <a:rPr lang="en-US" sz="2600" dirty="0"/>
              <a:t> ÷ a</a:t>
            </a:r>
            <a:r>
              <a:rPr lang="en-US" sz="2600" baseline="30000" dirty="0"/>
              <a:t>n</a:t>
            </a:r>
            <a:r>
              <a:rPr lang="en-US" sz="2600" dirty="0"/>
              <a:t> = a</a:t>
            </a:r>
            <a:r>
              <a:rPr lang="en-US" sz="2600" baseline="30000" dirty="0"/>
              <a:t>m-n </a:t>
            </a:r>
            <a:r>
              <a:rPr lang="en-US" sz="2600" dirty="0" err="1"/>
              <a:t>eg</a:t>
            </a:r>
            <a:r>
              <a:rPr lang="en-US" sz="2600" dirty="0"/>
              <a:t> 3</a:t>
            </a:r>
            <a:r>
              <a:rPr lang="en-US" sz="2600" baseline="30000" dirty="0"/>
              <a:t>8</a:t>
            </a:r>
            <a:r>
              <a:rPr lang="en-US" sz="2600" dirty="0"/>
              <a:t> ÷ 3</a:t>
            </a:r>
            <a:r>
              <a:rPr lang="en-US" sz="2600" baseline="30000" dirty="0"/>
              <a:t>3</a:t>
            </a:r>
            <a:r>
              <a:rPr lang="en-US" sz="2600" dirty="0"/>
              <a:t>= 3</a:t>
            </a:r>
            <a:r>
              <a:rPr lang="en-US" sz="2600" baseline="30000" dirty="0"/>
              <a:t>5 </a:t>
            </a:r>
          </a:p>
          <a:p>
            <a:pPr indent="0" rtl="1">
              <a:buNone/>
            </a:pPr>
            <a:r>
              <a:rPr lang="en-US" sz="2600" baseline="30000" dirty="0"/>
              <a:t>		</a:t>
            </a:r>
            <a:r>
              <a:rPr lang="en-US" sz="2600" dirty="0"/>
              <a:t> (a</a:t>
            </a:r>
            <a:r>
              <a:rPr lang="en-US" sz="2600" baseline="30000" dirty="0"/>
              <a:t>m</a:t>
            </a:r>
            <a:r>
              <a:rPr lang="en-US" sz="2600" dirty="0"/>
              <a:t>)</a:t>
            </a:r>
            <a:r>
              <a:rPr lang="en-US" sz="2600" baseline="30000" dirty="0"/>
              <a:t>n</a:t>
            </a:r>
            <a:r>
              <a:rPr lang="en-US" sz="2600" dirty="0"/>
              <a:t> = </a:t>
            </a:r>
            <a:r>
              <a:rPr lang="en-US" sz="2600" dirty="0" err="1"/>
              <a:t>a</a:t>
            </a:r>
            <a:r>
              <a:rPr lang="en-US" sz="2600" baseline="30000" dirty="0" err="1"/>
              <a:t>mn</a:t>
            </a:r>
            <a:r>
              <a:rPr lang="en-US" sz="2600" baseline="30000" dirty="0"/>
              <a:t> </a:t>
            </a:r>
            <a:r>
              <a:rPr lang="en-US" sz="2600" dirty="0" err="1"/>
              <a:t>eg</a:t>
            </a:r>
            <a:r>
              <a:rPr lang="en-US" sz="2600" dirty="0"/>
              <a:t> (5</a:t>
            </a:r>
            <a:r>
              <a:rPr lang="en-US" sz="2600" baseline="30000" dirty="0"/>
              <a:t>2</a:t>
            </a:r>
            <a:r>
              <a:rPr lang="en-US" sz="2600" dirty="0"/>
              <a:t>)</a:t>
            </a:r>
            <a:r>
              <a:rPr lang="en-US" sz="2600" baseline="30000" dirty="0"/>
              <a:t>4</a:t>
            </a:r>
            <a:r>
              <a:rPr lang="en-US" sz="2600" dirty="0"/>
              <a:t> = 5</a:t>
            </a:r>
            <a:r>
              <a:rPr lang="en-US" sz="2600" baseline="30000" dirty="0"/>
              <a:t>8</a:t>
            </a:r>
            <a:endParaRPr lang="en-US"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قوانين الأسس</a:t>
            </a:r>
          </a:p>
        </p:txBody>
      </p:sp>
      <p:sp>
        <p:nvSpPr>
          <p:cNvPr id="2" name="Footer Placeholder 2">
            <a:extLst>
              <a:ext uri="{FF2B5EF4-FFF2-40B4-BE49-F238E27FC236}">
                <a16:creationId xmlns:a16="http://schemas.microsoft.com/office/drawing/2014/main" id="{1541215E-3B27-A4AB-E1CB-C4578597145B}"/>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111101216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30" y="1988840"/>
            <a:ext cx="8568950" cy="34563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EG" sz="2600" dirty="0"/>
              <a:t>هناك نوعان من اللوغاريتم - الشائع (الأساس 10) والطبيعي (الأساس e). يتم كتابة log</a:t>
            </a:r>
            <a:r>
              <a:rPr lang="ar-EG" sz="2600" baseline="-25000" dirty="0"/>
              <a:t> e </a:t>
            </a:r>
            <a:r>
              <a:rPr lang="ar-EG" sz="2600" dirty="0"/>
              <a:t>غالبًا كـ ln</a:t>
            </a:r>
          </a:p>
          <a:p>
            <a:pPr indent="0" rtl="1">
              <a:buNone/>
            </a:pPr>
            <a:r>
              <a:rPr lang="ar-EG" sz="2600" dirty="0"/>
              <a:t>هناك ثلاث قواعد للوغاريتمات تنقسم إلى طرق روتينية وغير روتينية.</a:t>
            </a:r>
          </a:p>
          <a:p>
            <a:pPr indent="0" rtl="1">
              <a:buNone/>
              <a:tabLst>
                <a:tab pos="2327275" algn="l"/>
              </a:tabLst>
            </a:pPr>
            <a:r>
              <a:rPr lang="ar-EG" sz="2600" dirty="0"/>
              <a:t>روتينية:	</a:t>
            </a:r>
            <a:r>
              <a:rPr lang="en-US" sz="2600" dirty="0" err="1"/>
              <a:t>logA</a:t>
            </a:r>
            <a:r>
              <a:rPr lang="en-US" sz="2600" dirty="0"/>
              <a:t> + </a:t>
            </a:r>
            <a:r>
              <a:rPr lang="en-US" sz="2600" dirty="0" err="1"/>
              <a:t>logB</a:t>
            </a:r>
            <a:r>
              <a:rPr lang="en-US" sz="2600" dirty="0"/>
              <a:t> = </a:t>
            </a:r>
            <a:r>
              <a:rPr lang="en-US" sz="2600" dirty="0" err="1"/>
              <a:t>logAB</a:t>
            </a:r>
            <a:r>
              <a:rPr lang="en-US" sz="2600" baseline="30000" dirty="0"/>
              <a:t> </a:t>
            </a:r>
          </a:p>
          <a:p>
            <a:pPr indent="0" rtl="1">
              <a:buNone/>
              <a:tabLst>
                <a:tab pos="2327275" algn="l"/>
              </a:tabLst>
            </a:pPr>
            <a:r>
              <a:rPr lang="ar-EG" sz="2600" baseline="30000" dirty="0"/>
              <a:t>		</a:t>
            </a:r>
            <a:r>
              <a:rPr lang="en-US" sz="2600" dirty="0" err="1"/>
              <a:t>eg</a:t>
            </a:r>
            <a:r>
              <a:rPr lang="en-US" sz="2600" dirty="0"/>
              <a:t> log3 + log 5 = log15</a:t>
            </a:r>
            <a:r>
              <a:rPr lang="en-US" sz="2600" baseline="30000" dirty="0"/>
              <a:t> </a:t>
            </a:r>
          </a:p>
          <a:p>
            <a:pPr indent="0" rtl="1">
              <a:buNone/>
              <a:tabLst>
                <a:tab pos="2244725" algn="l"/>
              </a:tabLst>
            </a:pPr>
            <a:r>
              <a:rPr lang="ar-EG" sz="2600" dirty="0"/>
              <a:t>غير روتينية:	 </a:t>
            </a:r>
            <a:r>
              <a:rPr lang="en-US" sz="2600" dirty="0" err="1"/>
              <a:t>logA</a:t>
            </a:r>
            <a:r>
              <a:rPr lang="en-US" sz="2600" baseline="30000" dirty="0" err="1"/>
              <a:t>n</a:t>
            </a:r>
            <a:r>
              <a:rPr lang="en-US" sz="2600" dirty="0"/>
              <a:t> = </a:t>
            </a:r>
            <a:r>
              <a:rPr lang="en-US" sz="2600" dirty="0" err="1"/>
              <a:t>nlogA</a:t>
            </a:r>
            <a:r>
              <a:rPr lang="ar-EG" sz="2600" baseline="30000" dirty="0"/>
              <a:t> 	 </a:t>
            </a:r>
          </a:p>
          <a:p>
            <a:pPr indent="0" rtl="1">
              <a:buNone/>
              <a:tabLst>
                <a:tab pos="2244725" algn="l"/>
              </a:tabLst>
            </a:pPr>
            <a:r>
              <a:rPr lang="ar-EG" sz="2600" baseline="30000" dirty="0"/>
              <a:t>		</a:t>
            </a:r>
            <a:r>
              <a:rPr lang="en-US" sz="2600" dirty="0" err="1"/>
              <a:t>eg</a:t>
            </a:r>
            <a:r>
              <a:rPr lang="en-US" sz="2600" dirty="0"/>
              <a:t> log3</a:t>
            </a:r>
            <a:r>
              <a:rPr lang="en-US" sz="2600" baseline="30000" dirty="0"/>
              <a:t>2</a:t>
            </a:r>
            <a:r>
              <a:rPr lang="en-US" sz="2600" dirty="0"/>
              <a:t> = 2log3</a:t>
            </a:r>
            <a:r>
              <a:rPr lang="en-US" sz="2600" baseline="30000" dirty="0"/>
              <a:t> </a:t>
            </a:r>
          </a:p>
          <a:p>
            <a:pPr indent="0" rtl="1">
              <a:buNone/>
              <a:tabLst>
                <a:tab pos="2327275" algn="l"/>
              </a:tabLst>
            </a:pPr>
            <a:r>
              <a:rPr lang="en-US" sz="2600" baseline="30000" dirty="0"/>
              <a:t>	</a:t>
            </a:r>
            <a:r>
              <a:rPr lang="en-US" sz="2600" dirty="0" err="1"/>
              <a:t>logA</a:t>
            </a:r>
            <a:r>
              <a:rPr lang="en-US" sz="2600" dirty="0"/>
              <a:t> – log B = log(A÷B) </a:t>
            </a:r>
          </a:p>
          <a:p>
            <a:pPr indent="0" rtl="1">
              <a:buNone/>
              <a:tabLst>
                <a:tab pos="2327275" algn="l"/>
              </a:tabLst>
            </a:pPr>
            <a:r>
              <a:rPr lang="en-US" sz="2600" baseline="30000" dirty="0"/>
              <a:t>		</a:t>
            </a:r>
            <a:r>
              <a:rPr lang="en-US" sz="2600" dirty="0" err="1"/>
              <a:t>eg</a:t>
            </a:r>
            <a:r>
              <a:rPr lang="en-US" sz="2600" dirty="0"/>
              <a:t> log6 – log 3 = log(6÷3) = log2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قوانين اللوغاريتمات</a:t>
            </a:r>
          </a:p>
        </p:txBody>
      </p:sp>
      <p:sp>
        <p:nvSpPr>
          <p:cNvPr id="2" name="Footer Placeholder 2">
            <a:extLst>
              <a:ext uri="{FF2B5EF4-FFF2-40B4-BE49-F238E27FC236}">
                <a16:creationId xmlns:a16="http://schemas.microsoft.com/office/drawing/2014/main" id="{386F8EBD-FDD1-4E4E-016C-A50D1E524719}"/>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421756577"/>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30" y="1988840"/>
                <a:ext cx="8568950" cy="3456384"/>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يمكن استخدام قوانين الأسس واللوغاريتمات لحل المسائل المتعلقة بالنمو والاضمحلال الأسي.</a:t>
                </a:r>
              </a:p>
              <a:p>
                <a:pPr indent="0" rtl="1">
                  <a:buNone/>
                </a:pPr>
                <a:r>
                  <a:rPr lang="ar" sz="2600" dirty="0"/>
                  <a:t>أحد الاستخدامات هو شحن وتفريغ المكثفات.</a:t>
                </a:r>
              </a:p>
              <a:p>
                <a:pPr indent="0" rtl="1">
                  <a:buNone/>
                </a:pPr>
                <a:r>
                  <a:rPr lang="ar" sz="2600" dirty="0"/>
                  <a:t>يتم الحصول على الجهد اللحظي للمكثف (v) باستخدام المعادلة التالية:</a:t>
                </a:r>
              </a:p>
              <a:p>
                <a:pPr indent="0" algn="ctr" rtl="1">
                  <a:buNone/>
                </a:pPr>
                <a14:m>
                  <m:oMath xmlns:m="http://schemas.openxmlformats.org/officeDocument/2006/math">
                    <m:r>
                      <a:rPr lang="en-GB" altLang="en-US" sz="3200" b="0" i="1" smtClean="0">
                        <a:latin typeface="Cambria Math" panose="02040503050406030204" pitchFamily="18" charset="0"/>
                      </a:rPr>
                      <m:t>𝑣</m:t>
                    </m:r>
                    <m:r>
                      <a:rPr lang="en-GB" altLang="en-US" sz="3200" b="0" i="1" smtClean="0">
                        <a:latin typeface="Cambria Math" panose="02040503050406030204" pitchFamily="18" charset="0"/>
                      </a:rPr>
                      <m:t>=</m:t>
                    </m:r>
                    <m:r>
                      <a:rPr lang="en-GB" altLang="en-US" sz="3200" b="0" i="1" smtClean="0">
                        <a:latin typeface="Cambria Math" panose="02040503050406030204" pitchFamily="18" charset="0"/>
                      </a:rPr>
                      <m:t>𝑉</m:t>
                    </m:r>
                    <m:r>
                      <a:rPr lang="en-GB" altLang="en-US" sz="3200" b="0" i="1" smtClean="0">
                        <a:latin typeface="Cambria Math" panose="02040503050406030204" pitchFamily="18" charset="0"/>
                      </a:rPr>
                      <m:t>(</m:t>
                    </m:r>
                    <m:r>
                      <a:rPr lang="en-GB" altLang="en-US" sz="3200" b="0" i="1" smtClean="0">
                        <a:latin typeface="Cambria Math" panose="02040503050406030204" pitchFamily="18" charset="0"/>
                      </a:rPr>
                      <m:t>1</m:t>
                    </m:r>
                    <m:r>
                      <a:rPr lang="en-GB" altLang="en-US" sz="3200" b="0" i="1" smtClean="0">
                        <a:latin typeface="Cambria Math" panose="02040503050406030204" pitchFamily="18" charset="0"/>
                      </a:rPr>
                      <m:t>−</m:t>
                    </m:r>
                    <m:sSup>
                      <m:sSupPr>
                        <m:ctrlPr>
                          <a:rPr lang="en-GB" altLang="en-US" sz="3200" b="0" i="1" smtClean="0">
                            <a:latin typeface="Cambria Math" panose="02040503050406030204" pitchFamily="18" charset="0"/>
                          </a:rPr>
                        </m:ctrlPr>
                      </m:sSupPr>
                      <m:e>
                        <m:r>
                          <a:rPr lang="en-GB" altLang="en-US" sz="3200" b="0" i="1" smtClean="0">
                            <a:latin typeface="Cambria Math" panose="02040503050406030204" pitchFamily="18" charset="0"/>
                          </a:rPr>
                          <m:t>𝑒</m:t>
                        </m:r>
                      </m:e>
                      <m:sup>
                        <m:f>
                          <m:fPr>
                            <m:ctrlPr>
                              <a:rPr lang="en-GB" altLang="en-US" sz="3200" b="0" i="1" smtClean="0">
                                <a:latin typeface="Cambria Math" panose="02040503050406030204" pitchFamily="18" charset="0"/>
                              </a:rPr>
                            </m:ctrlPr>
                          </m:fPr>
                          <m:num>
                            <m:r>
                              <a:rPr lang="en-GB" altLang="en-US" sz="3200" b="0" i="1" smtClean="0">
                                <a:latin typeface="Cambria Math" panose="02040503050406030204" pitchFamily="18" charset="0"/>
                              </a:rPr>
                              <m:t>𝑡</m:t>
                            </m:r>
                          </m:num>
                          <m:den>
                            <m:r>
                              <a:rPr lang="en-GB" altLang="en-US" sz="3200" b="0" i="1" smtClean="0">
                                <a:latin typeface="Cambria Math" panose="02040503050406030204" pitchFamily="18" charset="0"/>
                                <a:ea typeface="Cambria Math" panose="02040503050406030204" pitchFamily="18" charset="0"/>
                              </a:rPr>
                              <m:t>𝜏</m:t>
                            </m:r>
                          </m:den>
                        </m:f>
                      </m:sup>
                    </m:sSup>
                    <m:r>
                      <a:rPr lang="en-GB" altLang="en-US" sz="3200" b="0" i="1" smtClean="0">
                        <a:latin typeface="Cambria Math" panose="02040503050406030204" pitchFamily="18" charset="0"/>
                      </a:rPr>
                      <m:t>)</m:t>
                    </m:r>
                  </m:oMath>
                </a14:m>
                <a:r>
                  <a:rPr lang="ar" sz="3200" dirty="0"/>
                  <a:t> </a:t>
                </a:r>
              </a:p>
              <a:p>
                <a:pPr indent="0" algn="ctr" rtl="1">
                  <a:buNone/>
                </a:pPr>
                <a:endParaRPr lang="en-GB" altLang="en-US" sz="2000" dirty="0"/>
              </a:p>
              <a:p>
                <a:pPr indent="0" rtl="1">
                  <a:buNone/>
                </a:pPr>
                <a:r>
                  <a:rPr lang="ar" sz="2600" dirty="0"/>
                  <a:t>يمكن استخدام قوانين اللوغاريتمات والأسس لتغيير موضوع المعادلة.</a:t>
                </a:r>
              </a:p>
            </p:txBody>
          </p:sp>
        </mc:Choice>
        <mc:Fallback xmlns="">
          <p:sp>
            <p:nvSpPr>
              <p:cNvPr id="34819" name="Content Placeholder 3">
                <a:extLst>
                  <a:ext uri="{FF2B5EF4-FFF2-40B4-BE49-F238E27FC236}">
                    <a16:creationId xmlns:a16="http://schemas.microsoft.com/office/drawing/2014/main" id="{453C7683-8588-7ABC-32E0-8A4E68218620}"/>
                  </a:ext>
                </a:extLst>
              </p:cNvPr>
              <p:cNvSpPr>
                <a:spLocks noGrp="1" noRot="1" noChangeAspect="1" noMove="1" noResize="1" noEditPoints="1" noAdjustHandles="1" noChangeArrowheads="1" noChangeShapeType="1" noTextEdit="1"/>
              </p:cNvSpPr>
              <p:nvPr>
                <p:ph sz="half" idx="2"/>
              </p:nvPr>
            </p:nvSpPr>
            <p:spPr bwMode="auto">
              <a:xfrm>
                <a:off x="323530" y="1988840"/>
                <a:ext cx="8568950" cy="3456384"/>
              </a:xfrm>
              <a:blipFill>
                <a:blip r:embed="rId4"/>
                <a:stretch>
                  <a:fillRect t="-1587" b="-5467"/>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النمو والاضمحلال الأسي</a:t>
            </a:r>
          </a:p>
        </p:txBody>
      </p:sp>
      <p:sp>
        <p:nvSpPr>
          <p:cNvPr id="2" name="Footer Placeholder 2">
            <a:extLst>
              <a:ext uri="{FF2B5EF4-FFF2-40B4-BE49-F238E27FC236}">
                <a16:creationId xmlns:a16="http://schemas.microsoft.com/office/drawing/2014/main" id="{DD88A53E-10C0-34C9-C96D-4D24F3ED5258}"/>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02700814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المعادلات الخطية</a:t>
            </a:r>
            <a:r>
              <a:rPr lang="ar-EG" sz="3800" b="1" dirty="0">
                <a:latin typeface="Sakkal Majalla" panose="02000000000000000000" pitchFamily="2" charset="-78"/>
                <a:cs typeface="Sakkal Majalla" panose="02000000000000000000" pitchFamily="2" charset="-78"/>
              </a:rPr>
              <a:t> و</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الرسوم البيانية ذات الخط المستقيم</a:t>
            </a:r>
          </a:p>
        </p:txBody>
      </p:sp>
      <p:sp>
        <p:nvSpPr>
          <p:cNvPr id="2" name="Content Placeholder 1">
            <a:extLst>
              <a:ext uri="{FF2B5EF4-FFF2-40B4-BE49-F238E27FC236}">
                <a16:creationId xmlns:a16="http://schemas.microsoft.com/office/drawing/2014/main" id="{089DF789-89B7-261B-DCFA-2201D0B1DF4D}"/>
              </a:ext>
            </a:extLst>
          </p:cNvPr>
          <p:cNvSpPr>
            <a:spLocks noGrp="1"/>
          </p:cNvSpPr>
          <p:nvPr>
            <p:ph sz="half" idx="2"/>
          </p:nvPr>
        </p:nvSpPr>
        <p:spPr>
          <a:xfrm>
            <a:off x="4334927" y="2708920"/>
            <a:ext cx="4319068" cy="3609975"/>
          </a:xfrm>
        </p:spPr>
        <p:txBody>
          <a:bodyPr rtlCol="1"/>
          <a:lstStyle/>
          <a:p>
            <a:pPr marL="0" indent="0" rtl="1">
              <a:buNone/>
            </a:pPr>
            <a:r>
              <a:rPr lang="ar" sz="2600" dirty="0"/>
              <a:t>تتم كتابة المعادلات الخطية على النحو التالي:</a:t>
            </a:r>
          </a:p>
          <a:p>
            <a:pPr marL="0" indent="0" rtl="0">
              <a:buNone/>
            </a:pPr>
            <a:r>
              <a:rPr lang="en-US" sz="2600" i="1" dirty="0"/>
              <a:t>y</a:t>
            </a:r>
            <a:r>
              <a:rPr lang="en-US" sz="2600" dirty="0"/>
              <a:t> = m</a:t>
            </a:r>
            <a:r>
              <a:rPr lang="en-US" sz="2600" i="1" dirty="0"/>
              <a:t>x</a:t>
            </a:r>
            <a:r>
              <a:rPr lang="en-US" sz="2600" dirty="0"/>
              <a:t> + c</a:t>
            </a:r>
          </a:p>
          <a:p>
            <a:pPr marL="0" indent="0" rtl="1">
              <a:buNone/>
            </a:pPr>
            <a:endParaRPr lang="en-GB" sz="2600" dirty="0"/>
          </a:p>
          <a:p>
            <a:pPr marL="0" indent="0" rtl="1">
              <a:buNone/>
            </a:pPr>
            <a:r>
              <a:rPr lang="ar" sz="2600" dirty="0"/>
              <a:t>حيث إن </a:t>
            </a:r>
          </a:p>
          <a:p>
            <a:pPr marL="0" indent="0" rtl="1">
              <a:buNone/>
            </a:pPr>
            <a:r>
              <a:rPr lang="ar" sz="2600" b="1" dirty="0"/>
              <a:t>m </a:t>
            </a:r>
            <a:r>
              <a:rPr lang="ar" sz="2600" dirty="0"/>
              <a:t>هو الانحدار</a:t>
            </a:r>
          </a:p>
          <a:p>
            <a:pPr marL="0" indent="0" rtl="1">
              <a:buNone/>
            </a:pPr>
            <a:r>
              <a:rPr lang="ar" sz="2600" b="1" dirty="0"/>
              <a:t>c </a:t>
            </a:r>
            <a:r>
              <a:rPr lang="ar" sz="2600" dirty="0"/>
              <a:t>هو التقاطع على المحور y</a:t>
            </a:r>
          </a:p>
        </p:txBody>
      </p:sp>
      <p:sp>
        <p:nvSpPr>
          <p:cNvPr id="3" name="Footer Placeholder 2">
            <a:extLst>
              <a:ext uri="{FF2B5EF4-FFF2-40B4-BE49-F238E27FC236}">
                <a16:creationId xmlns:a16="http://schemas.microsoft.com/office/drawing/2014/main" id="{81D8C205-710F-284F-3916-D5DF5FF8CE5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4" name="Picture 3" descr="A graph paper with a red line and a red line&#10;&#10;Description automatically generated">
            <a:extLst>
              <a:ext uri="{FF2B5EF4-FFF2-40B4-BE49-F238E27FC236}">
                <a16:creationId xmlns:a16="http://schemas.microsoft.com/office/drawing/2014/main" id="{5207FEC7-C3B7-851A-D861-E5D487A5D64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9552" y="2708920"/>
            <a:ext cx="3570356" cy="3570356"/>
          </a:xfrm>
          <a:prstGeom prst="rect">
            <a:avLst/>
          </a:prstGeom>
          <a:noFill/>
        </p:spPr>
      </p:pic>
    </p:spTree>
    <p:extLst>
      <p:ext uri="{BB962C8B-B14F-4D97-AF65-F5344CB8AC3E}">
        <p14:creationId xmlns:p14="http://schemas.microsoft.com/office/powerpoint/2010/main" val="215765049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المعادلات المترابطة</a:t>
            </a:r>
          </a:p>
        </p:txBody>
      </p:sp>
      <p:sp>
        <p:nvSpPr>
          <p:cNvPr id="2" name="Content Placeholder 1">
            <a:extLst>
              <a:ext uri="{FF2B5EF4-FFF2-40B4-BE49-F238E27FC236}">
                <a16:creationId xmlns:a16="http://schemas.microsoft.com/office/drawing/2014/main" id="{089DF789-89B7-261B-DCFA-2201D0B1DF4D}"/>
              </a:ext>
            </a:extLst>
          </p:cNvPr>
          <p:cNvSpPr>
            <a:spLocks noGrp="1"/>
          </p:cNvSpPr>
          <p:nvPr>
            <p:ph sz="half" idx="2"/>
          </p:nvPr>
        </p:nvSpPr>
        <p:spPr>
          <a:xfrm>
            <a:off x="4211959" y="2230767"/>
            <a:ext cx="4536505" cy="3916271"/>
          </a:xfrm>
        </p:spPr>
        <p:txBody>
          <a:bodyPr rtlCol="1"/>
          <a:lstStyle/>
          <a:p>
            <a:pPr rtl="1"/>
            <a:r>
              <a:rPr lang="ar" sz="2600" dirty="0"/>
              <a:t>يمكن حل زوج من المعادلات المترابطة عن طريق رسم الرسم البياني ذو الخط المستقيم لكل منهما.</a:t>
            </a:r>
          </a:p>
          <a:p>
            <a:pPr rtl="1"/>
            <a:r>
              <a:rPr lang="ar" sz="2600" dirty="0"/>
              <a:t>ويتم إيجاد القيم التي توفر الحل للمعادلتين عند تقاطع الخطين.</a:t>
            </a:r>
          </a:p>
          <a:p>
            <a:pPr rtl="1"/>
            <a:r>
              <a:rPr lang="ar" sz="2600" dirty="0"/>
              <a:t>في هذه الأمثلة</a:t>
            </a:r>
          </a:p>
          <a:p>
            <a:pPr marL="0" indent="0" rtl="1">
              <a:buNone/>
            </a:pPr>
            <a:r>
              <a:rPr lang="en-US" sz="2600" dirty="0"/>
              <a:t>	x = 3</a:t>
            </a:r>
            <a:r>
              <a:rPr lang="ar-EG" sz="2600" dirty="0"/>
              <a:t> و</a:t>
            </a:r>
            <a:r>
              <a:rPr lang="en-US" sz="2600" dirty="0"/>
              <a:t>y = 7</a:t>
            </a:r>
          </a:p>
          <a:p>
            <a:pPr marL="0" indent="0" rtl="1">
              <a:buNone/>
            </a:pPr>
            <a:endParaRPr lang="en-GB" sz="2600" dirty="0"/>
          </a:p>
        </p:txBody>
      </p:sp>
      <p:sp>
        <p:nvSpPr>
          <p:cNvPr id="3" name="Footer Placeholder 2">
            <a:extLst>
              <a:ext uri="{FF2B5EF4-FFF2-40B4-BE49-F238E27FC236}">
                <a16:creationId xmlns:a16="http://schemas.microsoft.com/office/drawing/2014/main" id="{BF3EFB30-DB60-DCA3-BBC3-23DB99A5D5D0}"/>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4" name="Picture 3" descr="A graph of a line graphing&#10;&#10;Description automatically generated">
            <a:extLst>
              <a:ext uri="{FF2B5EF4-FFF2-40B4-BE49-F238E27FC236}">
                <a16:creationId xmlns:a16="http://schemas.microsoft.com/office/drawing/2014/main" id="{0D192101-CA75-7CCC-067A-7D5254A16E7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1844452"/>
            <a:ext cx="3366030" cy="4757641"/>
          </a:xfrm>
          <a:prstGeom prst="rect">
            <a:avLst/>
          </a:prstGeom>
          <a:noFill/>
        </p:spPr>
      </p:pic>
    </p:spTree>
    <p:extLst>
      <p:ext uri="{BB962C8B-B14F-4D97-AF65-F5344CB8AC3E}">
        <p14:creationId xmlns:p14="http://schemas.microsoft.com/office/powerpoint/2010/main" val="3603106758"/>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7584" y="2420888"/>
                <a:ext cx="8064896" cy="3024336"/>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قياس الدائرة</a:t>
                </a:r>
              </a:p>
              <a:p>
                <a:pPr marL="800100" indent="-457200" rtl="1"/>
                <a:r>
                  <a:rPr lang="ar" sz="2600" dirty="0"/>
                  <a:t>يتم استخدام الزاوية نصف القطرية (راديان) في الهندسة لقياس الزوايا.</a:t>
                </a:r>
              </a:p>
              <a:p>
                <a:pPr marL="800100" indent="-457200" rtl="1"/>
                <a:r>
                  <a:rPr lang="ar" sz="2600" dirty="0"/>
                  <a:t>2π راديان = 360°</a:t>
                </a:r>
              </a:p>
              <a:p>
                <a:pPr marL="800100" indent="-457200" rtl="1"/>
                <a:r>
                  <a:rPr lang="ar" sz="2600" dirty="0"/>
                  <a:t>للتحويل من الزاوية نصف القطرية إلى درجات:</a:t>
                </a:r>
              </a:p>
              <a:p>
                <a:pPr indent="0" algn="l" rtl="0">
                  <a:buNone/>
                </a:pPr>
                <a14:m>
                  <m:oMathPara xmlns:m="http://schemas.openxmlformats.org/officeDocument/2006/math">
                    <m:oMathParaPr>
                      <m:jc m:val="centerGroup"/>
                    </m:oMathParaPr>
                    <m:oMath xmlns:m="http://schemas.openxmlformats.org/officeDocument/2006/math">
                      <m:sSub>
                        <m:sSubPr>
                          <m:ctrlPr>
                            <a:rPr lang="en-US" altLang="en-US" sz="2600" i="1" smtClean="0">
                              <a:latin typeface="Cambria Math" panose="02040503050406030204" pitchFamily="18" charset="0"/>
                            </a:rPr>
                          </m:ctrlPr>
                        </m:sSubPr>
                        <m:e>
                          <m:r>
                            <a:rPr lang="en-US" altLang="en-US" sz="2600" i="1" smtClean="0">
                              <a:latin typeface="Cambria Math" panose="02040503050406030204" pitchFamily="18" charset="0"/>
                              <a:ea typeface="Cambria Math" panose="02040503050406030204" pitchFamily="18" charset="0"/>
                            </a:rPr>
                            <m:t>𝜃</m:t>
                          </m:r>
                        </m:e>
                        <m:sub>
                          <m:r>
                            <a:rPr lang="en-US" altLang="en-US" sz="2600" b="0" i="1" smtClean="0">
                              <a:latin typeface="Cambria Math" panose="02040503050406030204" pitchFamily="18" charset="0"/>
                            </a:rPr>
                            <m:t>𝑑𝑒𝑔𝑟𝑒𝑒𝑠</m:t>
                          </m:r>
                        </m:sub>
                      </m:sSub>
                      <m:r>
                        <a:rPr lang="en-US" altLang="en-US" sz="2600" b="0" i="1" smtClean="0">
                          <a:latin typeface="Cambria Math" panose="02040503050406030204" pitchFamily="18" charset="0"/>
                        </a:rPr>
                        <m:t>= </m:t>
                      </m:r>
                      <m:f>
                        <m:fPr>
                          <m:ctrlPr>
                            <a:rPr lang="en-US" altLang="en-US" sz="2600" b="0" i="1" smtClean="0">
                              <a:latin typeface="Cambria Math" panose="02040503050406030204" pitchFamily="18" charset="0"/>
                            </a:rPr>
                          </m:ctrlPr>
                        </m:fPr>
                        <m:num>
                          <m:r>
                            <a:rPr lang="en-US" altLang="en-US" sz="2600" b="0" i="1" smtClean="0">
                              <a:latin typeface="Cambria Math" panose="02040503050406030204" pitchFamily="18" charset="0"/>
                            </a:rPr>
                            <m:t>360</m:t>
                          </m:r>
                          <m:r>
                            <a:rPr lang="en-US" altLang="en-US" sz="2600" b="0" i="1" smtClean="0">
                              <a:latin typeface="Cambria Math" panose="02040503050406030204" pitchFamily="18" charset="0"/>
                              <a:ea typeface="Cambria Math" panose="02040503050406030204" pitchFamily="18" charset="0"/>
                            </a:rPr>
                            <m:t>×</m:t>
                          </m:r>
                          <m:sSub>
                            <m:sSubPr>
                              <m:ctrlPr>
                                <a:rPr lang="en-US" altLang="en-US" sz="2600" b="0" i="1" smtClean="0">
                                  <a:latin typeface="Cambria Math" panose="02040503050406030204" pitchFamily="18" charset="0"/>
                                  <a:ea typeface="Cambria Math" panose="02040503050406030204" pitchFamily="18" charset="0"/>
                                </a:rPr>
                              </m:ctrlPr>
                            </m:sSubPr>
                            <m:e>
                              <m:r>
                                <a:rPr lang="en-US" altLang="en-US" sz="2600" b="0" i="1" smtClean="0">
                                  <a:latin typeface="Cambria Math" panose="02040503050406030204" pitchFamily="18" charset="0"/>
                                  <a:ea typeface="Cambria Math" panose="02040503050406030204" pitchFamily="18" charset="0"/>
                                </a:rPr>
                                <m:t>𝜃</m:t>
                              </m:r>
                            </m:e>
                            <m:sub>
                              <m:r>
                                <a:rPr lang="en-US" altLang="en-US" sz="2600" b="0" i="1" smtClean="0">
                                  <a:latin typeface="Cambria Math" panose="02040503050406030204" pitchFamily="18" charset="0"/>
                                  <a:ea typeface="Cambria Math" panose="02040503050406030204" pitchFamily="18" charset="0"/>
                                </a:rPr>
                                <m:t>𝑟𝑎𝑑𝑖𝑎𝑛𝑠</m:t>
                              </m:r>
                            </m:sub>
                          </m:sSub>
                        </m:num>
                        <m:den>
                          <m:r>
                            <a:rPr lang="en-US" altLang="en-US" sz="2600" b="0" i="1" smtClean="0">
                              <a:latin typeface="Cambria Math" panose="02040503050406030204" pitchFamily="18" charset="0"/>
                            </a:rPr>
                            <m:t>2</m:t>
                          </m:r>
                          <m:r>
                            <a:rPr lang="en-US" altLang="en-US" sz="2600" b="0" i="1" smtClean="0">
                              <a:latin typeface="Cambria Math" panose="02040503050406030204" pitchFamily="18" charset="0"/>
                              <a:ea typeface="Cambria Math" panose="02040503050406030204" pitchFamily="18" charset="0"/>
                            </a:rPr>
                            <m:t>𝜋</m:t>
                          </m:r>
                        </m:den>
                      </m:f>
                    </m:oMath>
                  </m:oMathPara>
                </a14:m>
                <a:endParaRPr lang="en-US" altLang="en-US" sz="2600" dirty="0"/>
              </a:p>
              <a:p>
                <a:pPr marL="800100" indent="-457200" rtl="1"/>
                <a:r>
                  <a:rPr lang="ar" sz="2600" dirty="0"/>
                  <a:t>للتحويل من الدرجات إلى زاوية نصف قطرية:</a:t>
                </a:r>
              </a:p>
              <a:p>
                <a:pPr indent="0" algn="l" rtl="0">
                  <a:buNone/>
                </a:pPr>
                <a14:m>
                  <m:oMathPara xmlns:m="http://schemas.openxmlformats.org/officeDocument/2006/math">
                    <m:oMathParaPr>
                      <m:jc m:val="centerGroup"/>
                    </m:oMathParaPr>
                    <m:oMath xmlns:m="http://schemas.openxmlformats.org/officeDocument/2006/math">
                      <m:sSub>
                        <m:sSubPr>
                          <m:ctrlPr>
                            <a:rPr lang="en-GB" altLang="en-US" sz="2600" i="1" smtClean="0">
                              <a:latin typeface="Cambria Math" panose="02040503050406030204" pitchFamily="18" charset="0"/>
                            </a:rPr>
                          </m:ctrlPr>
                        </m:sSubPr>
                        <m:e>
                          <m:r>
                            <a:rPr lang="en-GB" altLang="en-US" sz="2600" i="1" smtClean="0">
                              <a:latin typeface="Cambria Math" panose="02040503050406030204" pitchFamily="18" charset="0"/>
                              <a:ea typeface="Cambria Math" panose="02040503050406030204" pitchFamily="18" charset="0"/>
                            </a:rPr>
                            <m:t>𝜃</m:t>
                          </m:r>
                        </m:e>
                        <m:sub>
                          <m:r>
                            <a:rPr lang="en-GB" altLang="en-US" sz="2600" b="0" i="1" smtClean="0">
                              <a:latin typeface="Cambria Math" panose="02040503050406030204" pitchFamily="18" charset="0"/>
                            </a:rPr>
                            <m:t>𝑟𝑎𝑑𝑖𝑎𝑛𝑠</m:t>
                          </m:r>
                        </m:sub>
                      </m:sSub>
                      <m:r>
                        <a:rPr lang="en-GB" altLang="en-US" sz="2600" b="0" i="1" smtClean="0">
                          <a:latin typeface="Cambria Math" panose="02040503050406030204" pitchFamily="18" charset="0"/>
                        </a:rPr>
                        <m:t>=</m:t>
                      </m:r>
                      <m:f>
                        <m:fPr>
                          <m:ctrlPr>
                            <a:rPr lang="en-GB" altLang="en-US" sz="2600" b="0" i="1" smtClean="0">
                              <a:latin typeface="Cambria Math" panose="02040503050406030204" pitchFamily="18" charset="0"/>
                            </a:rPr>
                          </m:ctrlPr>
                        </m:fPr>
                        <m:num>
                          <m:r>
                            <a:rPr lang="en-GB" altLang="en-US" sz="2600" i="1">
                              <a:latin typeface="Cambria Math" panose="02040503050406030204" pitchFamily="18" charset="0"/>
                            </a:rPr>
                            <m:t>2</m:t>
                          </m:r>
                          <m:r>
                            <a:rPr lang="en-GB" altLang="en-US" sz="2600" i="1">
                              <a:latin typeface="Cambria Math" panose="02040503050406030204" pitchFamily="18" charset="0"/>
                              <a:ea typeface="Cambria Math" panose="02040503050406030204" pitchFamily="18" charset="0"/>
                            </a:rPr>
                            <m:t>𝜋</m:t>
                          </m:r>
                          <m:r>
                            <a:rPr lang="en-GB" altLang="en-US" sz="2600" i="1">
                              <a:latin typeface="Cambria Math" panose="02040503050406030204" pitchFamily="18" charset="0"/>
                            </a:rPr>
                            <m:t> </m:t>
                          </m:r>
                          <m:r>
                            <a:rPr lang="en-GB" altLang="en-US" sz="2600" i="1">
                              <a:latin typeface="Cambria Math" panose="02040503050406030204" pitchFamily="18" charset="0"/>
                              <a:ea typeface="Cambria Math" panose="02040503050406030204" pitchFamily="18" charset="0"/>
                            </a:rPr>
                            <m:t>×</m:t>
                          </m:r>
                          <m:sSub>
                            <m:sSubPr>
                              <m:ctrlPr>
                                <a:rPr lang="en-GB" altLang="en-US" sz="2600" i="1">
                                  <a:latin typeface="Cambria Math" panose="02040503050406030204" pitchFamily="18" charset="0"/>
                                  <a:ea typeface="Cambria Math" panose="02040503050406030204" pitchFamily="18" charset="0"/>
                                </a:rPr>
                              </m:ctrlPr>
                            </m:sSubPr>
                            <m:e>
                              <m:r>
                                <a:rPr lang="en-GB" altLang="en-US" sz="2600" i="1">
                                  <a:latin typeface="Cambria Math" panose="02040503050406030204" pitchFamily="18" charset="0"/>
                                  <a:ea typeface="Cambria Math" panose="02040503050406030204" pitchFamily="18" charset="0"/>
                                </a:rPr>
                                <m:t>𝜃</m:t>
                              </m:r>
                            </m:e>
                            <m:sub>
                              <m:r>
                                <a:rPr lang="en-GB" altLang="en-US" sz="2600" i="1">
                                  <a:latin typeface="Cambria Math" panose="02040503050406030204" pitchFamily="18" charset="0"/>
                                  <a:ea typeface="Cambria Math" panose="02040503050406030204" pitchFamily="18" charset="0"/>
                                </a:rPr>
                                <m:t>𝑑𝑒𝑔𝑟𝑒𝑒𝑠</m:t>
                              </m:r>
                            </m:sub>
                          </m:sSub>
                        </m:num>
                        <m:den>
                          <m:r>
                            <a:rPr lang="en-GB" altLang="en-US" sz="2600" b="0" i="1" smtClean="0">
                              <a:latin typeface="Cambria Math" panose="02040503050406030204" pitchFamily="18" charset="0"/>
                            </a:rPr>
                            <m:t>360</m:t>
                          </m:r>
                        </m:den>
                      </m:f>
                    </m:oMath>
                  </m:oMathPara>
                </a14:m>
                <a:endParaRPr lang="en-GB" altLang="en-US" sz="2600" dirty="0"/>
              </a:p>
            </p:txBody>
          </p:sp>
        </mc:Choice>
        <mc:Fallback xmlns="">
          <p:sp>
            <p:nvSpPr>
              <p:cNvPr id="34819" name="Content Placeholder 3">
                <a:extLst>
                  <a:ext uri="{FF2B5EF4-FFF2-40B4-BE49-F238E27FC236}">
                    <a16:creationId xmlns:a16="http://schemas.microsoft.com/office/drawing/2014/main" id="{453C7683-8588-7ABC-32E0-8A4E68218620}"/>
                  </a:ext>
                </a:extLst>
              </p:cNvPr>
              <p:cNvSpPr>
                <a:spLocks noGrp="1" noRot="1" noChangeAspect="1" noMove="1" noResize="1" noEditPoints="1" noAdjustHandles="1" noChangeArrowheads="1" noChangeShapeType="1" noTextEdit="1"/>
              </p:cNvSpPr>
              <p:nvPr>
                <p:ph sz="half" idx="2"/>
              </p:nvPr>
            </p:nvSpPr>
            <p:spPr bwMode="auto">
              <a:xfrm>
                <a:off x="827584" y="2420888"/>
                <a:ext cx="8064896" cy="3024336"/>
              </a:xfrm>
              <a:blipFill>
                <a:blip r:embed="rId4"/>
                <a:stretch>
                  <a:fillRect t="-1815" b="-27621"/>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(أ2) – الطرق المثلثية</a:t>
            </a:r>
          </a:p>
        </p:txBody>
      </p:sp>
      <p:sp>
        <p:nvSpPr>
          <p:cNvPr id="2" name="Footer Placeholder 2">
            <a:extLst>
              <a:ext uri="{FF2B5EF4-FFF2-40B4-BE49-F238E27FC236}">
                <a16:creationId xmlns:a16="http://schemas.microsoft.com/office/drawing/2014/main" id="{9AF2CF57-7130-9DC4-71DC-C3DF0B822104}"/>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5000374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
            <a:extLst>
              <a:ext uri="{FF2B5EF4-FFF2-40B4-BE49-F238E27FC236}">
                <a16:creationId xmlns:a16="http://schemas.microsoft.com/office/drawing/2014/main" id="{B10698EE-378E-AE7C-6AB5-C77BDC24761A}"/>
              </a:ext>
            </a:extLst>
          </p:cNvPr>
          <p:cNvSpPr>
            <a:spLocks noGrp="1" noChangeArrowheads="1"/>
          </p:cNvSpPr>
          <p:nvPr>
            <p:ph type="title"/>
          </p:nvPr>
        </p:nvSpPr>
        <p:spPr bwMode="auto">
          <a:xfrm>
            <a:off x="457200" y="1195388"/>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(أ2) - الدوال المثلثية</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12B632-5C96-9382-472B-EF7EB3B11560}"/>
                  </a:ext>
                </a:extLst>
              </p:cNvPr>
              <p:cNvSpPr txBox="1"/>
              <p:nvPr/>
            </p:nvSpPr>
            <p:spPr>
              <a:xfrm>
                <a:off x="395536" y="5661248"/>
                <a:ext cx="8352928" cy="1597040"/>
              </a:xfrm>
              <a:prstGeom prst="rect">
                <a:avLst/>
              </a:prstGeom>
              <a:noFill/>
            </p:spPr>
            <p:txBody>
              <a:bodyPr wrap="square" rtlCol="1">
                <a:spAutoFit/>
              </a:bodyPr>
              <a:lstStyle/>
              <a:p>
                <a:pPr algn="ctr" rtl="0"/>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𝑠𝑖𝑛</m:t>
                      </m:r>
                      <m:r>
                        <a:rPr lang="en-GB" sz="2400" b="0" i="1" smtClean="0">
                          <a:latin typeface="Cambria Math" panose="02040503050406030204" pitchFamily="18" charset="0"/>
                          <a:ea typeface="Cambria Math" panose="02040503050406030204" pitchFamily="18" charset="0"/>
                        </a:rPr>
                        <m:t>𝜃</m:t>
                      </m:r>
                      <m:r>
                        <a:rPr lang="en-GB" sz="2400" b="0" i="1" smtClean="0">
                          <a:latin typeface="Cambria Math" panose="02040503050406030204" pitchFamily="18" charset="0"/>
                          <a:ea typeface="Cambria Math" panose="02040503050406030204" pitchFamily="18" charset="0"/>
                        </a:rPr>
                        <m:t>=</m:t>
                      </m:r>
                      <m:f>
                        <m:fPr>
                          <m:ctrlPr>
                            <a:rPr lang="en-GB" sz="2400" b="0" i="1" smtClean="0">
                              <a:latin typeface="Cambria Math" panose="02040503050406030204" pitchFamily="18" charset="0"/>
                              <a:ea typeface="Cambria Math" panose="02040503050406030204" pitchFamily="18" charset="0"/>
                            </a:rPr>
                          </m:ctrlPr>
                        </m:fPr>
                        <m:num>
                          <m:r>
                            <a:rPr lang="en-GB" sz="2400" b="0" i="1" smtClean="0">
                              <a:latin typeface="Cambria Math" panose="02040503050406030204" pitchFamily="18" charset="0"/>
                              <a:ea typeface="Cambria Math" panose="02040503050406030204" pitchFamily="18" charset="0"/>
                            </a:rPr>
                            <m:t>𝑜𝑝𝑝𝑜𝑠𝑖𝑡𝑒</m:t>
                          </m:r>
                        </m:num>
                        <m:den>
                          <m:r>
                            <a:rPr lang="en-GB" sz="2400" b="0" i="1" smtClean="0">
                              <a:latin typeface="Cambria Math" panose="02040503050406030204" pitchFamily="18" charset="0"/>
                              <a:ea typeface="Cambria Math" panose="02040503050406030204" pitchFamily="18" charset="0"/>
                            </a:rPr>
                            <m:t>h</m:t>
                          </m:r>
                          <m:r>
                            <a:rPr lang="en-GB" sz="2400" b="0" i="1" smtClean="0">
                              <a:latin typeface="Cambria Math" panose="02040503050406030204" pitchFamily="18" charset="0"/>
                              <a:ea typeface="Cambria Math" panose="02040503050406030204" pitchFamily="18" charset="0"/>
                            </a:rPr>
                            <m:t>𝑦𝑝𝑜𝑡𝑒𝑛𝑢𝑠𝑒</m:t>
                          </m:r>
                        </m:den>
                      </m:f>
                      <m:r>
                        <a:rPr lang="en-GB" sz="2400" b="0" i="1" smtClean="0">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rPr>
                        <m:t>𝑐𝑜𝑠</m:t>
                      </m:r>
                      <m:r>
                        <a:rPr lang="en-GB" sz="2400" i="1">
                          <a:latin typeface="Cambria Math" panose="02040503050406030204" pitchFamily="18" charset="0"/>
                          <a:ea typeface="Cambria Math" panose="02040503050406030204" pitchFamily="18" charset="0"/>
                        </a:rPr>
                        <m:t>𝜃</m:t>
                      </m:r>
                      <m:r>
                        <a:rPr lang="en-GB" sz="2400" i="1">
                          <a:latin typeface="Cambria Math" panose="02040503050406030204" pitchFamily="18" charset="0"/>
                          <a:ea typeface="Cambria Math" panose="02040503050406030204" pitchFamily="18" charset="0"/>
                        </a:rPr>
                        <m:t>=</m:t>
                      </m:r>
                      <m:f>
                        <m:fPr>
                          <m:ctrlPr>
                            <a:rPr lang="en-GB" sz="2400" i="1">
                              <a:latin typeface="Cambria Math" panose="02040503050406030204" pitchFamily="18" charset="0"/>
                              <a:ea typeface="Cambria Math" panose="02040503050406030204" pitchFamily="18" charset="0"/>
                            </a:rPr>
                          </m:ctrlPr>
                        </m:fPr>
                        <m:num>
                          <m:r>
                            <a:rPr lang="en-GB" sz="2400" b="0" i="1" smtClean="0">
                              <a:latin typeface="Cambria Math" panose="02040503050406030204" pitchFamily="18" charset="0"/>
                              <a:ea typeface="Cambria Math" panose="02040503050406030204" pitchFamily="18" charset="0"/>
                            </a:rPr>
                            <m:t>𝑎𝑑𝑗𝑎𝑐𝑒𝑛𝑡</m:t>
                          </m:r>
                        </m:num>
                        <m:den>
                          <m:r>
                            <a:rPr lang="en-GB" sz="2400" i="1">
                              <a:latin typeface="Cambria Math" panose="02040503050406030204" pitchFamily="18" charset="0"/>
                              <a:ea typeface="Cambria Math" panose="02040503050406030204" pitchFamily="18" charset="0"/>
                            </a:rPr>
                            <m:t>h</m:t>
                          </m:r>
                          <m:r>
                            <a:rPr lang="en-GB" sz="2400" i="1">
                              <a:latin typeface="Cambria Math" panose="02040503050406030204" pitchFamily="18" charset="0"/>
                              <a:ea typeface="Cambria Math" panose="02040503050406030204" pitchFamily="18" charset="0"/>
                            </a:rPr>
                            <m:t>𝑦𝑝𝑜𝑡𝑒𝑛𝑢𝑠𝑒</m:t>
                          </m:r>
                        </m:den>
                      </m:f>
                      <m:r>
                        <a:rPr lang="en-GB" sz="2400" i="1" smtClean="0">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rPr>
                        <m:t>𝑡𝑎𝑛</m:t>
                      </m:r>
                      <m:r>
                        <a:rPr lang="en-GB" sz="2400" i="1">
                          <a:latin typeface="Cambria Math" panose="02040503050406030204" pitchFamily="18" charset="0"/>
                          <a:ea typeface="Cambria Math" panose="02040503050406030204" pitchFamily="18" charset="0"/>
                        </a:rPr>
                        <m:t>𝜃</m:t>
                      </m:r>
                      <m:r>
                        <a:rPr lang="en-GB" sz="2400" i="1">
                          <a:latin typeface="Cambria Math" panose="02040503050406030204" pitchFamily="18" charset="0"/>
                          <a:ea typeface="Cambria Math" panose="02040503050406030204" pitchFamily="18" charset="0"/>
                        </a:rPr>
                        <m:t>=</m:t>
                      </m:r>
                      <m:f>
                        <m:fPr>
                          <m:ctrlPr>
                            <a:rPr lang="en-GB" sz="2400" i="1">
                              <a:latin typeface="Cambria Math" panose="02040503050406030204" pitchFamily="18" charset="0"/>
                              <a:ea typeface="Cambria Math" panose="02040503050406030204" pitchFamily="18" charset="0"/>
                            </a:rPr>
                          </m:ctrlPr>
                        </m:fPr>
                        <m:num>
                          <m:r>
                            <a:rPr lang="en-GB" sz="2400" i="1">
                              <a:latin typeface="Cambria Math" panose="02040503050406030204" pitchFamily="18" charset="0"/>
                              <a:ea typeface="Cambria Math" panose="02040503050406030204" pitchFamily="18" charset="0"/>
                            </a:rPr>
                            <m:t>𝑜𝑝𝑝𝑜𝑠𝑖𝑡𝑒</m:t>
                          </m:r>
                        </m:num>
                        <m:den>
                          <m:r>
                            <a:rPr lang="en-GB" sz="2400" b="0" i="1" smtClean="0">
                              <a:latin typeface="Cambria Math" panose="02040503050406030204" pitchFamily="18" charset="0"/>
                              <a:ea typeface="Cambria Math" panose="02040503050406030204" pitchFamily="18" charset="0"/>
                            </a:rPr>
                            <m:t>𝑎𝑑𝑗𝑎𝑐𝑒𝑛𝑡</m:t>
                          </m:r>
                        </m:den>
                      </m:f>
                      <m:r>
                        <a:rPr lang="en-GB" sz="2400" i="1" smtClean="0">
                          <a:latin typeface="Cambria Math" panose="02040503050406030204" pitchFamily="18" charset="0"/>
                          <a:ea typeface="Cambria Math" panose="02040503050406030204" pitchFamily="18" charset="0"/>
                        </a:rPr>
                        <m:t> </m:t>
                      </m:r>
                    </m:oMath>
                  </m:oMathPara>
                </a14:m>
                <a:endParaRPr lang="ar" sz="2400" dirty="0">
                  <a:latin typeface="Sakkal Majalla" panose="02000000000000000000" pitchFamily="2" charset="-78"/>
                  <a:cs typeface="Sakkal Majalla" panose="02000000000000000000" pitchFamily="2" charset="-78"/>
                </a:endParaRPr>
              </a:p>
              <a:p>
                <a:pPr algn="l" rtl="0"/>
                <a:r>
                  <a:rPr lang="ar" sz="2400" dirty="0">
                    <a:latin typeface="Sakkal Majalla" panose="02000000000000000000" pitchFamily="2" charset="-78"/>
                    <a:cs typeface="Sakkal Majalla" panose="02000000000000000000" pitchFamily="2" charset="-78"/>
                  </a:rPr>
                  <a:t> </a:t>
                </a:r>
              </a:p>
              <a:p>
                <a:pPr algn="l" rtl="0"/>
                <a:endParaRPr lang="en-GB" sz="2400" dirty="0">
                  <a:latin typeface="Sakkal Majalla" panose="02000000000000000000" pitchFamily="2" charset="-78"/>
                  <a:cs typeface="Sakkal Majalla" panose="02000000000000000000" pitchFamily="2" charset="-78"/>
                </a:endParaRPr>
              </a:p>
            </p:txBody>
          </p:sp>
        </mc:Choice>
        <mc:Fallback xmlns="">
          <p:sp>
            <p:nvSpPr>
              <p:cNvPr id="17" name="TextBox 16">
                <a:extLst>
                  <a:ext uri="{FF2B5EF4-FFF2-40B4-BE49-F238E27FC236}">
                    <a16:creationId xmlns:a16="http://schemas.microsoft.com/office/drawing/2014/main" id="{E412B632-5C96-9382-472B-EF7EB3B11560}"/>
                  </a:ext>
                </a:extLst>
              </p:cNvPr>
              <p:cNvSpPr txBox="1">
                <a:spLocks noRot="1" noChangeAspect="1" noMove="1" noResize="1" noEditPoints="1" noAdjustHandles="1" noChangeArrowheads="1" noChangeShapeType="1" noTextEdit="1"/>
              </p:cNvSpPr>
              <p:nvPr/>
            </p:nvSpPr>
            <p:spPr>
              <a:xfrm>
                <a:off x="395536" y="5661248"/>
                <a:ext cx="8352928" cy="1597040"/>
              </a:xfrm>
              <a:prstGeom prst="rect">
                <a:avLst/>
              </a:prstGeom>
              <a:blipFill>
                <a:blip r:embed="rId3"/>
                <a:stretch>
                  <a:fillRect l="-1241"/>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0B5A9D79-E137-6942-9E1A-0901180892EC}"/>
              </a:ext>
            </a:extLst>
          </p:cNvPr>
          <p:cNvSpPr txBox="1"/>
          <p:nvPr/>
        </p:nvSpPr>
        <p:spPr>
          <a:xfrm>
            <a:off x="5940152" y="3020759"/>
            <a:ext cx="2016224" cy="1015663"/>
          </a:xfrm>
          <a:prstGeom prst="rect">
            <a:avLst/>
          </a:prstGeom>
          <a:noFill/>
        </p:spPr>
        <p:txBody>
          <a:bodyPr wrap="square" rtlCol="1">
            <a:spAutoFit/>
          </a:bodyPr>
          <a:lstStyle/>
          <a:p>
            <a:pPr algn="ctr" rtl="1"/>
            <a:r>
              <a:rPr lang="ar" sz="2000" b="1" dirty="0">
                <a:latin typeface="Sakkal Majalla" panose="02000000000000000000" pitchFamily="2" charset="-78"/>
                <a:cs typeface="Sakkal Majalla" panose="02000000000000000000" pitchFamily="2" charset="-78"/>
              </a:rPr>
              <a:t>الضلع المقابل</a:t>
            </a:r>
          </a:p>
          <a:p>
            <a:pPr rtl="1"/>
            <a:r>
              <a:rPr lang="ar" sz="2000" dirty="0">
                <a:latin typeface="Sakkal Majalla" panose="02000000000000000000" pitchFamily="2" charset="-78"/>
                <a:cs typeface="Sakkal Majalla" panose="02000000000000000000" pitchFamily="2" charset="-78"/>
              </a:rPr>
              <a:t>تُسمى الزاوية المقابلة للضلع الضلع المقابل</a:t>
            </a:r>
          </a:p>
        </p:txBody>
      </p:sp>
      <p:sp>
        <p:nvSpPr>
          <p:cNvPr id="3" name="TextBox 2">
            <a:extLst>
              <a:ext uri="{FF2B5EF4-FFF2-40B4-BE49-F238E27FC236}">
                <a16:creationId xmlns:a16="http://schemas.microsoft.com/office/drawing/2014/main" id="{EAA545DC-E9C3-7F23-05B9-5C4F0C427389}"/>
              </a:ext>
            </a:extLst>
          </p:cNvPr>
          <p:cNvSpPr txBox="1"/>
          <p:nvPr/>
        </p:nvSpPr>
        <p:spPr>
          <a:xfrm>
            <a:off x="2843808" y="2581574"/>
            <a:ext cx="1656184" cy="1015663"/>
          </a:xfrm>
          <a:prstGeom prst="rect">
            <a:avLst/>
          </a:prstGeom>
          <a:noFill/>
        </p:spPr>
        <p:txBody>
          <a:bodyPr wrap="square" rtlCol="1">
            <a:spAutoFit/>
          </a:bodyPr>
          <a:lstStyle/>
          <a:p>
            <a:pPr algn="ctr" rtl="1"/>
            <a:r>
              <a:rPr lang="ar" sz="2000" b="1" dirty="0">
                <a:latin typeface="Sakkal Majalla" panose="02000000000000000000" pitchFamily="2" charset="-78"/>
                <a:cs typeface="Sakkal Majalla" panose="02000000000000000000" pitchFamily="2" charset="-78"/>
              </a:rPr>
              <a:t>الوتر</a:t>
            </a:r>
          </a:p>
          <a:p>
            <a:pPr rtl="1"/>
            <a:r>
              <a:rPr lang="ar" sz="2000" dirty="0">
                <a:latin typeface="Sakkal Majalla" panose="02000000000000000000" pitchFamily="2" charset="-78"/>
                <a:cs typeface="Sakkal Majalla" panose="02000000000000000000" pitchFamily="2" charset="-78"/>
              </a:rPr>
              <a:t>يُطلق على الضلع الأطول اسم </a:t>
            </a:r>
            <a:r>
              <a:rPr lang="ar" sz="2000" b="1" dirty="0">
                <a:latin typeface="Sakkal Majalla" panose="02000000000000000000" pitchFamily="2" charset="-78"/>
                <a:cs typeface="Sakkal Majalla" panose="02000000000000000000" pitchFamily="2" charset="-78"/>
              </a:rPr>
              <a:t>الوتر</a:t>
            </a:r>
            <a:r>
              <a:rPr lang="ar" sz="2000" dirty="0">
                <a:latin typeface="Sakkal Majalla" panose="02000000000000000000" pitchFamily="2" charset="-78"/>
                <a:cs typeface="Sakkal Majalla" panose="02000000000000000000" pitchFamily="2" charset="-78"/>
              </a:rPr>
              <a:t> </a:t>
            </a:r>
          </a:p>
        </p:txBody>
      </p:sp>
      <p:sp>
        <p:nvSpPr>
          <p:cNvPr id="6" name="TextBox 5">
            <a:extLst>
              <a:ext uri="{FF2B5EF4-FFF2-40B4-BE49-F238E27FC236}">
                <a16:creationId xmlns:a16="http://schemas.microsoft.com/office/drawing/2014/main" id="{64E2915E-07E3-BEA1-894F-B9FCF8BBE84F}"/>
              </a:ext>
            </a:extLst>
          </p:cNvPr>
          <p:cNvSpPr txBox="1"/>
          <p:nvPr/>
        </p:nvSpPr>
        <p:spPr>
          <a:xfrm>
            <a:off x="2843808" y="4725144"/>
            <a:ext cx="3108451" cy="1015663"/>
          </a:xfrm>
          <a:prstGeom prst="rect">
            <a:avLst/>
          </a:prstGeom>
          <a:noFill/>
        </p:spPr>
        <p:txBody>
          <a:bodyPr wrap="square" rtlCol="1">
            <a:spAutoFit/>
          </a:bodyPr>
          <a:lstStyle/>
          <a:p>
            <a:pPr algn="ctr" rtl="1"/>
            <a:r>
              <a:rPr lang="ar" sz="2000" b="1" dirty="0">
                <a:latin typeface="Sakkal Majalla" panose="02000000000000000000" pitchFamily="2" charset="-78"/>
                <a:cs typeface="Sakkal Majalla" panose="02000000000000000000" pitchFamily="2" charset="-78"/>
              </a:rPr>
              <a:t>الضلع المجاور</a:t>
            </a:r>
          </a:p>
          <a:p>
            <a:pPr rtl="1"/>
            <a:r>
              <a:rPr lang="ar" sz="2000" dirty="0">
                <a:latin typeface="Sakkal Majalla" panose="02000000000000000000" pitchFamily="2" charset="-78"/>
                <a:cs typeface="Sakkal Majalla" panose="02000000000000000000" pitchFamily="2" charset="-78"/>
              </a:rPr>
              <a:t>يسمى الضلع المجاور للزاوية الضلع المجاور</a:t>
            </a:r>
            <a:r>
              <a:rPr lang="en" sz="2000" b="1" dirty="0">
                <a:latin typeface="Sakkal Majalla" panose="02000000000000000000" pitchFamily="2" charset="-78"/>
                <a:cs typeface="Sakkal Majalla" panose="02000000000000000000" pitchFamily="2" charset="-78"/>
              </a:rPr>
              <a:t>ر</a:t>
            </a:r>
          </a:p>
        </p:txBody>
      </p:sp>
      <p:sp>
        <p:nvSpPr>
          <p:cNvPr id="5" name="Right Triangle 4">
            <a:extLst>
              <a:ext uri="{FF2B5EF4-FFF2-40B4-BE49-F238E27FC236}">
                <a16:creationId xmlns:a16="http://schemas.microsoft.com/office/drawing/2014/main" id="{2EE1346A-AEF2-C31B-D80F-AEFF0D7C584B}"/>
              </a:ext>
            </a:extLst>
          </p:cNvPr>
          <p:cNvSpPr/>
          <p:nvPr/>
        </p:nvSpPr>
        <p:spPr>
          <a:xfrm flipH="1">
            <a:off x="2555776" y="2420888"/>
            <a:ext cx="3384376" cy="2304256"/>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a:p>
        </p:txBody>
      </p:sp>
      <p:grpSp>
        <p:nvGrpSpPr>
          <p:cNvPr id="7" name="Group 6">
            <a:extLst>
              <a:ext uri="{FF2B5EF4-FFF2-40B4-BE49-F238E27FC236}">
                <a16:creationId xmlns:a16="http://schemas.microsoft.com/office/drawing/2014/main" id="{925A14A1-935F-9FE1-E1AB-4CF70B23511E}"/>
              </a:ext>
            </a:extLst>
          </p:cNvPr>
          <p:cNvGrpSpPr/>
          <p:nvPr/>
        </p:nvGrpSpPr>
        <p:grpSpPr>
          <a:xfrm>
            <a:off x="2699792" y="4399194"/>
            <a:ext cx="864096" cy="544706"/>
            <a:chOff x="2699792" y="4399194"/>
            <a:chExt cx="864096" cy="544706"/>
          </a:xfrm>
        </p:grpSpPr>
        <p:sp>
          <p:nvSpPr>
            <p:cNvPr id="15" name="TextBox 14">
              <a:extLst>
                <a:ext uri="{FF2B5EF4-FFF2-40B4-BE49-F238E27FC236}">
                  <a16:creationId xmlns:a16="http://schemas.microsoft.com/office/drawing/2014/main" id="{93A78E4E-DC6B-0DCB-9343-B5532C271172}"/>
                </a:ext>
              </a:extLst>
            </p:cNvPr>
            <p:cNvSpPr txBox="1"/>
            <p:nvPr/>
          </p:nvSpPr>
          <p:spPr>
            <a:xfrm>
              <a:off x="2843808" y="4399194"/>
              <a:ext cx="720080" cy="369332"/>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ϴ</a:t>
              </a:r>
              <a:r>
                <a:rPr lang="ar" baseline="30000" dirty="0">
                  <a:latin typeface="Sakkal Majalla" panose="02000000000000000000" pitchFamily="2" charset="-78"/>
                  <a:cs typeface="Sakkal Majalla" panose="02000000000000000000" pitchFamily="2" charset="-78"/>
                </a:rPr>
                <a:t>o</a:t>
              </a:r>
            </a:p>
          </p:txBody>
        </p:sp>
        <p:sp>
          <p:nvSpPr>
            <p:cNvPr id="12" name="Arc 11">
              <a:extLst>
                <a:ext uri="{FF2B5EF4-FFF2-40B4-BE49-F238E27FC236}">
                  <a16:creationId xmlns:a16="http://schemas.microsoft.com/office/drawing/2014/main" id="{DB53D71F-D22C-D8A9-B25B-62258AA50BF3}"/>
                </a:ext>
              </a:extLst>
            </p:cNvPr>
            <p:cNvSpPr/>
            <p:nvPr/>
          </p:nvSpPr>
          <p:spPr>
            <a:xfrm>
              <a:off x="2699792" y="4439844"/>
              <a:ext cx="576064" cy="504056"/>
            </a:xfrm>
            <a:prstGeom prst="arc">
              <a:avLst>
                <a:gd name="adj1" fmla="val 16200000"/>
                <a:gd name="adj2" fmla="val 538512"/>
              </a:avLst>
            </a:prstGeom>
            <a:ln w="28575"/>
          </p:spPr>
          <p:style>
            <a:lnRef idx="1">
              <a:schemeClr val="dk1"/>
            </a:lnRef>
            <a:fillRef idx="0">
              <a:schemeClr val="dk1"/>
            </a:fillRef>
            <a:effectRef idx="0">
              <a:schemeClr val="dk1"/>
            </a:effectRef>
            <a:fontRef idx="minor">
              <a:schemeClr val="tx1"/>
            </a:fontRef>
          </p:style>
          <p:txBody>
            <a:bodyPr rtlCol="1" anchor="ctr"/>
            <a:lstStyle/>
            <a:p>
              <a:pPr algn="ctr" rtl="1"/>
              <a:endParaRPr lang="en-GB"/>
            </a:p>
          </p:txBody>
        </p:sp>
      </p:grpSp>
      <p:sp>
        <p:nvSpPr>
          <p:cNvPr id="13" name="Rectangle 12">
            <a:extLst>
              <a:ext uri="{FF2B5EF4-FFF2-40B4-BE49-F238E27FC236}">
                <a16:creationId xmlns:a16="http://schemas.microsoft.com/office/drawing/2014/main" id="{2957D1C2-B75D-087C-3CF3-D7E184CABF0E}"/>
              </a:ext>
            </a:extLst>
          </p:cNvPr>
          <p:cNvSpPr/>
          <p:nvPr/>
        </p:nvSpPr>
        <p:spPr>
          <a:xfrm>
            <a:off x="5652120" y="4439844"/>
            <a:ext cx="288032" cy="288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a:p>
        </p:txBody>
      </p:sp>
      <p:sp>
        <p:nvSpPr>
          <p:cNvPr id="9" name="TextBox 8">
            <a:extLst>
              <a:ext uri="{FF2B5EF4-FFF2-40B4-BE49-F238E27FC236}">
                <a16:creationId xmlns:a16="http://schemas.microsoft.com/office/drawing/2014/main" id="{9789E600-65E7-5954-2C78-A07938D85153}"/>
              </a:ext>
            </a:extLst>
          </p:cNvPr>
          <p:cNvSpPr txBox="1"/>
          <p:nvPr/>
        </p:nvSpPr>
        <p:spPr>
          <a:xfrm>
            <a:off x="633389" y="4028871"/>
            <a:ext cx="2016224" cy="707886"/>
          </a:xfrm>
          <a:prstGeom prst="rect">
            <a:avLst/>
          </a:prstGeom>
          <a:noFill/>
        </p:spPr>
        <p:txBody>
          <a:bodyPr wrap="square" rtlCol="1">
            <a:spAutoFit/>
          </a:bodyPr>
          <a:lstStyle/>
          <a:p>
            <a:pPr algn="ctr" rtl="1"/>
            <a:r>
              <a:rPr lang="ar" sz="2000" b="1" dirty="0">
                <a:latin typeface="Sakkal Majalla" panose="02000000000000000000" pitchFamily="2" charset="-78"/>
                <a:cs typeface="Sakkal Majalla" panose="02000000000000000000" pitchFamily="2" charset="-78"/>
              </a:rPr>
              <a:t>هذه هي أي زاوية غير معروفة والرمز يسمى ثيتا</a:t>
            </a:r>
          </a:p>
        </p:txBody>
      </p:sp>
      <p:sp>
        <p:nvSpPr>
          <p:cNvPr id="4" name="Footer Placeholder 2">
            <a:extLst>
              <a:ext uri="{FF2B5EF4-FFF2-40B4-BE49-F238E27FC236}">
                <a16:creationId xmlns:a16="http://schemas.microsoft.com/office/drawing/2014/main" id="{D874DCE8-9412-1837-E412-C74E339C551A}"/>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1303350538"/>
      </p:ext>
    </p:extLst>
  </p:cSld>
  <p:clrMapOvr>
    <a:masterClrMapping/>
  </p:clrMapOvr>
  <p:transition>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موجات جا وجتا</a:t>
            </a:r>
          </a:p>
        </p:txBody>
      </p:sp>
      <p:pic>
        <p:nvPicPr>
          <p:cNvPr id="4" name="Picture 3">
            <a:extLst>
              <a:ext uri="{FF2B5EF4-FFF2-40B4-BE49-F238E27FC236}">
                <a16:creationId xmlns:a16="http://schemas.microsoft.com/office/drawing/2014/main" id="{8A9A16F2-8743-2896-74AF-7938B378E739}"/>
              </a:ext>
            </a:extLst>
          </p:cNvPr>
          <p:cNvPicPr>
            <a:picLocks noChangeAspect="1"/>
          </p:cNvPicPr>
          <p:nvPr/>
        </p:nvPicPr>
        <p:blipFill>
          <a:blip r:embed="rId4"/>
          <a:stretch>
            <a:fillRect/>
          </a:stretch>
        </p:blipFill>
        <p:spPr>
          <a:xfrm>
            <a:off x="4774144" y="2476797"/>
            <a:ext cx="4118336" cy="2686149"/>
          </a:xfrm>
          <a:prstGeom prst="rect">
            <a:avLst/>
          </a:prstGeom>
        </p:spPr>
      </p:pic>
      <p:sp>
        <p:nvSpPr>
          <p:cNvPr id="5" name="TextBox 4">
            <a:extLst>
              <a:ext uri="{FF2B5EF4-FFF2-40B4-BE49-F238E27FC236}">
                <a16:creationId xmlns:a16="http://schemas.microsoft.com/office/drawing/2014/main" id="{654436C0-4E62-CC63-9C2B-31597AD9674E}"/>
              </a:ext>
            </a:extLst>
          </p:cNvPr>
          <p:cNvSpPr txBox="1"/>
          <p:nvPr/>
        </p:nvSpPr>
        <p:spPr>
          <a:xfrm>
            <a:off x="5004048" y="2107465"/>
            <a:ext cx="3744416" cy="400110"/>
          </a:xfrm>
          <a:prstGeom prst="rect">
            <a:avLst/>
          </a:prstGeom>
          <a:noFill/>
        </p:spPr>
        <p:txBody>
          <a:bodyPr wrap="square" rtlCol="1">
            <a:spAutoFit/>
          </a:bodyPr>
          <a:lstStyle/>
          <a:p>
            <a:pPr algn="ctr" rtl="1"/>
            <a:r>
              <a:rPr lang="ar" sz="2000" dirty="0">
                <a:latin typeface="Sakkal Majalla" panose="02000000000000000000" pitchFamily="2" charset="-78"/>
                <a:cs typeface="Sakkal Majalla" panose="02000000000000000000" pitchFamily="2" charset="-78"/>
              </a:rPr>
              <a:t>موجة جا: (</a:t>
            </a:r>
            <a:r>
              <a:rPr lang="en-US" sz="2000" dirty="0">
                <a:latin typeface="Sakkal Majalla" panose="02000000000000000000" pitchFamily="2" charset="-78"/>
                <a:cs typeface="Sakkal Majalla" panose="02000000000000000000" pitchFamily="2" charset="-78"/>
              </a:rPr>
              <a:t>y = </a:t>
            </a:r>
            <a:r>
              <a:rPr lang="en-US" sz="2000" dirty="0" err="1">
                <a:latin typeface="Sakkal Majalla" panose="02000000000000000000" pitchFamily="2" charset="-78"/>
                <a:cs typeface="Sakkal Majalla" panose="02000000000000000000" pitchFamily="2" charset="-78"/>
              </a:rPr>
              <a:t>sin</a:t>
            </a:r>
            <a:r>
              <a:rPr lang="en-US" sz="2000" dirty="0" err="1">
                <a:latin typeface="Sakkal Majalla" panose="02000000000000000000" pitchFamily="2" charset="-78"/>
                <a:ea typeface="Calibri" panose="020F0502020204030204" pitchFamily="34" charset="0"/>
                <a:cs typeface="Sakkal Majalla" panose="02000000000000000000" pitchFamily="2" charset="-78"/>
              </a:rPr>
              <a:t>θ</a:t>
            </a:r>
            <a:r>
              <a:rPr lang="ar" sz="2000" dirty="0">
                <a:latin typeface="Calibri" panose="020F0502020204030204" pitchFamily="34" charset="0"/>
                <a:ea typeface="Calibri" panose="020F0502020204030204" pitchFamily="34" charset="0"/>
                <a:cs typeface="Calibri" panose="020F0502020204030204" pitchFamily="34" charset="0"/>
              </a:rPr>
              <a:t>)</a:t>
            </a:r>
            <a:endParaRPr lang="en-GB" sz="2000" dirty="0">
              <a:latin typeface="Sakkal Majalla" panose="02000000000000000000" pitchFamily="2" charset="-78"/>
              <a:cs typeface="Sakkal Majalla" panose="02000000000000000000" pitchFamily="2" charset="-78"/>
            </a:endParaRPr>
          </a:p>
        </p:txBody>
      </p:sp>
      <p:pic>
        <p:nvPicPr>
          <p:cNvPr id="7" name="Picture 6">
            <a:extLst>
              <a:ext uri="{FF2B5EF4-FFF2-40B4-BE49-F238E27FC236}">
                <a16:creationId xmlns:a16="http://schemas.microsoft.com/office/drawing/2014/main" id="{774F9104-84E2-DFA8-DC6E-CBF6D65870ED}"/>
              </a:ext>
            </a:extLst>
          </p:cNvPr>
          <p:cNvPicPr>
            <a:picLocks noChangeAspect="1"/>
          </p:cNvPicPr>
          <p:nvPr/>
        </p:nvPicPr>
        <p:blipFill>
          <a:blip r:embed="rId5"/>
          <a:stretch>
            <a:fillRect/>
          </a:stretch>
        </p:blipFill>
        <p:spPr>
          <a:xfrm>
            <a:off x="423117" y="2425271"/>
            <a:ext cx="4118336" cy="2766611"/>
          </a:xfrm>
          <a:prstGeom prst="rect">
            <a:avLst/>
          </a:prstGeom>
        </p:spPr>
      </p:pic>
      <p:sp>
        <p:nvSpPr>
          <p:cNvPr id="8" name="TextBox 7">
            <a:extLst>
              <a:ext uri="{FF2B5EF4-FFF2-40B4-BE49-F238E27FC236}">
                <a16:creationId xmlns:a16="http://schemas.microsoft.com/office/drawing/2014/main" id="{839EEBB8-99EA-51AA-1B04-0E15F3CF510B}"/>
              </a:ext>
            </a:extLst>
          </p:cNvPr>
          <p:cNvSpPr txBox="1"/>
          <p:nvPr/>
        </p:nvSpPr>
        <p:spPr>
          <a:xfrm>
            <a:off x="807196" y="2060848"/>
            <a:ext cx="3548780" cy="400110"/>
          </a:xfrm>
          <a:prstGeom prst="rect">
            <a:avLst/>
          </a:prstGeom>
          <a:noFill/>
        </p:spPr>
        <p:txBody>
          <a:bodyPr wrap="square" rtlCol="1">
            <a:spAutoFit/>
          </a:bodyPr>
          <a:lstStyle/>
          <a:p>
            <a:pPr algn="ctr" rtl="1"/>
            <a:r>
              <a:rPr lang="ar" sz="2000" dirty="0">
                <a:latin typeface="Sakkal Majalla" panose="02000000000000000000" pitchFamily="2" charset="-78"/>
                <a:cs typeface="Sakkal Majalla" panose="02000000000000000000" pitchFamily="2" charset="-78"/>
              </a:rPr>
              <a:t>موجة جتا: (</a:t>
            </a:r>
            <a:r>
              <a:rPr lang="en-US" sz="2000" dirty="0">
                <a:latin typeface="Sakkal Majalla" panose="02000000000000000000" pitchFamily="2" charset="-78"/>
                <a:cs typeface="Sakkal Majalla" panose="02000000000000000000" pitchFamily="2" charset="-78"/>
              </a:rPr>
              <a:t>y = </a:t>
            </a:r>
            <a:r>
              <a:rPr lang="en-US" sz="2000" dirty="0" err="1">
                <a:latin typeface="Sakkal Majalla" panose="02000000000000000000" pitchFamily="2" charset="-78"/>
                <a:cs typeface="Sakkal Majalla" panose="02000000000000000000" pitchFamily="2" charset="-78"/>
              </a:rPr>
              <a:t>cos</a:t>
            </a:r>
            <a:r>
              <a:rPr lang="en-US" sz="2000" dirty="0" err="1">
                <a:latin typeface="Sakkal Majalla" panose="02000000000000000000" pitchFamily="2" charset="-78"/>
                <a:ea typeface="Calibri" panose="020F0502020204030204" pitchFamily="34" charset="0"/>
                <a:cs typeface="Sakkal Majalla" panose="02000000000000000000" pitchFamily="2" charset="-78"/>
              </a:rPr>
              <a:t>θ</a:t>
            </a:r>
            <a:r>
              <a:rPr lang="ar" sz="2000" dirty="0">
                <a:latin typeface="Calibri" panose="020F0502020204030204" pitchFamily="34" charset="0"/>
                <a:ea typeface="Calibri" panose="020F0502020204030204" pitchFamily="34" charset="0"/>
                <a:cs typeface="Calibri" panose="020F0502020204030204" pitchFamily="34" charset="0"/>
              </a:rPr>
              <a:t>)</a:t>
            </a:r>
            <a:endParaRPr lang="en-GB" sz="2000" dirty="0">
              <a:latin typeface="Sakkal Majalla" panose="02000000000000000000" pitchFamily="2" charset="-78"/>
              <a:cs typeface="Sakkal Majalla" panose="02000000000000000000" pitchFamily="2" charset="-78"/>
            </a:endParaRPr>
          </a:p>
        </p:txBody>
      </p:sp>
      <p:sp>
        <p:nvSpPr>
          <p:cNvPr id="9" name="TextBox 8">
            <a:extLst>
              <a:ext uri="{FF2B5EF4-FFF2-40B4-BE49-F238E27FC236}">
                <a16:creationId xmlns:a16="http://schemas.microsoft.com/office/drawing/2014/main" id="{79B603FD-A828-FAFB-8096-FBCA5F9C5E4E}"/>
              </a:ext>
            </a:extLst>
          </p:cNvPr>
          <p:cNvSpPr txBox="1"/>
          <p:nvPr/>
        </p:nvSpPr>
        <p:spPr>
          <a:xfrm>
            <a:off x="611560" y="5229200"/>
            <a:ext cx="8136904" cy="707886"/>
          </a:xfrm>
          <a:prstGeom prst="rect">
            <a:avLst/>
          </a:prstGeom>
          <a:noFill/>
        </p:spPr>
        <p:txBody>
          <a:bodyPr wrap="square" rtlCol="1">
            <a:spAutoFit/>
          </a:bodyPr>
          <a:lstStyle/>
          <a:p>
            <a:pPr algn="ctr" rtl="1"/>
            <a:r>
              <a:rPr lang="ar" sz="2000" dirty="0">
                <a:latin typeface="Sakkal Majalla" panose="02000000000000000000" pitchFamily="2" charset="-78"/>
                <a:cs typeface="Sakkal Majalla" panose="02000000000000000000" pitchFamily="2" charset="-78"/>
              </a:rPr>
              <a:t>موجات جا وجتا هي نفس الشكل الموجي. تُعرف باسم الموجات الجيبية.</a:t>
            </a:r>
          </a:p>
          <a:p>
            <a:pPr algn="ctr" rtl="1"/>
            <a:r>
              <a:rPr lang="ar" sz="2000" dirty="0">
                <a:latin typeface="Sakkal Majalla" panose="02000000000000000000" pitchFamily="2" charset="-78"/>
                <a:cs typeface="Sakkal Majalla" panose="02000000000000000000" pitchFamily="2" charset="-78"/>
              </a:rPr>
              <a:t>يمكن استخدام الأشكال الموجية لإيجاد قيم الدوال المثلثية بين 0 و360 درجة.</a:t>
            </a:r>
          </a:p>
        </p:txBody>
      </p:sp>
      <p:sp>
        <p:nvSpPr>
          <p:cNvPr id="2" name="Footer Placeholder 2">
            <a:extLst>
              <a:ext uri="{FF2B5EF4-FFF2-40B4-BE49-F238E27FC236}">
                <a16:creationId xmlns:a16="http://schemas.microsoft.com/office/drawing/2014/main" id="{1508AAD0-2DB0-DBF3-4AAB-2454E06FFDEB}"/>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1548628705"/>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رسم بياني لدالة ظا</a:t>
            </a:r>
          </a:p>
        </p:txBody>
      </p:sp>
      <p:sp>
        <p:nvSpPr>
          <p:cNvPr id="5" name="TextBox 4">
            <a:extLst>
              <a:ext uri="{FF2B5EF4-FFF2-40B4-BE49-F238E27FC236}">
                <a16:creationId xmlns:a16="http://schemas.microsoft.com/office/drawing/2014/main" id="{654436C0-4E62-CC63-9C2B-31597AD9674E}"/>
              </a:ext>
            </a:extLst>
          </p:cNvPr>
          <p:cNvSpPr txBox="1"/>
          <p:nvPr/>
        </p:nvSpPr>
        <p:spPr>
          <a:xfrm>
            <a:off x="7793360" y="2380620"/>
            <a:ext cx="846707" cy="400110"/>
          </a:xfrm>
          <a:prstGeom prst="rect">
            <a:avLst/>
          </a:prstGeom>
          <a:noFill/>
        </p:spPr>
        <p:txBody>
          <a:bodyPr wrap="none" rtlCol="1">
            <a:spAutoFit/>
          </a:bodyPr>
          <a:lstStyle/>
          <a:p>
            <a:pPr algn="l" rtl="0"/>
            <a:r>
              <a:rPr lang="ar" sz="2000" dirty="0">
                <a:latin typeface="Sakkal Majalla" panose="02000000000000000000" pitchFamily="2" charset="-78"/>
                <a:cs typeface="Sakkal Majalla" panose="02000000000000000000" pitchFamily="2" charset="-78"/>
              </a:rPr>
              <a:t>y = tan</a:t>
            </a:r>
            <a:r>
              <a:rPr lang="ar" dirty="0">
                <a:latin typeface="Sakkal Majalla" panose="02000000000000000000" pitchFamily="2" charset="-78"/>
                <a:ea typeface="Calibri" panose="020F0502020204030204" pitchFamily="34" charset="0"/>
                <a:cs typeface="Sakkal Majalla" panose="02000000000000000000" pitchFamily="2" charset="-78"/>
              </a:rPr>
              <a:t>θ</a:t>
            </a:r>
            <a:endParaRPr lang="en-GB"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839EEBB8-99EA-51AA-1B04-0E15F3CF510B}"/>
              </a:ext>
            </a:extLst>
          </p:cNvPr>
          <p:cNvSpPr txBox="1"/>
          <p:nvPr/>
        </p:nvSpPr>
        <p:spPr>
          <a:xfrm>
            <a:off x="179512" y="2852936"/>
            <a:ext cx="3888432" cy="224676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على عكس دالة جا وجتا، لا تحتوي دالة ظا على شكل موجي. </a:t>
            </a:r>
          </a:p>
          <a:p>
            <a:pPr rtl="1"/>
            <a:r>
              <a:rPr lang="ar" sz="2000" dirty="0">
                <a:latin typeface="Sakkal Majalla" panose="02000000000000000000" pitchFamily="2" charset="-78"/>
                <a:cs typeface="Sakkal Majalla" panose="02000000000000000000" pitchFamily="2" charset="-78"/>
              </a:rPr>
              <a:t>ومع ذلك، فإن جميع الدوال الثلاث تكرر شكلها لكل دورة كاملة بزاوية 360 درجة.</a:t>
            </a: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يمكن حساب Tan</a:t>
            </a:r>
            <a:r>
              <a:rPr lang="ar" sz="1500" dirty="0">
                <a:latin typeface="Sakkal Majalla" panose="02000000000000000000" pitchFamily="2" charset="-78"/>
                <a:ea typeface="Calibri" panose="020F0502020204030204" pitchFamily="34" charset="0"/>
                <a:cs typeface="Sakkal Majalla" panose="02000000000000000000" pitchFamily="2" charset="-78"/>
              </a:rPr>
              <a:t>θ</a:t>
            </a:r>
            <a:r>
              <a:rPr lang="ar" sz="2000" dirty="0">
                <a:latin typeface="Sakkal Majalla" panose="02000000000000000000" pitchFamily="2" charset="-78"/>
                <a:ea typeface="Calibri" panose="020F0502020204030204" pitchFamily="34" charset="0"/>
                <a:cs typeface="Sakkal Majalla" panose="02000000000000000000" pitchFamily="2" charset="-78"/>
              </a:rPr>
              <a:t> باستخدام الصيغة:</a:t>
            </a:r>
          </a:p>
          <a:p>
            <a:pPr rtl="0"/>
            <a:r>
              <a:rPr lang="en-US" sz="2000" dirty="0" err="1">
                <a:latin typeface="Sakkal Majalla" panose="02000000000000000000" pitchFamily="2" charset="-78"/>
                <a:cs typeface="Sakkal Majalla" panose="02000000000000000000" pitchFamily="2" charset="-78"/>
              </a:rPr>
              <a:t>tan</a:t>
            </a:r>
            <a:r>
              <a:rPr lang="en-US" dirty="0" err="1">
                <a:latin typeface="Sakkal Majalla" panose="02000000000000000000" pitchFamily="2" charset="-78"/>
                <a:ea typeface="Calibri" panose="020F0502020204030204" pitchFamily="34" charset="0"/>
                <a:cs typeface="Sakkal Majalla" panose="02000000000000000000" pitchFamily="2" charset="-78"/>
              </a:rPr>
              <a:t>θ</a:t>
            </a:r>
            <a:r>
              <a:rPr lang="en-US" sz="2000" dirty="0">
                <a:latin typeface="Sakkal Majalla" panose="02000000000000000000" pitchFamily="2" charset="-78"/>
                <a:cs typeface="Sakkal Majalla" panose="02000000000000000000" pitchFamily="2" charset="-78"/>
              </a:rPr>
              <a:t> = </a:t>
            </a:r>
            <a:r>
              <a:rPr lang="en-US" sz="2000" dirty="0" err="1">
                <a:latin typeface="Sakkal Majalla" panose="02000000000000000000" pitchFamily="2" charset="-78"/>
                <a:cs typeface="Sakkal Majalla" panose="02000000000000000000" pitchFamily="2" charset="-78"/>
              </a:rPr>
              <a:t>sin</a:t>
            </a:r>
            <a:r>
              <a:rPr lang="en-US" dirty="0" err="1">
                <a:latin typeface="Sakkal Majalla" panose="02000000000000000000" pitchFamily="2" charset="-78"/>
                <a:ea typeface="Calibri" panose="020F0502020204030204" pitchFamily="34" charset="0"/>
                <a:cs typeface="Sakkal Majalla" panose="02000000000000000000" pitchFamily="2" charset="-78"/>
              </a:rPr>
              <a:t>θ</a:t>
            </a:r>
            <a:r>
              <a:rPr lang="en-US" sz="2000" dirty="0">
                <a:latin typeface="Sakkal Majalla" panose="02000000000000000000" pitchFamily="2" charset="-78"/>
                <a:cs typeface="Sakkal Majalla" panose="02000000000000000000" pitchFamily="2" charset="-78"/>
              </a:rPr>
              <a:t>/</a:t>
            </a:r>
            <a:r>
              <a:rPr lang="en-US" sz="2000" dirty="0" err="1">
                <a:latin typeface="Sakkal Majalla" panose="02000000000000000000" pitchFamily="2" charset="-78"/>
                <a:cs typeface="Sakkal Majalla" panose="02000000000000000000" pitchFamily="2" charset="-78"/>
              </a:rPr>
              <a:t>cos</a:t>
            </a:r>
            <a:r>
              <a:rPr lang="en-US" dirty="0" err="1">
                <a:latin typeface="Sakkal Majalla" panose="02000000000000000000" pitchFamily="2" charset="-78"/>
                <a:ea typeface="Calibri" panose="020F0502020204030204" pitchFamily="34" charset="0"/>
                <a:cs typeface="Sakkal Majalla" panose="02000000000000000000" pitchFamily="2" charset="-78"/>
              </a:rPr>
              <a:t>θ</a:t>
            </a:r>
            <a:endParaRPr lang="en-US" dirty="0">
              <a:latin typeface="Sakkal Majalla" panose="02000000000000000000" pitchFamily="2" charset="-78"/>
              <a:cs typeface="Sakkal Majalla" panose="02000000000000000000" pitchFamily="2" charset="-78"/>
            </a:endParaRPr>
          </a:p>
        </p:txBody>
      </p:sp>
      <p:grpSp>
        <p:nvGrpSpPr>
          <p:cNvPr id="12" name="Group 11">
            <a:extLst>
              <a:ext uri="{FF2B5EF4-FFF2-40B4-BE49-F238E27FC236}">
                <a16:creationId xmlns:a16="http://schemas.microsoft.com/office/drawing/2014/main" id="{32E72F2A-7292-8D8E-D80D-460B56AB336A}"/>
              </a:ext>
            </a:extLst>
          </p:cNvPr>
          <p:cNvGrpSpPr/>
          <p:nvPr/>
        </p:nvGrpSpPr>
        <p:grpSpPr>
          <a:xfrm>
            <a:off x="4248852" y="2739810"/>
            <a:ext cx="4427604" cy="2651990"/>
            <a:chOff x="467544" y="2739810"/>
            <a:chExt cx="4427604" cy="2651990"/>
          </a:xfrm>
        </p:grpSpPr>
        <p:pic>
          <p:nvPicPr>
            <p:cNvPr id="3" name="Picture 2">
              <a:extLst>
                <a:ext uri="{FF2B5EF4-FFF2-40B4-BE49-F238E27FC236}">
                  <a16:creationId xmlns:a16="http://schemas.microsoft.com/office/drawing/2014/main" id="{6BD8AD49-E3E7-9D48-3202-0D96C70C3913}"/>
                </a:ext>
              </a:extLst>
            </p:cNvPr>
            <p:cNvPicPr>
              <a:picLocks noChangeAspect="1"/>
            </p:cNvPicPr>
            <p:nvPr/>
          </p:nvPicPr>
          <p:blipFill>
            <a:blip r:embed="rId4"/>
            <a:stretch>
              <a:fillRect/>
            </a:stretch>
          </p:blipFill>
          <p:spPr>
            <a:xfrm>
              <a:off x="467544" y="2739810"/>
              <a:ext cx="4427604" cy="2651990"/>
            </a:xfrm>
            <a:prstGeom prst="rect">
              <a:avLst/>
            </a:prstGeom>
          </p:spPr>
        </p:pic>
        <p:cxnSp>
          <p:nvCxnSpPr>
            <p:cNvPr id="10" name="Straight Connector 9">
              <a:extLst>
                <a:ext uri="{FF2B5EF4-FFF2-40B4-BE49-F238E27FC236}">
                  <a16:creationId xmlns:a16="http://schemas.microsoft.com/office/drawing/2014/main" id="{F3519A6E-2827-B1CF-1878-ACEB622121F3}"/>
                </a:ext>
              </a:extLst>
            </p:cNvPr>
            <p:cNvCxnSpPr/>
            <p:nvPr/>
          </p:nvCxnSpPr>
          <p:spPr>
            <a:xfrm>
              <a:off x="1763688" y="2852936"/>
              <a:ext cx="0" cy="2448272"/>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205586B3-D07D-7E31-D657-4878F6259CCF}"/>
                </a:ext>
              </a:extLst>
            </p:cNvPr>
            <p:cNvCxnSpPr/>
            <p:nvPr/>
          </p:nvCxnSpPr>
          <p:spPr>
            <a:xfrm>
              <a:off x="3779912" y="2852936"/>
              <a:ext cx="0" cy="2448272"/>
            </a:xfrm>
            <a:prstGeom prst="line">
              <a:avLst/>
            </a:prstGeom>
            <a:ln w="19050">
              <a:prstDash val="dash"/>
            </a:ln>
          </p:spPr>
          <p:style>
            <a:lnRef idx="1">
              <a:schemeClr val="accent2"/>
            </a:lnRef>
            <a:fillRef idx="0">
              <a:schemeClr val="accent2"/>
            </a:fillRef>
            <a:effectRef idx="0">
              <a:schemeClr val="accent2"/>
            </a:effectRef>
            <a:fontRef idx="minor">
              <a:schemeClr val="tx1"/>
            </a:fontRef>
          </p:style>
        </p:cxnSp>
      </p:grpSp>
      <p:sp>
        <p:nvSpPr>
          <p:cNvPr id="2" name="Footer Placeholder 2">
            <a:extLst>
              <a:ext uri="{FF2B5EF4-FFF2-40B4-BE49-F238E27FC236}">
                <a16:creationId xmlns:a16="http://schemas.microsoft.com/office/drawing/2014/main" id="{E5E9412E-E871-5E01-B5F0-1C1310A67C2D}"/>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537766869"/>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تطبيقات المتجهات</a:t>
            </a:r>
          </a:p>
        </p:txBody>
      </p:sp>
      <p:grpSp>
        <p:nvGrpSpPr>
          <p:cNvPr id="24" name="Group 23">
            <a:extLst>
              <a:ext uri="{FF2B5EF4-FFF2-40B4-BE49-F238E27FC236}">
                <a16:creationId xmlns:a16="http://schemas.microsoft.com/office/drawing/2014/main" id="{BE7416B8-6757-3DD7-6945-FBF8F3E4B5B5}"/>
              </a:ext>
            </a:extLst>
          </p:cNvPr>
          <p:cNvGrpSpPr/>
          <p:nvPr/>
        </p:nvGrpSpPr>
        <p:grpSpPr>
          <a:xfrm>
            <a:off x="393071" y="2852936"/>
            <a:ext cx="4178929" cy="2255029"/>
            <a:chOff x="4644008" y="2411592"/>
            <a:chExt cx="4178929" cy="2255029"/>
          </a:xfrm>
        </p:grpSpPr>
        <p:grpSp>
          <p:nvGrpSpPr>
            <p:cNvPr id="18" name="Group 17">
              <a:extLst>
                <a:ext uri="{FF2B5EF4-FFF2-40B4-BE49-F238E27FC236}">
                  <a16:creationId xmlns:a16="http://schemas.microsoft.com/office/drawing/2014/main" id="{C563CAB3-94E1-97A5-11D4-DEEBC2A1490A}"/>
                </a:ext>
              </a:extLst>
            </p:cNvPr>
            <p:cNvGrpSpPr/>
            <p:nvPr/>
          </p:nvGrpSpPr>
          <p:grpSpPr>
            <a:xfrm>
              <a:off x="4644008" y="2780926"/>
              <a:ext cx="3960440" cy="1516363"/>
              <a:chOff x="4644008" y="2780926"/>
              <a:chExt cx="3960440" cy="1516363"/>
            </a:xfrm>
          </p:grpSpPr>
          <p:cxnSp>
            <p:nvCxnSpPr>
              <p:cNvPr id="4" name="Straight Arrow Connector 3">
                <a:extLst>
                  <a:ext uri="{FF2B5EF4-FFF2-40B4-BE49-F238E27FC236}">
                    <a16:creationId xmlns:a16="http://schemas.microsoft.com/office/drawing/2014/main" id="{45BCE38A-E4A4-1915-D6E1-6E6B0A37782A}"/>
                  </a:ext>
                </a:extLst>
              </p:cNvPr>
              <p:cNvCxnSpPr/>
              <p:nvPr/>
            </p:nvCxnSpPr>
            <p:spPr>
              <a:xfrm>
                <a:off x="4644008" y="4297289"/>
                <a:ext cx="2736304" cy="0"/>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AD5E3A3-E61C-515B-688B-B28DE1A49DAA}"/>
                  </a:ext>
                </a:extLst>
              </p:cNvPr>
              <p:cNvCxnSpPr>
                <a:cxnSpLocks/>
              </p:cNvCxnSpPr>
              <p:nvPr/>
            </p:nvCxnSpPr>
            <p:spPr>
              <a:xfrm flipV="1">
                <a:off x="4644008" y="2785121"/>
                <a:ext cx="1224136" cy="1512168"/>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286DF7A-F662-10B9-C4F3-AB432E80B844}"/>
                  </a:ext>
                </a:extLst>
              </p:cNvPr>
              <p:cNvCxnSpPr>
                <a:cxnSpLocks/>
              </p:cNvCxnSpPr>
              <p:nvPr/>
            </p:nvCxnSpPr>
            <p:spPr>
              <a:xfrm flipV="1">
                <a:off x="7380312" y="2785121"/>
                <a:ext cx="1224136" cy="1512168"/>
              </a:xfrm>
              <a:prstGeom prst="straightConnector1">
                <a:avLst/>
              </a:prstGeom>
              <a:ln w="28575">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1D963DA-18E1-F9E5-84A7-41E53A07B14B}"/>
                  </a:ext>
                </a:extLst>
              </p:cNvPr>
              <p:cNvCxnSpPr>
                <a:cxnSpLocks/>
              </p:cNvCxnSpPr>
              <p:nvPr/>
            </p:nvCxnSpPr>
            <p:spPr>
              <a:xfrm>
                <a:off x="5868144" y="2780928"/>
                <a:ext cx="2736304" cy="4191"/>
              </a:xfrm>
              <a:prstGeom prst="straightConnector1">
                <a:avLst/>
              </a:prstGeom>
              <a:ln w="28575">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03F2F00-C713-83BE-1AE4-9D1C76BBA3CD}"/>
                  </a:ext>
                </a:extLst>
              </p:cNvPr>
              <p:cNvCxnSpPr>
                <a:cxnSpLocks/>
              </p:cNvCxnSpPr>
              <p:nvPr/>
            </p:nvCxnSpPr>
            <p:spPr>
              <a:xfrm flipV="1">
                <a:off x="4644008" y="2780926"/>
                <a:ext cx="3960440" cy="1516363"/>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AC02BBD4-3B26-6D49-95B9-5C7D8E6AF9BE}"/>
                </a:ext>
              </a:extLst>
            </p:cNvPr>
            <p:cNvSpPr txBox="1"/>
            <p:nvPr/>
          </p:nvSpPr>
          <p:spPr>
            <a:xfrm>
              <a:off x="7089461" y="4297289"/>
              <a:ext cx="380232" cy="369332"/>
            </a:xfrm>
            <a:prstGeom prst="rect">
              <a:avLst/>
            </a:prstGeom>
            <a:noFill/>
          </p:spPr>
          <p:txBody>
            <a:bodyPr wrap="none" rtlCol="1">
              <a:spAutoFit/>
            </a:bodyPr>
            <a:lstStyle/>
            <a:p>
              <a:pPr algn="l" rtl="0"/>
              <a:r>
                <a:rPr lang="ar" dirty="0">
                  <a:latin typeface="Sakkal Majalla" panose="02000000000000000000" pitchFamily="2" charset="-78"/>
                  <a:cs typeface="Sakkal Majalla" panose="02000000000000000000" pitchFamily="2" charset="-78"/>
                </a:rPr>
                <a:t>V1</a:t>
              </a:r>
            </a:p>
          </p:txBody>
        </p:sp>
        <p:sp>
          <p:nvSpPr>
            <p:cNvPr id="20" name="TextBox 19">
              <a:extLst>
                <a:ext uri="{FF2B5EF4-FFF2-40B4-BE49-F238E27FC236}">
                  <a16:creationId xmlns:a16="http://schemas.microsoft.com/office/drawing/2014/main" id="{7AF3EDC1-A142-B123-A9FC-0DE63299AAE4}"/>
                </a:ext>
              </a:extLst>
            </p:cNvPr>
            <p:cNvSpPr txBox="1"/>
            <p:nvPr/>
          </p:nvSpPr>
          <p:spPr>
            <a:xfrm>
              <a:off x="5451905" y="2598358"/>
              <a:ext cx="380232" cy="369332"/>
            </a:xfrm>
            <a:prstGeom prst="rect">
              <a:avLst/>
            </a:prstGeom>
            <a:noFill/>
          </p:spPr>
          <p:txBody>
            <a:bodyPr wrap="none" rtlCol="1">
              <a:spAutoFit/>
            </a:bodyPr>
            <a:lstStyle/>
            <a:p>
              <a:pPr algn="l" rtl="0"/>
              <a:r>
                <a:rPr lang="ar" dirty="0">
                  <a:latin typeface="Sakkal Majalla" panose="02000000000000000000" pitchFamily="2" charset="-78"/>
                  <a:cs typeface="Sakkal Majalla" panose="02000000000000000000" pitchFamily="2" charset="-78"/>
                </a:rPr>
                <a:t>V2</a:t>
              </a:r>
            </a:p>
          </p:txBody>
        </p:sp>
        <p:sp>
          <p:nvSpPr>
            <p:cNvPr id="21" name="TextBox 20">
              <a:extLst>
                <a:ext uri="{FF2B5EF4-FFF2-40B4-BE49-F238E27FC236}">
                  <a16:creationId xmlns:a16="http://schemas.microsoft.com/office/drawing/2014/main" id="{C0A36767-0F3A-1B2A-8357-19F454C4F45C}"/>
                </a:ext>
              </a:extLst>
            </p:cNvPr>
            <p:cNvSpPr txBox="1"/>
            <p:nvPr/>
          </p:nvSpPr>
          <p:spPr>
            <a:xfrm>
              <a:off x="8433087" y="2411592"/>
              <a:ext cx="389850" cy="369332"/>
            </a:xfrm>
            <a:prstGeom prst="rect">
              <a:avLst/>
            </a:prstGeom>
            <a:noFill/>
          </p:spPr>
          <p:txBody>
            <a:bodyPr wrap="none" rtlCol="1">
              <a:spAutoFit/>
            </a:bodyPr>
            <a:lstStyle/>
            <a:p>
              <a:pPr rtl="1"/>
              <a:r>
                <a:rPr lang="ar" dirty="0">
                  <a:latin typeface="Sakkal Majalla" panose="02000000000000000000" pitchFamily="2" charset="-78"/>
                  <a:cs typeface="Sakkal Majalla" panose="02000000000000000000" pitchFamily="2" charset="-78"/>
                </a:rPr>
                <a:t>VR</a:t>
              </a:r>
            </a:p>
          </p:txBody>
        </p:sp>
      </p:grpSp>
      <p:sp>
        <p:nvSpPr>
          <p:cNvPr id="22" name="TextBox 21">
            <a:extLst>
              <a:ext uri="{FF2B5EF4-FFF2-40B4-BE49-F238E27FC236}">
                <a16:creationId xmlns:a16="http://schemas.microsoft.com/office/drawing/2014/main" id="{D8931753-BB9E-2820-352B-676132E0D1BE}"/>
              </a:ext>
            </a:extLst>
          </p:cNvPr>
          <p:cNvSpPr txBox="1"/>
          <p:nvPr/>
        </p:nvSpPr>
        <p:spPr>
          <a:xfrm>
            <a:off x="4962321" y="2432882"/>
            <a:ext cx="3403004" cy="2554545"/>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تُستخدم مخططات المطوار لإيجاد مجموع اثنين أو أكثر من مصادر طاقة التيار المتناوب.</a:t>
            </a:r>
          </a:p>
          <a:p>
            <a:pPr rtl="1"/>
            <a:r>
              <a:rPr lang="ar" sz="2000" dirty="0">
                <a:latin typeface="Sakkal Majalla" panose="02000000000000000000" pitchFamily="2" charset="-78"/>
                <a:cs typeface="Sakkal Majalla" panose="02000000000000000000" pitchFamily="2" charset="-78"/>
              </a:rPr>
              <a:t>يتم رسم الجهدين كمتجهات على مخطط المطوار.</a:t>
            </a:r>
          </a:p>
          <a:p>
            <a:pPr rtl="1"/>
            <a:r>
              <a:rPr lang="ar" sz="2000" dirty="0">
                <a:latin typeface="Sakkal Majalla" panose="02000000000000000000" pitchFamily="2" charset="-78"/>
                <a:cs typeface="Sakkal Majalla" panose="02000000000000000000" pitchFamily="2" charset="-78"/>
              </a:rPr>
              <a:t>للمتجه مقدار واتجاه.</a:t>
            </a: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يمكن إيجاد مجموع الفولتية </a:t>
            </a:r>
            <a:r>
              <a:rPr lang="en-US" sz="2000" dirty="0">
                <a:latin typeface="Sakkal Majalla" panose="02000000000000000000" pitchFamily="2" charset="-78"/>
                <a:cs typeface="Sakkal Majalla" panose="02000000000000000000" pitchFamily="2" charset="-78"/>
              </a:rPr>
              <a:t>V1</a:t>
            </a:r>
            <a:r>
              <a:rPr lang="ar-EG" sz="2000" dirty="0">
                <a:latin typeface="Sakkal Majalla" panose="02000000000000000000" pitchFamily="2" charset="-78"/>
                <a:cs typeface="Sakkal Majalla" panose="02000000000000000000" pitchFamily="2" charset="-78"/>
              </a:rPr>
              <a:t> و</a:t>
            </a:r>
            <a:r>
              <a:rPr lang="en-US" sz="2000" dirty="0">
                <a:latin typeface="Sakkal Majalla" panose="02000000000000000000" pitchFamily="2" charset="-78"/>
                <a:cs typeface="Sakkal Majalla" panose="02000000000000000000" pitchFamily="2" charset="-78"/>
              </a:rPr>
              <a:t>V2</a:t>
            </a:r>
            <a:r>
              <a:rPr lang="ar" sz="2000" dirty="0">
                <a:latin typeface="Sakkal Majalla" panose="02000000000000000000" pitchFamily="2" charset="-78"/>
                <a:cs typeface="Sakkal Majalla" panose="02000000000000000000" pitchFamily="2" charset="-78"/>
              </a:rPr>
              <a:t> عن طريق رسم متوازي الأضلاع للمتجهات. </a:t>
            </a:r>
          </a:p>
        </p:txBody>
      </p:sp>
      <p:sp>
        <p:nvSpPr>
          <p:cNvPr id="25" name="TextBox 24">
            <a:extLst>
              <a:ext uri="{FF2B5EF4-FFF2-40B4-BE49-F238E27FC236}">
                <a16:creationId xmlns:a16="http://schemas.microsoft.com/office/drawing/2014/main" id="{61AE3B95-A4BD-E848-5F10-DDD6D1402834}"/>
              </a:ext>
            </a:extLst>
          </p:cNvPr>
          <p:cNvSpPr txBox="1"/>
          <p:nvPr/>
        </p:nvSpPr>
        <p:spPr>
          <a:xfrm>
            <a:off x="689206" y="5286418"/>
            <a:ext cx="2533066" cy="400110"/>
          </a:xfrm>
          <a:prstGeom prst="rect">
            <a:avLst/>
          </a:prstGeom>
          <a:noFill/>
        </p:spPr>
        <p:txBody>
          <a:bodyPr wrap="none" rtlCol="1">
            <a:spAutoFit/>
          </a:bodyPr>
          <a:lstStyle/>
          <a:p>
            <a:pPr rtl="1"/>
            <a:r>
              <a:rPr lang="ar" sz="2000" dirty="0">
                <a:latin typeface="Sakkal Majalla" panose="02000000000000000000" pitchFamily="2" charset="-78"/>
                <a:cs typeface="Sakkal Majalla" panose="02000000000000000000" pitchFamily="2" charset="-78"/>
              </a:rPr>
              <a:t>يتم رسم المتجهات في صورة أسهم.</a:t>
            </a:r>
          </a:p>
        </p:txBody>
      </p:sp>
      <p:sp>
        <p:nvSpPr>
          <p:cNvPr id="2" name="Footer Placeholder 2">
            <a:extLst>
              <a:ext uri="{FF2B5EF4-FFF2-40B4-BE49-F238E27FC236}">
                <a16:creationId xmlns:a16="http://schemas.microsoft.com/office/drawing/2014/main" id="{9F62B310-2375-FDB3-A3F6-106DB45E52F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4181147426"/>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7584" y="1772816"/>
            <a:ext cx="8064896"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يمكن تمثيل البيانات باستخدام المخططات الإحصائية والرسوم البيانية.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(أ3) - الطرق الإحصائية</a:t>
            </a:r>
          </a:p>
        </p:txBody>
      </p:sp>
      <p:sp>
        <p:nvSpPr>
          <p:cNvPr id="2" name="TextBox 1">
            <a:extLst>
              <a:ext uri="{FF2B5EF4-FFF2-40B4-BE49-F238E27FC236}">
                <a16:creationId xmlns:a16="http://schemas.microsoft.com/office/drawing/2014/main" id="{F60E218C-E525-437C-8B6D-31BB1386C78A}"/>
              </a:ext>
            </a:extLst>
          </p:cNvPr>
          <p:cNvSpPr txBox="1"/>
          <p:nvPr/>
        </p:nvSpPr>
        <p:spPr>
          <a:xfrm>
            <a:off x="6025586" y="4442336"/>
            <a:ext cx="2381466"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تُستخدم </a:t>
            </a:r>
            <a:r>
              <a:rPr lang="ar" sz="2000" b="1" dirty="0">
                <a:latin typeface="Sakkal Majalla" panose="02000000000000000000" pitchFamily="2" charset="-78"/>
                <a:cs typeface="Sakkal Majalla" panose="02000000000000000000" pitchFamily="2" charset="-78"/>
              </a:rPr>
              <a:t>مخططات الأعمدة</a:t>
            </a:r>
            <a:r>
              <a:rPr lang="ar" sz="2000" dirty="0">
                <a:latin typeface="Sakkal Majalla" panose="02000000000000000000" pitchFamily="2" charset="-78"/>
                <a:cs typeface="Sakkal Majalla" panose="02000000000000000000" pitchFamily="2" charset="-78"/>
              </a:rPr>
              <a:t> لإظهار قيم البيانات المنفصلة. يمثل ارتفاع العمود تردد كل فئة.</a:t>
            </a:r>
          </a:p>
        </p:txBody>
      </p:sp>
      <p:sp>
        <p:nvSpPr>
          <p:cNvPr id="3" name="TextBox 2">
            <a:extLst>
              <a:ext uri="{FF2B5EF4-FFF2-40B4-BE49-F238E27FC236}">
                <a16:creationId xmlns:a16="http://schemas.microsoft.com/office/drawing/2014/main" id="{366619B7-A4F8-B814-64AE-C82BAC87DD8C}"/>
              </a:ext>
            </a:extLst>
          </p:cNvPr>
          <p:cNvSpPr txBox="1"/>
          <p:nvPr/>
        </p:nvSpPr>
        <p:spPr>
          <a:xfrm>
            <a:off x="3488539" y="4442336"/>
            <a:ext cx="2329107" cy="1938992"/>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تُستخدم </a:t>
            </a:r>
            <a:r>
              <a:rPr lang="ar" sz="2000" b="1" dirty="0">
                <a:latin typeface="Sakkal Majalla" panose="02000000000000000000" pitchFamily="2" charset="-78"/>
                <a:cs typeface="Sakkal Majalla" panose="02000000000000000000" pitchFamily="2" charset="-78"/>
              </a:rPr>
              <a:t>مخططات الدائرة المجزأة</a:t>
            </a:r>
            <a:r>
              <a:rPr lang="ar" sz="2000" dirty="0">
                <a:latin typeface="Sakkal Majalla" panose="02000000000000000000" pitchFamily="2" charset="-78"/>
                <a:cs typeface="Sakkal Majalla" panose="02000000000000000000" pitchFamily="2" charset="-78"/>
              </a:rPr>
              <a:t> لإظهار نسبة البيانات التي تم أخذ عينات منها. غالبًا ما تعرض مخططات الدائرة المجزأة البيانات من حيث النسب المئوية.</a:t>
            </a:r>
          </a:p>
        </p:txBody>
      </p:sp>
      <p:sp>
        <p:nvSpPr>
          <p:cNvPr id="4" name="TextBox 3">
            <a:extLst>
              <a:ext uri="{FF2B5EF4-FFF2-40B4-BE49-F238E27FC236}">
                <a16:creationId xmlns:a16="http://schemas.microsoft.com/office/drawing/2014/main" id="{6B3E102B-647E-45C4-F18A-CD99E6C71312}"/>
              </a:ext>
            </a:extLst>
          </p:cNvPr>
          <p:cNvSpPr txBox="1"/>
          <p:nvPr/>
        </p:nvSpPr>
        <p:spPr>
          <a:xfrm>
            <a:off x="716224" y="4442336"/>
            <a:ext cx="2564375"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تُظهر </a:t>
            </a:r>
            <a:r>
              <a:rPr lang="ar" sz="2000" b="1" dirty="0">
                <a:latin typeface="Sakkal Majalla" panose="02000000000000000000" pitchFamily="2" charset="-78"/>
                <a:cs typeface="Sakkal Majalla" panose="02000000000000000000" pitchFamily="2" charset="-78"/>
              </a:rPr>
              <a:t>توزيعات التردد</a:t>
            </a:r>
            <a:r>
              <a:rPr lang="ar" sz="2000" dirty="0">
                <a:latin typeface="Sakkal Majalla" panose="02000000000000000000" pitchFamily="2" charset="-78"/>
                <a:cs typeface="Sakkal Majalla" panose="02000000000000000000" pitchFamily="2" charset="-78"/>
              </a:rPr>
              <a:t> عدد التكرارات لكل قيمة بيانات ممكنة. في بعض الأحيان يتم رسم النقاط فقط ويتم رسم المنحنى من خلالها</a:t>
            </a:r>
          </a:p>
        </p:txBody>
      </p:sp>
      <p:sp>
        <p:nvSpPr>
          <p:cNvPr id="5" name="TextBox 4">
            <a:extLst>
              <a:ext uri="{FF2B5EF4-FFF2-40B4-BE49-F238E27FC236}">
                <a16:creationId xmlns:a16="http://schemas.microsoft.com/office/drawing/2014/main" id="{96A20C0B-F296-7FEA-FE6B-244CEB0B24AF}"/>
              </a:ext>
            </a:extLst>
          </p:cNvPr>
          <p:cNvSpPr txBox="1"/>
          <p:nvPr/>
        </p:nvSpPr>
        <p:spPr>
          <a:xfrm>
            <a:off x="6057829" y="2835117"/>
            <a:ext cx="584775" cy="1187766"/>
          </a:xfrm>
          <a:prstGeom prst="rect">
            <a:avLst/>
          </a:prstGeom>
          <a:solidFill>
            <a:schemeClr val="bg1"/>
          </a:solidFill>
        </p:spPr>
        <p:txBody>
          <a:bodyPr vert="vert270" wrap="square" rtlCol="1">
            <a:spAutoFit/>
          </a:bodyPr>
          <a:lstStyle/>
          <a:p>
            <a:pPr rtl="1"/>
            <a:r>
              <a:rPr lang="ar" sz="1300" dirty="0">
                <a:latin typeface="Sakkal Majalla" panose="02000000000000000000" pitchFamily="2" charset="-78"/>
                <a:cs typeface="Sakkal Majalla" panose="02000000000000000000" pitchFamily="2" charset="-78"/>
              </a:rPr>
              <a:t>الطاقة المنبعثة من حرق 1 كجم (ميجاجول)</a:t>
            </a:r>
          </a:p>
        </p:txBody>
      </p:sp>
      <p:sp>
        <p:nvSpPr>
          <p:cNvPr id="7" name="TextBox 6">
            <a:extLst>
              <a:ext uri="{FF2B5EF4-FFF2-40B4-BE49-F238E27FC236}">
                <a16:creationId xmlns:a16="http://schemas.microsoft.com/office/drawing/2014/main" id="{8702CE1A-B6F8-912C-6C3A-62213BC794B4}"/>
              </a:ext>
            </a:extLst>
          </p:cNvPr>
          <p:cNvSpPr txBox="1"/>
          <p:nvPr/>
        </p:nvSpPr>
        <p:spPr>
          <a:xfrm>
            <a:off x="7209957" y="4103830"/>
            <a:ext cx="504056" cy="276999"/>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الفحم</a:t>
            </a:r>
          </a:p>
        </p:txBody>
      </p:sp>
      <p:sp>
        <p:nvSpPr>
          <p:cNvPr id="8" name="TextBox 7">
            <a:extLst>
              <a:ext uri="{FF2B5EF4-FFF2-40B4-BE49-F238E27FC236}">
                <a16:creationId xmlns:a16="http://schemas.microsoft.com/office/drawing/2014/main" id="{C75CADDA-EC3E-1347-964C-5AAF67963219}"/>
              </a:ext>
            </a:extLst>
          </p:cNvPr>
          <p:cNvSpPr txBox="1"/>
          <p:nvPr/>
        </p:nvSpPr>
        <p:spPr>
          <a:xfrm>
            <a:off x="7637681" y="4149079"/>
            <a:ext cx="580387" cy="276999"/>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بلاستيك</a:t>
            </a:r>
          </a:p>
        </p:txBody>
      </p:sp>
      <p:sp>
        <p:nvSpPr>
          <p:cNvPr id="6" name="TextBox 5">
            <a:extLst>
              <a:ext uri="{FF2B5EF4-FFF2-40B4-BE49-F238E27FC236}">
                <a16:creationId xmlns:a16="http://schemas.microsoft.com/office/drawing/2014/main" id="{94CCFA70-9CB1-F1B4-B7B1-5469D56925F9}"/>
              </a:ext>
            </a:extLst>
          </p:cNvPr>
          <p:cNvSpPr txBox="1"/>
          <p:nvPr/>
        </p:nvSpPr>
        <p:spPr>
          <a:xfrm>
            <a:off x="6814185" y="4149079"/>
            <a:ext cx="477717" cy="276999"/>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النفط</a:t>
            </a:r>
          </a:p>
        </p:txBody>
      </p:sp>
      <p:sp>
        <p:nvSpPr>
          <p:cNvPr id="9" name="Footer Placeholder 2">
            <a:extLst>
              <a:ext uri="{FF2B5EF4-FFF2-40B4-BE49-F238E27FC236}">
                <a16:creationId xmlns:a16="http://schemas.microsoft.com/office/drawing/2014/main" id="{FF0ED985-FF19-AED3-F8C4-DFB9704B817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10" name="Picture 9" descr="A graph of different colored bars&#10;&#10;Description automatically generated">
            <a:extLst>
              <a:ext uri="{FF2B5EF4-FFF2-40B4-BE49-F238E27FC236}">
                <a16:creationId xmlns:a16="http://schemas.microsoft.com/office/drawing/2014/main" id="{65CA4AC9-DB8A-1B81-AFAF-B8C1264AA28C}"/>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18968" r="129" b="8441"/>
          <a:stretch/>
        </p:blipFill>
        <p:spPr>
          <a:xfrm>
            <a:off x="6358735" y="2488022"/>
            <a:ext cx="2084627" cy="1651394"/>
          </a:xfrm>
          <a:prstGeom prst="rect">
            <a:avLst/>
          </a:prstGeom>
        </p:spPr>
      </p:pic>
      <p:pic>
        <p:nvPicPr>
          <p:cNvPr id="11" name="Picture 10" descr="A pie chart with different colored circles&#10;&#10;Description automatically generated">
            <a:extLst>
              <a:ext uri="{FF2B5EF4-FFF2-40B4-BE49-F238E27FC236}">
                <a16:creationId xmlns:a16="http://schemas.microsoft.com/office/drawing/2014/main" id="{AC553445-7909-0250-9253-0DBD05D40DB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636878" y="2588383"/>
            <a:ext cx="2197258" cy="1653946"/>
          </a:xfrm>
          <a:prstGeom prst="rect">
            <a:avLst/>
          </a:prstGeom>
        </p:spPr>
      </p:pic>
      <p:pic>
        <p:nvPicPr>
          <p:cNvPr id="12" name="Picture 11" descr="A blue and black graph&#10;&#10;Description automatically generated">
            <a:extLst>
              <a:ext uri="{FF2B5EF4-FFF2-40B4-BE49-F238E27FC236}">
                <a16:creationId xmlns:a16="http://schemas.microsoft.com/office/drawing/2014/main" id="{E0403DD6-AB9A-468D-9A40-9CD0D2E935F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39086" y="2450216"/>
            <a:ext cx="2885946" cy="1796556"/>
          </a:xfrm>
          <a:prstGeom prst="rect">
            <a:avLst/>
          </a:prstGeom>
        </p:spPr>
      </p:pic>
    </p:spTree>
    <p:extLst>
      <p:ext uri="{BB962C8B-B14F-4D97-AF65-F5344CB8AC3E}">
        <p14:creationId xmlns:p14="http://schemas.microsoft.com/office/powerpoint/2010/main" val="1846313262"/>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with a red line&#10;&#10;Description automatically generated">
            <a:extLst>
              <a:ext uri="{FF2B5EF4-FFF2-40B4-BE49-F238E27FC236}">
                <a16:creationId xmlns:a16="http://schemas.microsoft.com/office/drawing/2014/main" id="{1D6B873E-89CD-4D72-FFF7-CDF13201D2E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49398" y="2254923"/>
            <a:ext cx="2203250" cy="2182562"/>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7584" y="1772816"/>
            <a:ext cx="8064896"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يمكن تمثيل البيانات باستخدام المخططات الإحصائية والرسوم البيانية.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(أ3) - الطرق الإحصائية</a:t>
            </a:r>
          </a:p>
        </p:txBody>
      </p:sp>
      <p:sp>
        <p:nvSpPr>
          <p:cNvPr id="2" name="TextBox 1">
            <a:extLst>
              <a:ext uri="{FF2B5EF4-FFF2-40B4-BE49-F238E27FC236}">
                <a16:creationId xmlns:a16="http://schemas.microsoft.com/office/drawing/2014/main" id="{F60E218C-E525-437C-8B6D-31BB1386C78A}"/>
              </a:ext>
            </a:extLst>
          </p:cNvPr>
          <p:cNvSpPr txBox="1"/>
          <p:nvPr/>
        </p:nvSpPr>
        <p:spPr>
          <a:xfrm>
            <a:off x="6025586" y="4304802"/>
            <a:ext cx="2564375"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يُستخدم </a:t>
            </a:r>
            <a:r>
              <a:rPr lang="ar" sz="2000" b="1" dirty="0">
                <a:latin typeface="Sakkal Majalla" panose="02000000000000000000" pitchFamily="2" charset="-78"/>
                <a:cs typeface="Sakkal Majalla" panose="02000000000000000000" pitchFamily="2" charset="-78"/>
              </a:rPr>
              <a:t>الرسم البياني المستمر</a:t>
            </a:r>
            <a:r>
              <a:rPr lang="ar" sz="2000" dirty="0">
                <a:latin typeface="Sakkal Majalla" panose="02000000000000000000" pitchFamily="2" charset="-78"/>
                <a:cs typeface="Sakkal Majalla" panose="02000000000000000000" pitchFamily="2" charset="-78"/>
              </a:rPr>
              <a:t> لإظهار كيفية توزيع البيانات. تمثل مساحة كل عمود عدد الملاحظات في كل مجموعة.</a:t>
            </a:r>
          </a:p>
        </p:txBody>
      </p:sp>
      <p:sp>
        <p:nvSpPr>
          <p:cNvPr id="3" name="TextBox 2">
            <a:extLst>
              <a:ext uri="{FF2B5EF4-FFF2-40B4-BE49-F238E27FC236}">
                <a16:creationId xmlns:a16="http://schemas.microsoft.com/office/drawing/2014/main" id="{366619B7-A4F8-B814-64AE-C82BAC87DD8C}"/>
              </a:ext>
            </a:extLst>
          </p:cNvPr>
          <p:cNvSpPr txBox="1"/>
          <p:nvPr/>
        </p:nvSpPr>
        <p:spPr>
          <a:xfrm>
            <a:off x="3488539" y="4304802"/>
            <a:ext cx="2329107" cy="1631216"/>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يُستخدم </a:t>
            </a:r>
            <a:r>
              <a:rPr lang="ar" sz="2000" b="1" dirty="0">
                <a:latin typeface="Sakkal Majalla" panose="02000000000000000000" pitchFamily="2" charset="-78"/>
                <a:cs typeface="Sakkal Majalla" panose="02000000000000000000" pitchFamily="2" charset="-78"/>
              </a:rPr>
              <a:t>الرسم البياني المنفصل</a:t>
            </a:r>
            <a:r>
              <a:rPr lang="ar" sz="2000" dirty="0">
                <a:latin typeface="Sakkal Majalla" panose="02000000000000000000" pitchFamily="2" charset="-78"/>
                <a:cs typeface="Sakkal Majalla" panose="02000000000000000000" pitchFamily="2" charset="-78"/>
              </a:rPr>
              <a:t> عند وجود عدد محدود فقط من العينات. وتُستخدم عندما يمكن حساب البيانات.</a:t>
            </a:r>
          </a:p>
        </p:txBody>
      </p:sp>
      <p:sp>
        <p:nvSpPr>
          <p:cNvPr id="4" name="TextBox 3">
            <a:extLst>
              <a:ext uri="{FF2B5EF4-FFF2-40B4-BE49-F238E27FC236}">
                <a16:creationId xmlns:a16="http://schemas.microsoft.com/office/drawing/2014/main" id="{6B3E102B-647E-45C4-F18A-CD99E6C71312}"/>
              </a:ext>
            </a:extLst>
          </p:cNvPr>
          <p:cNvSpPr txBox="1"/>
          <p:nvPr/>
        </p:nvSpPr>
        <p:spPr>
          <a:xfrm>
            <a:off x="716224" y="4458690"/>
            <a:ext cx="2564375"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تُظهر </a:t>
            </a:r>
            <a:r>
              <a:rPr lang="ar" sz="2000" b="1" dirty="0">
                <a:latin typeface="Sakkal Majalla" panose="02000000000000000000" pitchFamily="2" charset="-78"/>
                <a:cs typeface="Sakkal Majalla" panose="02000000000000000000" pitchFamily="2" charset="-78"/>
              </a:rPr>
              <a:t>منحنيات التردد التراكمي</a:t>
            </a:r>
            <a:r>
              <a:rPr lang="ar" sz="2000" dirty="0">
                <a:latin typeface="Sakkal Majalla" panose="02000000000000000000" pitchFamily="2" charset="-78"/>
                <a:cs typeface="Sakkal Majalla" panose="02000000000000000000" pitchFamily="2" charset="-78"/>
              </a:rPr>
              <a:t> إجمالي الترددات الجارية للبيانات المجمعة. وهي مفيدة لإظهار الاتجاهات في مجموعات البيانات.</a:t>
            </a:r>
          </a:p>
        </p:txBody>
      </p:sp>
      <p:sp>
        <p:nvSpPr>
          <p:cNvPr id="5" name="Rectangle 4">
            <a:extLst>
              <a:ext uri="{FF2B5EF4-FFF2-40B4-BE49-F238E27FC236}">
                <a16:creationId xmlns:a16="http://schemas.microsoft.com/office/drawing/2014/main" id="{02C16F86-5704-D89C-566B-5C703604456C}"/>
              </a:ext>
            </a:extLst>
          </p:cNvPr>
          <p:cNvSpPr/>
          <p:nvPr/>
        </p:nvSpPr>
        <p:spPr>
          <a:xfrm>
            <a:off x="1311320" y="2929854"/>
            <a:ext cx="72008" cy="571154"/>
          </a:xfrm>
          <a:prstGeom prst="rect">
            <a:avLst/>
          </a:prstGeom>
          <a:solidFill>
            <a:srgbClr val="D4F1FB"/>
          </a:solidFill>
        </p:spPr>
        <p:txBody>
          <a:bodyPr vert="eaVert" wrap="none" lIns="0" tIns="0" rIns="0" bIns="0" rtlCol="1">
            <a:noAutofit/>
          </a:bodyPr>
          <a:lstStyle/>
          <a:p>
            <a:pPr indent="0" algn="ctr" rtl="1"/>
            <a:r>
              <a:rPr lang="ar" sz="500" b="1" dirty="0">
                <a:solidFill>
                  <a:srgbClr val="32343E"/>
                </a:solidFill>
                <a:latin typeface="Sakkal Majalla" panose="02000000000000000000" pitchFamily="2" charset="-78"/>
                <a:cs typeface="Sakkal Majalla" panose="02000000000000000000" pitchFamily="2" charset="-78"/>
              </a:rPr>
              <a:t>تردد تراكمي</a:t>
            </a:r>
          </a:p>
        </p:txBody>
      </p:sp>
      <p:sp>
        <p:nvSpPr>
          <p:cNvPr id="6" name="Footer Placeholder 2">
            <a:extLst>
              <a:ext uri="{FF2B5EF4-FFF2-40B4-BE49-F238E27FC236}">
                <a16:creationId xmlns:a16="http://schemas.microsoft.com/office/drawing/2014/main" id="{F0CDF1BD-FE64-14D8-B82F-AE81BF6A460D}"/>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7" name="Picture 6" descr="A colorful graph with black lines&#10;&#10;Description automatically generated">
            <a:extLst>
              <a:ext uri="{FF2B5EF4-FFF2-40B4-BE49-F238E27FC236}">
                <a16:creationId xmlns:a16="http://schemas.microsoft.com/office/drawing/2014/main" id="{D76CD56C-78D4-88DF-5EEE-486886BAAA6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021599" y="2276872"/>
            <a:ext cx="2007973" cy="2080055"/>
          </a:xfrm>
          <a:prstGeom prst="rect">
            <a:avLst/>
          </a:prstGeom>
        </p:spPr>
      </p:pic>
    </p:spTree>
    <p:extLst>
      <p:ext uri="{BB962C8B-B14F-4D97-AF65-F5344CB8AC3E}">
        <p14:creationId xmlns:p14="http://schemas.microsoft.com/office/powerpoint/2010/main" val="236566516"/>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7584" y="1772816"/>
            <a:ext cx="8064896"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يمكن جمع البيانات باستخدام مخططات الإحصاء وتمثيلها في جداول التردد. يمكن استخدام جداول التردد للمتغيرات </a:t>
            </a:r>
            <a:r>
              <a:rPr lang="ar" sz="2600" b="1" dirty="0"/>
              <a:t>المنفصلة</a:t>
            </a:r>
            <a:r>
              <a:rPr lang="ar" sz="2600" dirty="0"/>
              <a:t> أو </a:t>
            </a:r>
            <a:r>
              <a:rPr lang="ar" sz="2600" b="1" dirty="0"/>
              <a:t>المستمرة</a:t>
            </a:r>
            <a:r>
              <a:rPr lang="ar" sz="2600" dirty="0"/>
              <a:t>.</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(أ3) - الطرق الإحصائية</a:t>
            </a:r>
          </a:p>
        </p:txBody>
      </p:sp>
      <p:graphicFrame>
        <p:nvGraphicFramePr>
          <p:cNvPr id="5" name="Table 4">
            <a:extLst>
              <a:ext uri="{FF2B5EF4-FFF2-40B4-BE49-F238E27FC236}">
                <a16:creationId xmlns:a16="http://schemas.microsoft.com/office/drawing/2014/main" id="{11A0BA09-4CB9-D7AD-2A63-9887F9C29FA5}"/>
              </a:ext>
            </a:extLst>
          </p:cNvPr>
          <p:cNvGraphicFramePr>
            <a:graphicFrameLocks noGrp="1"/>
          </p:cNvGraphicFramePr>
          <p:nvPr>
            <p:extLst>
              <p:ext uri="{D42A27DB-BD31-4B8C-83A1-F6EECF244321}">
                <p14:modId xmlns:p14="http://schemas.microsoft.com/office/powerpoint/2010/main" val="3204702369"/>
              </p:ext>
            </p:extLst>
          </p:nvPr>
        </p:nvGraphicFramePr>
        <p:xfrm>
          <a:off x="683568" y="2924944"/>
          <a:ext cx="3240360" cy="1951268"/>
        </p:xfrm>
        <a:graphic>
          <a:graphicData uri="http://schemas.openxmlformats.org/drawingml/2006/table">
            <a:tbl>
              <a:tblPr rtl="1" firstRow="1" bandRow="1">
                <a:tableStyleId>{5C22544A-7EE6-4342-B048-85BDC9FD1C3A}</a:tableStyleId>
              </a:tblPr>
              <a:tblGrid>
                <a:gridCol w="1620180">
                  <a:extLst>
                    <a:ext uri="{9D8B030D-6E8A-4147-A177-3AD203B41FA5}">
                      <a16:colId xmlns:a16="http://schemas.microsoft.com/office/drawing/2014/main" val="2094840755"/>
                    </a:ext>
                  </a:extLst>
                </a:gridCol>
                <a:gridCol w="1620180">
                  <a:extLst>
                    <a:ext uri="{9D8B030D-6E8A-4147-A177-3AD203B41FA5}">
                      <a16:colId xmlns:a16="http://schemas.microsoft.com/office/drawing/2014/main" val="2020160767"/>
                    </a:ext>
                  </a:extLst>
                </a:gridCol>
              </a:tblGrid>
              <a:tr h="487817">
                <a:tc>
                  <a:txBody>
                    <a:bodyPr/>
                    <a:lstStyle/>
                    <a:p>
                      <a:pPr rtl="1"/>
                      <a:r>
                        <a:rPr lang="ar" sz="2000" dirty="0">
                          <a:solidFill>
                            <a:sysClr val="windowText" lastClr="000000"/>
                          </a:solidFill>
                          <a:latin typeface="Sakkal Majalla" panose="02000000000000000000" pitchFamily="2" charset="-78"/>
                          <a:cs typeface="Sakkal Majalla" panose="02000000000000000000" pitchFamily="2" charset="-78"/>
                        </a:rPr>
                        <a:t>فريق كرة السلة</a:t>
                      </a:r>
                      <a:endParaRPr lang="en-GB" sz="2000" dirty="0">
                        <a:solidFill>
                          <a:sysClr val="windowText" lastClr="000000"/>
                        </a:solidFill>
                        <a:latin typeface="Sakkal Majalla" panose="02000000000000000000" pitchFamily="2" charset="-78"/>
                        <a:cs typeface="Sakkal Majalla" panose="02000000000000000000" pitchFamily="2" charset="-78"/>
                      </a:endParaRPr>
                    </a:p>
                  </a:txBody>
                  <a:tcPr/>
                </a:tc>
                <a:tc>
                  <a:txBody>
                    <a:bodyPr/>
                    <a:lstStyle/>
                    <a:p>
                      <a:pPr rtl="1"/>
                      <a:r>
                        <a:rPr lang="ar" sz="2000" dirty="0">
                          <a:solidFill>
                            <a:sysClr val="windowText" lastClr="000000"/>
                          </a:solidFill>
                          <a:latin typeface="Sakkal Majalla" panose="02000000000000000000" pitchFamily="2" charset="-78"/>
                          <a:cs typeface="Sakkal Majalla" panose="02000000000000000000" pitchFamily="2" charset="-78"/>
                        </a:rPr>
                        <a:t>النتيجة</a:t>
                      </a:r>
                    </a:p>
                  </a:txBody>
                  <a:tcPr/>
                </a:tc>
                <a:extLst>
                  <a:ext uri="{0D108BD9-81ED-4DB2-BD59-A6C34878D82A}">
                    <a16:rowId xmlns:a16="http://schemas.microsoft.com/office/drawing/2014/main" val="1021067371"/>
                  </a:ext>
                </a:extLst>
              </a:tr>
              <a:tr h="487817">
                <a:tc>
                  <a:txBody>
                    <a:bodyPr/>
                    <a:lstStyle/>
                    <a:p>
                      <a:pPr rtl="1"/>
                      <a:r>
                        <a:rPr lang="ar" sz="2000" dirty="0">
                          <a:latin typeface="Sakkal Majalla" panose="02000000000000000000" pitchFamily="2" charset="-78"/>
                          <a:cs typeface="Sakkal Majalla" panose="02000000000000000000" pitchFamily="2" charset="-78"/>
                        </a:rPr>
                        <a:t>أحمر</a:t>
                      </a:r>
                    </a:p>
                  </a:txBody>
                  <a:tcPr/>
                </a:tc>
                <a:tc>
                  <a:txBody>
                    <a:bodyPr/>
                    <a:lstStyle/>
                    <a:p>
                      <a:pPr rtl="1"/>
                      <a:r>
                        <a:rPr lang="ar" sz="2000">
                          <a:latin typeface="Sakkal Majalla" panose="02000000000000000000" pitchFamily="2" charset="-78"/>
                          <a:cs typeface="Sakkal Majalla" panose="02000000000000000000" pitchFamily="2" charset="-78"/>
                        </a:rPr>
                        <a:t>8</a:t>
                      </a:r>
                    </a:p>
                  </a:txBody>
                  <a:tcPr/>
                </a:tc>
                <a:extLst>
                  <a:ext uri="{0D108BD9-81ED-4DB2-BD59-A6C34878D82A}">
                    <a16:rowId xmlns:a16="http://schemas.microsoft.com/office/drawing/2014/main" val="490403901"/>
                  </a:ext>
                </a:extLst>
              </a:tr>
              <a:tr h="487817">
                <a:tc>
                  <a:txBody>
                    <a:bodyPr/>
                    <a:lstStyle/>
                    <a:p>
                      <a:pPr rtl="1"/>
                      <a:r>
                        <a:rPr lang="ar" sz="2000" dirty="0">
                          <a:latin typeface="Sakkal Majalla" panose="02000000000000000000" pitchFamily="2" charset="-78"/>
                          <a:cs typeface="Sakkal Majalla" panose="02000000000000000000" pitchFamily="2" charset="-78"/>
                        </a:rPr>
                        <a:t>أزرق</a:t>
                      </a:r>
                    </a:p>
                  </a:txBody>
                  <a:tcPr/>
                </a:tc>
                <a:tc>
                  <a:txBody>
                    <a:bodyPr/>
                    <a:lstStyle/>
                    <a:p>
                      <a:pPr rtl="1"/>
                      <a:r>
                        <a:rPr lang="ar" sz="2000">
                          <a:latin typeface="Sakkal Majalla" panose="02000000000000000000" pitchFamily="2" charset="-78"/>
                          <a:cs typeface="Sakkal Majalla" panose="02000000000000000000" pitchFamily="2" charset="-78"/>
                        </a:rPr>
                        <a:t>12</a:t>
                      </a:r>
                    </a:p>
                  </a:txBody>
                  <a:tcPr/>
                </a:tc>
                <a:extLst>
                  <a:ext uri="{0D108BD9-81ED-4DB2-BD59-A6C34878D82A}">
                    <a16:rowId xmlns:a16="http://schemas.microsoft.com/office/drawing/2014/main" val="2121295425"/>
                  </a:ext>
                </a:extLst>
              </a:tr>
              <a:tr h="487817">
                <a:tc>
                  <a:txBody>
                    <a:bodyPr/>
                    <a:lstStyle/>
                    <a:p>
                      <a:pPr rtl="1"/>
                      <a:r>
                        <a:rPr lang="ar" sz="2000">
                          <a:latin typeface="Sakkal Majalla" panose="02000000000000000000" pitchFamily="2" charset="-78"/>
                          <a:cs typeface="Sakkal Majalla" panose="02000000000000000000" pitchFamily="2" charset="-78"/>
                        </a:rPr>
                        <a:t>أخضر</a:t>
                      </a:r>
                    </a:p>
                  </a:txBody>
                  <a:tcPr/>
                </a:tc>
                <a:tc>
                  <a:txBody>
                    <a:bodyPr/>
                    <a:lstStyle/>
                    <a:p>
                      <a:pPr rtl="1"/>
                      <a:r>
                        <a:rPr lang="ar" sz="2000" dirty="0">
                          <a:latin typeface="Sakkal Majalla" panose="02000000000000000000" pitchFamily="2" charset="-78"/>
                          <a:cs typeface="Sakkal Majalla" panose="02000000000000000000" pitchFamily="2" charset="-78"/>
                        </a:rPr>
                        <a:t>10</a:t>
                      </a:r>
                    </a:p>
                  </a:txBody>
                  <a:tcPr/>
                </a:tc>
                <a:extLst>
                  <a:ext uri="{0D108BD9-81ED-4DB2-BD59-A6C34878D82A}">
                    <a16:rowId xmlns:a16="http://schemas.microsoft.com/office/drawing/2014/main" val="174519497"/>
                  </a:ext>
                </a:extLst>
              </a:tr>
            </a:tbl>
          </a:graphicData>
        </a:graphic>
      </p:graphicFrame>
      <p:sp>
        <p:nvSpPr>
          <p:cNvPr id="7" name="TextBox 6">
            <a:extLst>
              <a:ext uri="{FF2B5EF4-FFF2-40B4-BE49-F238E27FC236}">
                <a16:creationId xmlns:a16="http://schemas.microsoft.com/office/drawing/2014/main" id="{BCA3B1ED-BC37-3EC2-8AE4-6734736BD06F}"/>
              </a:ext>
            </a:extLst>
          </p:cNvPr>
          <p:cNvSpPr txBox="1"/>
          <p:nvPr/>
        </p:nvSpPr>
        <p:spPr>
          <a:xfrm>
            <a:off x="3059832" y="5294777"/>
            <a:ext cx="4867038" cy="707886"/>
          </a:xfrm>
          <a:prstGeom prst="rect">
            <a:avLst/>
          </a:prstGeom>
          <a:noFill/>
        </p:spPr>
        <p:txBody>
          <a:bodyPr wrap="none" rtlCol="1">
            <a:spAutoFit/>
          </a:bodyPr>
          <a:lstStyle/>
          <a:p>
            <a:pPr rtl="1"/>
            <a:r>
              <a:rPr lang="ar" sz="2000" dirty="0">
                <a:latin typeface="Sakkal Majalla" panose="02000000000000000000" pitchFamily="2" charset="-78"/>
                <a:cs typeface="Sakkal Majalla" panose="02000000000000000000" pitchFamily="2" charset="-78"/>
              </a:rPr>
              <a:t>يُظهر مخطط الإحصاء متغيرات منفصلة؛ قد تكون نصية أو رقمية.</a:t>
            </a:r>
          </a:p>
          <a:p>
            <a:pPr rtl="1"/>
            <a:r>
              <a:rPr lang="ar" sz="2000" dirty="0">
                <a:latin typeface="Sakkal Majalla" panose="02000000000000000000" pitchFamily="2" charset="-78"/>
                <a:cs typeface="Sakkal Majalla" panose="02000000000000000000" pitchFamily="2" charset="-78"/>
              </a:rPr>
              <a:t>وتشمل المتغيرات المستمرة الوقت ودرجة الحرارة والسرعة والمسافة.</a:t>
            </a:r>
          </a:p>
        </p:txBody>
      </p:sp>
      <p:sp>
        <p:nvSpPr>
          <p:cNvPr id="2" name="Footer Placeholder 2">
            <a:extLst>
              <a:ext uri="{FF2B5EF4-FFF2-40B4-BE49-F238E27FC236}">
                <a16:creationId xmlns:a16="http://schemas.microsoft.com/office/drawing/2014/main" id="{29BFC741-7BDA-364C-620C-3872FF1D05EA}"/>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4" name="Picture 3" descr="A basketball in the air&#10;&#10;Description automatically generated">
            <a:extLst>
              <a:ext uri="{FF2B5EF4-FFF2-40B4-BE49-F238E27FC236}">
                <a16:creationId xmlns:a16="http://schemas.microsoft.com/office/drawing/2014/main" id="{F3C176FA-23BA-B2A4-0408-019F3EC27A8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76056" y="2845105"/>
            <a:ext cx="3099486" cy="2110946"/>
          </a:xfrm>
          <a:prstGeom prst="rect">
            <a:avLst/>
          </a:prstGeom>
        </p:spPr>
      </p:pic>
    </p:spTree>
    <p:extLst>
      <p:ext uri="{BB962C8B-B14F-4D97-AF65-F5344CB8AC3E}">
        <p14:creationId xmlns:p14="http://schemas.microsoft.com/office/powerpoint/2010/main" val="4263535528"/>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27584" y="1772816"/>
            <a:ext cx="8064896"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t>يمكن تقسيم البيانات إلى فئات. في بعض الأحيان تكون هذه البيانات منفصلة، وفي أحيان أخرى تكون مستمرة.</a:t>
            </a:r>
          </a:p>
          <a:p>
            <a:pPr indent="0" rtl="1">
              <a:buFont typeface="Wingdings" panose="05000000000000000000" pitchFamily="2" charset="2"/>
              <a:buNone/>
            </a:pPr>
            <a:r>
              <a:rPr lang="ar" sz="2600" dirty="0"/>
              <a:t>يمكن أن تحتوي البيانات المنفصلة على قيم محددة فقط. ويمكن أن تكون رقمية مثل العمر، أو وصفية مثل لون الشعر.</a:t>
            </a:r>
          </a:p>
          <a:p>
            <a:pPr indent="0" rtl="1">
              <a:buFont typeface="Wingdings" panose="05000000000000000000" pitchFamily="2" charset="2"/>
              <a:buNone/>
            </a:pPr>
            <a:r>
              <a:rPr lang="ar" sz="2600" dirty="0"/>
              <a:t>البيانات المستمرة هي بيانات رقمية يمكن تقسيمها إلى مجموعات أو فئات، على سبيل المثال الوقت ودرجة الحرارة.</a:t>
            </a:r>
          </a:p>
          <a:p>
            <a:pPr indent="0" rtl="1">
              <a:buFont typeface="Wingdings" panose="05000000000000000000" pitchFamily="2" charset="2"/>
              <a:buNone/>
            </a:pPr>
            <a:r>
              <a:rPr lang="ar" sz="2600" dirty="0"/>
              <a:t>حدود الفئة هي حد الفئة الدنيا وحد الطبقة العليا لكل نطاق من البيانات.</a:t>
            </a:r>
          </a:p>
          <a:p>
            <a:pPr indent="0" rtl="1">
              <a:buFont typeface="Wingdings" panose="05000000000000000000" pitchFamily="2" charset="2"/>
              <a:buNone/>
            </a:pPr>
            <a:r>
              <a:rPr lang="ar" sz="2600" dirty="0"/>
              <a:t>عرض الفئة هو الفرق بين حد الطبقة الدنيا والعليا لنطاق البيانات. </a:t>
            </a: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(أ3) </a:t>
            </a:r>
            <a:r>
              <a:rPr lang="en-GB" altLang="en-US" sz="3800" b="1" dirty="0"/>
              <a:t>–</a:t>
            </a:r>
            <a:r>
              <a:rPr lang="ar" sz="3800" b="1" dirty="0">
                <a:latin typeface="Sakkal Majalla" panose="02000000000000000000" pitchFamily="2" charset="-78"/>
                <a:cs typeface="Sakkal Majalla" panose="02000000000000000000" pitchFamily="2" charset="-78"/>
              </a:rPr>
              <a:t> الطرق الإحصائية</a:t>
            </a:r>
          </a:p>
        </p:txBody>
      </p:sp>
      <p:sp>
        <p:nvSpPr>
          <p:cNvPr id="2" name="Footer Placeholder 2">
            <a:extLst>
              <a:ext uri="{FF2B5EF4-FFF2-40B4-BE49-F238E27FC236}">
                <a16:creationId xmlns:a16="http://schemas.microsoft.com/office/drawing/2014/main" id="{559650DD-39D4-CAC0-E578-ACFD5FBE4310}"/>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036805731"/>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D87D7CB4-BA6D-E3E1-7213-75F863CF8429}"/>
              </a:ext>
            </a:extLst>
          </p:cNvPr>
          <p:cNvGraphicFramePr>
            <a:graphicFrameLocks noGrp="1"/>
          </p:cNvGraphicFramePr>
          <p:nvPr>
            <p:ph sz="half" idx="2"/>
            <p:extLst>
              <p:ext uri="{D42A27DB-BD31-4B8C-83A1-F6EECF244321}">
                <p14:modId xmlns:p14="http://schemas.microsoft.com/office/powerpoint/2010/main" val="3656777579"/>
              </p:ext>
            </p:extLst>
          </p:nvPr>
        </p:nvGraphicFramePr>
        <p:xfrm>
          <a:off x="468958" y="3429000"/>
          <a:ext cx="7991474" cy="1188720"/>
        </p:xfrm>
        <a:graphic>
          <a:graphicData uri="http://schemas.openxmlformats.org/drawingml/2006/table">
            <a:tbl>
              <a:tblPr rtl="1" firstRow="1" bandRow="1">
                <a:tableStyleId>{5C22544A-7EE6-4342-B048-85BDC9FD1C3A}</a:tableStyleId>
              </a:tblPr>
              <a:tblGrid>
                <a:gridCol w="1439515">
                  <a:extLst>
                    <a:ext uri="{9D8B030D-6E8A-4147-A177-3AD203B41FA5}">
                      <a16:colId xmlns:a16="http://schemas.microsoft.com/office/drawing/2014/main" val="167021698"/>
                    </a:ext>
                  </a:extLst>
                </a:gridCol>
                <a:gridCol w="6551959">
                  <a:extLst>
                    <a:ext uri="{9D8B030D-6E8A-4147-A177-3AD203B41FA5}">
                      <a16:colId xmlns:a16="http://schemas.microsoft.com/office/drawing/2014/main" val="1277047921"/>
                    </a:ext>
                  </a:extLst>
                </a:gridCol>
              </a:tblGrid>
              <a:tr h="370840">
                <a:tc>
                  <a:txBody>
                    <a:bodyPr/>
                    <a:lstStyle/>
                    <a:p>
                      <a:pPr rtl="1"/>
                      <a:r>
                        <a:rPr lang="ar" sz="2000" b="1" dirty="0">
                          <a:solidFill>
                            <a:schemeClr val="tx1"/>
                          </a:solidFill>
                          <a:latin typeface="Sakkal Majalla" panose="02000000000000000000" pitchFamily="2" charset="-78"/>
                          <a:cs typeface="Sakkal Majalla" panose="02000000000000000000" pitchFamily="2" charset="-78"/>
                        </a:rPr>
                        <a:t>المتوسط</a:t>
                      </a:r>
                    </a:p>
                  </a:txBody>
                  <a:tcPr/>
                </a:tc>
                <a:tc>
                  <a:txBody>
                    <a:bodyPr/>
                    <a:lstStyle/>
                    <a:p>
                      <a:pPr rtl="1"/>
                      <a:r>
                        <a:rPr lang="ar" sz="2000" b="0" dirty="0">
                          <a:solidFill>
                            <a:schemeClr val="tx1"/>
                          </a:solidFill>
                          <a:latin typeface="Sakkal Majalla" panose="02000000000000000000" pitchFamily="2" charset="-78"/>
                          <a:cs typeface="Sakkal Majalla" panose="02000000000000000000" pitchFamily="2" charset="-78"/>
                        </a:rPr>
                        <a:t>مجموع كل القيم، مقسومًا على عدد القيم.</a:t>
                      </a:r>
                    </a:p>
                  </a:txBody>
                  <a:tcPr/>
                </a:tc>
                <a:extLst>
                  <a:ext uri="{0D108BD9-81ED-4DB2-BD59-A6C34878D82A}">
                    <a16:rowId xmlns:a16="http://schemas.microsoft.com/office/drawing/2014/main" val="1934852038"/>
                  </a:ext>
                </a:extLst>
              </a:tr>
              <a:tr h="370840">
                <a:tc>
                  <a:txBody>
                    <a:bodyPr/>
                    <a:lstStyle/>
                    <a:p>
                      <a:pPr rtl="1"/>
                      <a:r>
                        <a:rPr lang="ar" sz="2000" b="1" dirty="0">
                          <a:solidFill>
                            <a:schemeClr val="tx1"/>
                          </a:solidFill>
                          <a:latin typeface="Sakkal Majalla" panose="02000000000000000000" pitchFamily="2" charset="-78"/>
                          <a:cs typeface="Sakkal Majalla" panose="02000000000000000000" pitchFamily="2" charset="-78"/>
                        </a:rPr>
                        <a:t>الوسيط</a:t>
                      </a:r>
                    </a:p>
                  </a:txBody>
                  <a:tcPr/>
                </a:tc>
                <a:tc>
                  <a:txBody>
                    <a:bodyPr/>
                    <a:lstStyle/>
                    <a:p>
                      <a:pPr rtl="1"/>
                      <a:r>
                        <a:rPr lang="ar" sz="2000" b="0">
                          <a:solidFill>
                            <a:schemeClr val="tx1"/>
                          </a:solidFill>
                          <a:latin typeface="Sakkal Majalla" panose="02000000000000000000" pitchFamily="2" charset="-78"/>
                          <a:cs typeface="Sakkal Majalla" panose="02000000000000000000" pitchFamily="2" charset="-78"/>
                        </a:rPr>
                        <a:t>القيمة المتوسطة لمجموعة البيانات عندما يتم ترتيبها من الأصغر إلى الأكبر.</a:t>
                      </a:r>
                    </a:p>
                  </a:txBody>
                  <a:tcPr/>
                </a:tc>
                <a:extLst>
                  <a:ext uri="{0D108BD9-81ED-4DB2-BD59-A6C34878D82A}">
                    <a16:rowId xmlns:a16="http://schemas.microsoft.com/office/drawing/2014/main" val="3516122723"/>
                  </a:ext>
                </a:extLst>
              </a:tr>
              <a:tr h="370840">
                <a:tc>
                  <a:txBody>
                    <a:bodyPr/>
                    <a:lstStyle/>
                    <a:p>
                      <a:pPr rtl="1"/>
                      <a:r>
                        <a:rPr lang="ar" sz="2000" b="1">
                          <a:solidFill>
                            <a:schemeClr val="tx1"/>
                          </a:solidFill>
                          <a:latin typeface="Sakkal Majalla" panose="02000000000000000000" pitchFamily="2" charset="-78"/>
                          <a:cs typeface="Sakkal Majalla" panose="02000000000000000000" pitchFamily="2" charset="-78"/>
                        </a:rPr>
                        <a:t>النمط</a:t>
                      </a:r>
                    </a:p>
                  </a:txBody>
                  <a:tcPr/>
                </a:tc>
                <a:tc>
                  <a:txBody>
                    <a:bodyPr/>
                    <a:lstStyle/>
                    <a:p>
                      <a:pPr rtl="1"/>
                      <a:r>
                        <a:rPr lang="ar" sz="2000" b="0" dirty="0">
                          <a:solidFill>
                            <a:schemeClr val="tx1"/>
                          </a:solidFill>
                          <a:latin typeface="Sakkal Majalla" panose="02000000000000000000" pitchFamily="2" charset="-78"/>
                          <a:cs typeface="Sakkal Majalla" panose="02000000000000000000" pitchFamily="2" charset="-78"/>
                        </a:rPr>
                        <a:t>القيمة الأكثر شيوعًا في مجموعة من البيانات.</a:t>
                      </a:r>
                    </a:p>
                  </a:txBody>
                  <a:tcPr/>
                </a:tc>
                <a:extLst>
                  <a:ext uri="{0D108BD9-81ED-4DB2-BD59-A6C34878D82A}">
                    <a16:rowId xmlns:a16="http://schemas.microsoft.com/office/drawing/2014/main" val="943892241"/>
                  </a:ext>
                </a:extLst>
              </a:tr>
            </a:tbl>
          </a:graphicData>
        </a:graphic>
      </p:graphicFrame>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(أ3) - المتوسط والوسيط والنمط</a:t>
            </a:r>
          </a:p>
        </p:txBody>
      </p:sp>
      <p:sp>
        <p:nvSpPr>
          <p:cNvPr id="5" name="TextBox 4">
            <a:extLst>
              <a:ext uri="{FF2B5EF4-FFF2-40B4-BE49-F238E27FC236}">
                <a16:creationId xmlns:a16="http://schemas.microsoft.com/office/drawing/2014/main" id="{195BE7A3-B233-6B26-4641-8967817E9649}"/>
              </a:ext>
            </a:extLst>
          </p:cNvPr>
          <p:cNvSpPr txBox="1"/>
          <p:nvPr/>
        </p:nvSpPr>
        <p:spPr>
          <a:xfrm>
            <a:off x="1331640" y="2216686"/>
            <a:ext cx="6480720" cy="769441"/>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المتوسط والوسيط والنمط هي ثلاثة مقاييس للاتجاه المركزي (المتوسط) المستخدم في الإحصاء.</a:t>
            </a:r>
          </a:p>
        </p:txBody>
      </p:sp>
      <p:sp>
        <p:nvSpPr>
          <p:cNvPr id="3" name="Footer Placeholder 2">
            <a:extLst>
              <a:ext uri="{FF2B5EF4-FFF2-40B4-BE49-F238E27FC236}">
                <a16:creationId xmlns:a16="http://schemas.microsoft.com/office/drawing/2014/main" id="{1B30144C-9755-4FDE-6E78-424C2F71F25A}"/>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813786371"/>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2327796"/>
            <a:ext cx="7991475" cy="19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المسائل الهندسية المتعلقة بالكهرباء</a:t>
            </a:r>
            <a:br>
              <a:rPr 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 الساكنة والتيار المستمر</a:t>
            </a:r>
          </a:p>
          <a:p>
            <a:pPr algn="ctr" rtl="1"/>
            <a:r>
              <a:rPr lang="ar" sz="3800" b="1" dirty="0">
                <a:latin typeface="Sakkal Majalla" panose="02000000000000000000" pitchFamily="2" charset="-78"/>
                <a:cs typeface="Sakkal Majalla" panose="02000000000000000000" pitchFamily="2" charset="-78"/>
              </a:rPr>
              <a:t>والدوائر الكهربائية</a:t>
            </a:r>
          </a:p>
        </p:txBody>
      </p:sp>
      <p:sp>
        <p:nvSpPr>
          <p:cNvPr id="2" name="Content Placeholder 3">
            <a:extLst>
              <a:ext uri="{FF2B5EF4-FFF2-40B4-BE49-F238E27FC236}">
                <a16:creationId xmlns:a16="http://schemas.microsoft.com/office/drawing/2014/main" id="{51229EE6-56C6-6B27-CF8C-CC6CB1002E83}"/>
              </a:ext>
            </a:extLst>
          </p:cNvPr>
          <p:cNvSpPr txBox="1">
            <a:spLocks noChangeArrowheads="1"/>
          </p:cNvSpPr>
          <p:nvPr/>
        </p:nvSpPr>
        <p:spPr bwMode="auto">
          <a:xfrm>
            <a:off x="339876" y="4293096"/>
            <a:ext cx="843528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مبادئ الكهرباء الساكنة والتيار المستمر</a:t>
            </a:r>
          </a:p>
          <a:p>
            <a:pPr marL="685800" rtl="1"/>
            <a:r>
              <a:rPr lang="ar" sz="2600" kern="0" dirty="0">
                <a:latin typeface="Sakkal Majalla" panose="02000000000000000000" pitchFamily="2" charset="-78"/>
                <a:cs typeface="Sakkal Majalla" panose="02000000000000000000" pitchFamily="2" charset="-78"/>
              </a:rPr>
              <a:t>نظرية دوائر التيار المستمر</a:t>
            </a:r>
          </a:p>
          <a:p>
            <a:pPr marL="685800" rtl="1"/>
            <a:r>
              <a:rPr lang="ar" sz="2600" kern="0" dirty="0">
                <a:latin typeface="Sakkal Majalla" panose="02000000000000000000" pitchFamily="2" charset="-78"/>
                <a:cs typeface="Sakkal Majalla" panose="02000000000000000000" pitchFamily="2" charset="-78"/>
              </a:rPr>
              <a:t>شبكات التيار المستمر</a:t>
            </a:r>
          </a:p>
        </p:txBody>
      </p:sp>
      <p:sp>
        <p:nvSpPr>
          <p:cNvPr id="3" name="Footer Placeholder 2">
            <a:extLst>
              <a:ext uri="{FF2B5EF4-FFF2-40B4-BE49-F238E27FC236}">
                <a16:creationId xmlns:a16="http://schemas.microsoft.com/office/drawing/2014/main" id="{8142F993-7493-0F10-8128-FF385735DD6A}"/>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276872"/>
                <a:ext cx="8208712" cy="2664296"/>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b="1" dirty="0"/>
                  <a:t>الموصلية الكهربائية</a:t>
                </a:r>
                <a:r>
                  <a:rPr lang="ar" sz="2600" dirty="0"/>
                  <a:t> هي قدرة التيار على المرور عبر مادة.</a:t>
                </a:r>
              </a:p>
              <a:p>
                <a:pPr marL="685800" rtl="1"/>
                <a:r>
                  <a:rPr lang="ar" sz="2600" b="1" dirty="0"/>
                  <a:t>يتدفق التيار التقليدي </a:t>
                </a:r>
                <a:r>
                  <a:rPr lang="ar" sz="2600" dirty="0"/>
                  <a:t>من الأطراف الموجبة إلى السالبة لمصدر الطاقة.</a:t>
                </a:r>
              </a:p>
              <a:p>
                <a:pPr marL="685800" rtl="1"/>
                <a:r>
                  <a:rPr lang="ar" sz="2600" dirty="0"/>
                  <a:t>تدفق الشحن/الإلكترون (</a:t>
                </a:r>
                <a14:m>
                  <m:oMath xmlns:m="http://schemas.openxmlformats.org/officeDocument/2006/math">
                    <m:r>
                      <a:rPr lang="en-GB" altLang="en-US" sz="2600" i="1" dirty="0" smtClean="0">
                        <a:latin typeface="Cambria Math" panose="02040503050406030204" pitchFamily="18" charset="0"/>
                      </a:rPr>
                      <m:t>𝐼</m:t>
                    </m:r>
                    <m:r>
                      <a:rPr lang="en-GB" altLang="en-US" sz="2600" i="1" dirty="0" smtClean="0">
                        <a:latin typeface="Cambria Math" panose="02040503050406030204" pitchFamily="18" charset="0"/>
                      </a:rPr>
                      <m:t> =</m:t>
                    </m:r>
                    <m:f>
                      <m:fPr>
                        <m:ctrlPr>
                          <a:rPr lang="en-GB" altLang="en-US" sz="2600" i="1" dirty="0" smtClean="0">
                            <a:latin typeface="Cambria Math" panose="02040503050406030204" pitchFamily="18" charset="0"/>
                          </a:rPr>
                        </m:ctrlPr>
                      </m:fPr>
                      <m:num>
                        <m:r>
                          <a:rPr lang="en-GB" altLang="en-US" sz="2600" b="0" i="1" dirty="0" smtClean="0">
                            <a:latin typeface="Cambria Math" panose="02040503050406030204" pitchFamily="18" charset="0"/>
                          </a:rPr>
                          <m:t>𝑄</m:t>
                        </m:r>
                      </m:num>
                      <m:den>
                        <m:r>
                          <a:rPr lang="en-GB" altLang="en-US" sz="2600" i="1" dirty="0" smtClean="0">
                            <a:latin typeface="Cambria Math" panose="02040503050406030204" pitchFamily="18" charset="0"/>
                          </a:rPr>
                          <m:t>𝑡</m:t>
                        </m:r>
                      </m:den>
                    </m:f>
                  </m:oMath>
                </a14:m>
                <a:r>
                  <a:rPr lang="ar" sz="2600" dirty="0"/>
                  <a:t>). التيار هو مقدار الشحنة التي تتدفق </a:t>
                </a:r>
                <a:br>
                  <a:rPr lang="en-US" sz="2600" dirty="0"/>
                </a:br>
                <a:r>
                  <a:rPr lang="ar" sz="2600" dirty="0"/>
                  <a:t>في وقت معين.</a:t>
                </a:r>
              </a:p>
              <a:p>
                <a:pPr marL="685800" rtl="1"/>
                <a:r>
                  <a:rPr lang="ar" sz="2600" dirty="0"/>
                  <a:t>الجهد هو مقياس فرق الجهد أو الطاقة الكهربائية بين نقطتين في الدائرة.</a:t>
                </a:r>
              </a:p>
              <a:p>
                <a:pPr marL="685800" rtl="1"/>
                <a:endParaRPr lang="en-GB" altLang="en-US" sz="2600" dirty="0"/>
              </a:p>
            </p:txBody>
          </p:sp>
        </mc:Choice>
        <mc:Fallback xmlns="">
          <p:sp>
            <p:nvSpPr>
              <p:cNvPr id="34819" name="Content Placeholder 3">
                <a:extLst>
                  <a:ext uri="{FF2B5EF4-FFF2-40B4-BE49-F238E27FC236}">
                    <a16:creationId xmlns:a16="http://schemas.microsoft.com/office/drawing/2014/main" id="{453C7683-8588-7ABC-32E0-8A4E68218620}"/>
                  </a:ext>
                </a:extLst>
              </p:cNvPr>
              <p:cNvSpPr>
                <a:spLocks noGrp="1" noRot="1" noChangeAspect="1" noMove="1" noResize="1" noEditPoints="1" noAdjustHandles="1" noChangeArrowheads="1" noChangeShapeType="1" noTextEdit="1"/>
              </p:cNvSpPr>
              <p:nvPr>
                <p:ph sz="half" idx="2"/>
              </p:nvPr>
            </p:nvSpPr>
            <p:spPr bwMode="auto">
              <a:xfrm>
                <a:off x="431134" y="2276872"/>
                <a:ext cx="8208712" cy="2664296"/>
              </a:xfrm>
              <a:blipFill>
                <a:blip r:embed="rId4"/>
                <a:stretch>
                  <a:fillRect t="-3661"/>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(ب1) - مبادئ الكهرباء الساكنة والتيار المستمر (1)</a:t>
            </a:r>
          </a:p>
        </p:txBody>
      </p:sp>
      <p:sp>
        <p:nvSpPr>
          <p:cNvPr id="2" name="Footer Placeholder 2">
            <a:extLst>
              <a:ext uri="{FF2B5EF4-FFF2-40B4-BE49-F238E27FC236}">
                <a16:creationId xmlns:a16="http://schemas.microsoft.com/office/drawing/2014/main" id="{BDFD7604-D2F7-B16C-677D-310D475C4961}"/>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يحدد </a:t>
                </a:r>
                <a:r>
                  <a:rPr lang="ar" sz="2600" b="1" dirty="0"/>
                  <a:t>قانون كولوم</a:t>
                </a:r>
                <a:r>
                  <a:rPr lang="ar" sz="2600" dirty="0"/>
                  <a:t> القوى الكهروستاتيكية للجذب والتنافر بين الجسيمات الكهربائية.</a:t>
                </a:r>
              </a:p>
              <a:p>
                <a:pPr marL="685800" rtl="1"/>
                <a:r>
                  <a:rPr lang="ar" sz="2600" b="1" dirty="0"/>
                  <a:t>شدة المجال الكهربائي</a:t>
                </a:r>
                <a:r>
                  <a:rPr lang="ar" sz="2600" dirty="0"/>
                  <a:t> هي القوة لكل وحدة شحنة تؤثر على جسم موضوع في مجال كهربائي.</a:t>
                </a:r>
              </a:p>
              <a:p>
                <a:pPr marL="685800" rtl="1"/>
                <a:r>
                  <a:rPr lang="ar" sz="2600" dirty="0"/>
                  <a:t>يمكن حساب شدة المجال الكهربائي باستخدام الصيغ:</a:t>
                </a:r>
              </a:p>
              <a:p>
                <a:pPr indent="0" rtl="1">
                  <a:buNone/>
                </a:pPr>
                <a14:m>
                  <m:oMathPara xmlns:m="http://schemas.openxmlformats.org/officeDocument/2006/math">
                    <m:oMathParaPr>
                      <m:jc m:val="centerGroup"/>
                    </m:oMathParaPr>
                    <m:oMath xmlns:m="http://schemas.openxmlformats.org/officeDocument/2006/math">
                      <m:r>
                        <a:rPr lang="en-GB" altLang="en-US" sz="2600" b="0" i="1" dirty="0" smtClean="0">
                          <a:latin typeface="Cambria Math" panose="02040503050406030204" pitchFamily="18" charset="0"/>
                        </a:rPr>
                        <m:t>𝐸</m:t>
                      </m:r>
                      <m:r>
                        <a:rPr lang="en-GB" altLang="en-US" sz="2600" i="1" dirty="0" smtClean="0">
                          <a:latin typeface="Cambria Math" panose="02040503050406030204" pitchFamily="18" charset="0"/>
                        </a:rPr>
                        <m:t>=</m:t>
                      </m:r>
                      <m:f>
                        <m:fPr>
                          <m:ctrlPr>
                            <a:rPr lang="en-GB" altLang="en-US" sz="2600" i="1" dirty="0" smtClean="0">
                              <a:latin typeface="Cambria Math" panose="02040503050406030204" pitchFamily="18" charset="0"/>
                            </a:rPr>
                          </m:ctrlPr>
                        </m:fPr>
                        <m:num>
                          <m:r>
                            <a:rPr lang="en-GB" altLang="en-US" sz="2600" b="0" i="1" dirty="0" smtClean="0">
                              <a:latin typeface="Cambria Math" panose="02040503050406030204" pitchFamily="18" charset="0"/>
                            </a:rPr>
                            <m:t>𝐹</m:t>
                          </m:r>
                        </m:num>
                        <m:den>
                          <m:r>
                            <a:rPr lang="en-GB" altLang="en-US" sz="2600" b="0" i="1" dirty="0" smtClean="0">
                              <a:latin typeface="Cambria Math" panose="02040503050406030204" pitchFamily="18" charset="0"/>
                            </a:rPr>
                            <m:t>𝑞</m:t>
                          </m:r>
                        </m:den>
                      </m:f>
                      <m:r>
                        <a:rPr lang="en-GB" altLang="en-US" sz="2600" b="0" i="1" dirty="0" smtClean="0">
                          <a:latin typeface="Cambria Math" panose="02040503050406030204" pitchFamily="18" charset="0"/>
                        </a:rPr>
                        <m:t> </m:t>
                      </m:r>
                      <m:r>
                        <a:rPr lang="en-GB" altLang="en-US" sz="2600" b="0" i="1" dirty="0" smtClean="0">
                          <a:latin typeface="Cambria Math" panose="02040503050406030204" pitchFamily="18" charset="0"/>
                        </a:rPr>
                        <m:t>أو</m:t>
                      </m:r>
                      <m:r>
                        <a:rPr lang="en-GB" altLang="en-US" sz="2600" b="0" i="1" dirty="0" smtClean="0">
                          <a:latin typeface="Cambria Math" panose="02040503050406030204" pitchFamily="18" charset="0"/>
                        </a:rPr>
                        <m:t> </m:t>
                      </m:r>
                      <m:r>
                        <a:rPr lang="en-GB" altLang="en-US" sz="2600" b="0" i="1" dirty="0" smtClean="0">
                          <a:latin typeface="Cambria Math" panose="02040503050406030204" pitchFamily="18" charset="0"/>
                        </a:rPr>
                        <m:t>𝐸</m:t>
                      </m:r>
                      <m:r>
                        <a:rPr lang="en-GB" altLang="en-US" sz="2600" b="0" i="1" dirty="0" smtClean="0">
                          <a:latin typeface="Cambria Math" panose="02040503050406030204" pitchFamily="18" charset="0"/>
                        </a:rPr>
                        <m:t>=</m:t>
                      </m:r>
                      <m:r>
                        <a:rPr lang="en-GB" altLang="en-US" sz="2600" b="0" i="1" dirty="0" smtClean="0">
                          <a:latin typeface="Cambria Math" panose="02040503050406030204" pitchFamily="18" charset="0"/>
                        </a:rPr>
                        <m:t>𝑣</m:t>
                      </m:r>
                      <m:r>
                        <a:rPr lang="en-GB" altLang="en-US" sz="2600" b="0" i="1" dirty="0" smtClean="0">
                          <a:latin typeface="Cambria Math" panose="02040503050406030204" pitchFamily="18" charset="0"/>
                        </a:rPr>
                        <m:t>/</m:t>
                      </m:r>
                      <m:r>
                        <a:rPr lang="en-GB" altLang="en-US" sz="2600" b="0" i="1" dirty="0" smtClean="0">
                          <a:latin typeface="Cambria Math" panose="02040503050406030204" pitchFamily="18" charset="0"/>
                        </a:rPr>
                        <m:t>𝑑</m:t>
                      </m:r>
                    </m:oMath>
                  </m:oMathPara>
                </a14:m>
                <a:endParaRPr lang="en-GB" altLang="en-US" sz="2600" dirty="0"/>
              </a:p>
            </p:txBody>
          </p:sp>
        </mc:Choice>
        <mc:Fallback xmlns="">
          <p:sp>
            <p:nvSpPr>
              <p:cNvPr id="34819" name="Content Placeholder 3">
                <a:extLst>
                  <a:ext uri="{FF2B5EF4-FFF2-40B4-BE49-F238E27FC236}">
                    <a16:creationId xmlns:a16="http://schemas.microsoft.com/office/drawing/2014/main" id="{453C7683-8588-7ABC-32E0-8A4E68218620}"/>
                  </a:ext>
                </a:extLst>
              </p:cNvPr>
              <p:cNvSpPr>
                <a:spLocks noGrp="1" noRot="1" noChangeAspect="1" noMove="1" noResize="1" noEditPoints="1" noAdjustHandles="1" noChangeArrowheads="1" noChangeShapeType="1" noTextEdit="1"/>
              </p:cNvSpPr>
              <p:nvPr>
                <p:ph sz="half" idx="2"/>
              </p:nvPr>
            </p:nvSpPr>
            <p:spPr bwMode="auto">
              <a:xfrm>
                <a:off x="431134" y="2780928"/>
                <a:ext cx="8208712" cy="2664296"/>
              </a:xfrm>
              <a:blipFill>
                <a:blip r:embed="rId4"/>
                <a:stretch>
                  <a:fillRect t="-3661" b="-12586"/>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مبادئ الكهرباء الساكنة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والتيار المستمر (2)</a:t>
            </a:r>
          </a:p>
        </p:txBody>
      </p:sp>
      <p:sp>
        <p:nvSpPr>
          <p:cNvPr id="2" name="Footer Placeholder 2">
            <a:extLst>
              <a:ext uri="{FF2B5EF4-FFF2-40B4-BE49-F238E27FC236}">
                <a16:creationId xmlns:a16="http://schemas.microsoft.com/office/drawing/2014/main" id="{669D4D97-BAD3-158B-33D4-AFE080336360}"/>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505692108"/>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55976" y="1999455"/>
            <a:ext cx="453650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تُستخدم </a:t>
            </a:r>
            <a:r>
              <a:rPr lang="ar" sz="2600" b="1" dirty="0"/>
              <a:t>المقاومات</a:t>
            </a:r>
            <a:r>
              <a:rPr lang="ar" sz="2600" dirty="0"/>
              <a:t> للتحكم في تدفق التيار في الدوائر. وتُستخدم لحماية مكونات المادة الأخرى.</a:t>
            </a:r>
          </a:p>
          <a:p>
            <a:pPr indent="0" rtl="1">
              <a:buNone/>
            </a:pPr>
            <a:r>
              <a:rPr lang="ar" sz="2600" dirty="0"/>
              <a:t>يمكن أن تكون المقاومات ذات قيمة </a:t>
            </a:r>
            <a:r>
              <a:rPr lang="ar" sz="2600" b="1" dirty="0"/>
              <a:t>ثابتة</a:t>
            </a:r>
            <a:r>
              <a:rPr lang="ar" sz="2600" dirty="0"/>
              <a:t> أو </a:t>
            </a:r>
            <a:r>
              <a:rPr lang="ar" sz="2600" b="1" dirty="0"/>
              <a:t>متغيرة</a:t>
            </a:r>
            <a:r>
              <a:rPr lang="ar" sz="2600" dirty="0"/>
              <a:t>. </a:t>
            </a:r>
          </a:p>
          <a:p>
            <a:pPr indent="0" rtl="1">
              <a:buNone/>
            </a:pPr>
            <a:r>
              <a:rPr lang="ar" sz="2600" dirty="0"/>
              <a:t>يمكن ضبط المقاوم المتغير لتقليل تدفق التيار أو زيادته، على سبيل المثال لتغيير مستوى الصوت أو سطوع المصباح.</a:t>
            </a:r>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المقاومات</a:t>
            </a:r>
          </a:p>
        </p:txBody>
      </p:sp>
      <p:sp>
        <p:nvSpPr>
          <p:cNvPr id="3" name="Rectangle 2">
            <a:extLst>
              <a:ext uri="{FF2B5EF4-FFF2-40B4-BE49-F238E27FC236}">
                <a16:creationId xmlns:a16="http://schemas.microsoft.com/office/drawing/2014/main" id="{6F11927F-0743-78E8-F271-A475350F852D}"/>
              </a:ext>
            </a:extLst>
          </p:cNvPr>
          <p:cNvSpPr/>
          <p:nvPr/>
        </p:nvSpPr>
        <p:spPr>
          <a:xfrm>
            <a:off x="497428" y="1988840"/>
            <a:ext cx="3372133" cy="45365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a:p>
        </p:txBody>
      </p:sp>
      <p:sp>
        <p:nvSpPr>
          <p:cNvPr id="2" name="TextBox 1">
            <a:extLst>
              <a:ext uri="{FF2B5EF4-FFF2-40B4-BE49-F238E27FC236}">
                <a16:creationId xmlns:a16="http://schemas.microsoft.com/office/drawing/2014/main" id="{F1AF235D-F172-C520-F6F5-759429B42C8D}"/>
              </a:ext>
            </a:extLst>
          </p:cNvPr>
          <p:cNvSpPr txBox="1"/>
          <p:nvPr/>
        </p:nvSpPr>
        <p:spPr>
          <a:xfrm>
            <a:off x="497428" y="3870351"/>
            <a:ext cx="3372133" cy="1785104"/>
          </a:xfrm>
          <a:prstGeom prst="rect">
            <a:avLst/>
          </a:prstGeom>
          <a:noFill/>
        </p:spPr>
        <p:txBody>
          <a:bodyPr wrap="square" rtlCol="1">
            <a:spAutoFit/>
          </a:bodyPr>
          <a:lstStyle/>
          <a:p>
            <a:pPr algn="ctr" rtl="1"/>
            <a:r>
              <a:rPr lang="ar" sz="2200" dirty="0">
                <a:latin typeface="Sakkal Majalla" panose="02000000000000000000" pitchFamily="2" charset="-78"/>
                <a:cs typeface="Sakkal Majalla" panose="02000000000000000000" pitchFamily="2" charset="-78"/>
              </a:rPr>
              <a:t>وتتميز مقاومات القيمة الثابتة برمز </a:t>
            </a:r>
            <a:br>
              <a:rPr lang="en-US" sz="2200" dirty="0">
                <a:latin typeface="Sakkal Majalla" panose="02000000000000000000" pitchFamily="2" charset="-78"/>
                <a:cs typeface="Sakkal Majalla" panose="02000000000000000000" pitchFamily="2" charset="-78"/>
              </a:rPr>
            </a:br>
            <a:r>
              <a:rPr lang="ar" sz="2200" dirty="0">
                <a:latin typeface="Sakkal Majalla" panose="02000000000000000000" pitchFamily="2" charset="-78"/>
                <a:cs typeface="Sakkal Majalla" panose="02000000000000000000" pitchFamily="2" charset="-78"/>
              </a:rPr>
              <a:t>لوني يشير إلى قيمتها. وتتوفر المقاومات </a:t>
            </a:r>
            <a:br>
              <a:rPr lang="en-US" sz="2200" dirty="0">
                <a:latin typeface="Sakkal Majalla" panose="02000000000000000000" pitchFamily="2" charset="-78"/>
                <a:cs typeface="Sakkal Majalla" panose="02000000000000000000" pitchFamily="2" charset="-78"/>
              </a:rPr>
            </a:br>
            <a:r>
              <a:rPr lang="ar" sz="2200" dirty="0">
                <a:latin typeface="Sakkal Majalla" panose="02000000000000000000" pitchFamily="2" charset="-78"/>
                <a:cs typeface="Sakkal Majalla" panose="02000000000000000000" pitchFamily="2" charset="-78"/>
              </a:rPr>
              <a:t>بقيم مقاومة قياسية.</a:t>
            </a:r>
          </a:p>
          <a:p>
            <a:pPr algn="ctr" rtl="1"/>
            <a:endParaRPr lang="en-GB" sz="2200" dirty="0">
              <a:latin typeface="Sakkal Majalla" panose="02000000000000000000" pitchFamily="2" charset="-78"/>
              <a:cs typeface="Sakkal Majalla" panose="02000000000000000000" pitchFamily="2" charset="-78"/>
            </a:endParaRPr>
          </a:p>
          <a:p>
            <a:pPr algn="ctr" rtl="1"/>
            <a:r>
              <a:rPr lang="ar" sz="2200" dirty="0">
                <a:latin typeface="Sakkal Majalla" panose="02000000000000000000" pitchFamily="2" charset="-78"/>
                <a:cs typeface="Sakkal Majalla" panose="02000000000000000000" pitchFamily="2" charset="-78"/>
              </a:rPr>
              <a:t>تقاس المقاومة بالأوم (</a:t>
            </a:r>
            <a:r>
              <a:rPr lang="ar" sz="2200" dirty="0">
                <a:latin typeface="Calibri" panose="020F0502020204030204" pitchFamily="34" charset="0"/>
                <a:ea typeface="Calibri" panose="020F0502020204030204" pitchFamily="34" charset="0"/>
                <a:cs typeface="Calibri" panose="020F0502020204030204" pitchFamily="34" charset="0"/>
              </a:rPr>
              <a:t>Ω)</a:t>
            </a:r>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DE9D932-1B43-3108-9644-1E6C802D3A95}"/>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5" name="Picture 4" descr="A group of resistors on a white background&#10;&#10;Description automatically generated">
            <a:extLst>
              <a:ext uri="{FF2B5EF4-FFF2-40B4-BE49-F238E27FC236}">
                <a16:creationId xmlns:a16="http://schemas.microsoft.com/office/drawing/2014/main" id="{BDA63809-5D4C-A5DB-B771-B63589CCA42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6926" y="2204864"/>
            <a:ext cx="2533136" cy="1721971"/>
          </a:xfrm>
          <a:prstGeom prst="rect">
            <a:avLst/>
          </a:prstGeom>
        </p:spPr>
      </p:pic>
    </p:spTree>
    <p:extLst>
      <p:ext uri="{BB962C8B-B14F-4D97-AF65-F5344CB8AC3E}">
        <p14:creationId xmlns:p14="http://schemas.microsoft.com/office/powerpoint/2010/main" val="1086155408"/>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844452"/>
            <a:ext cx="8784976" cy="29166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يمكن أن تتأثر </a:t>
            </a:r>
            <a:r>
              <a:rPr lang="ar" sz="2600" b="1" dirty="0"/>
              <a:t>المقاومة</a:t>
            </a:r>
            <a:r>
              <a:rPr lang="ar" sz="2600" dirty="0"/>
              <a:t> بالعوامل التالية:</a:t>
            </a:r>
          </a:p>
          <a:p>
            <a:pPr marL="685800" rtl="1"/>
            <a:r>
              <a:rPr lang="ar" sz="2600" b="1" dirty="0"/>
              <a:t>طول الموصل</a:t>
            </a:r>
            <a:r>
              <a:rPr lang="ar" sz="2600" dirty="0"/>
              <a:t> - زيادة طول الموصل ستزيد من مقاومته.</a:t>
            </a:r>
          </a:p>
          <a:p>
            <a:pPr marL="685800" rtl="1"/>
            <a:r>
              <a:rPr lang="ar" sz="2600" b="1" dirty="0"/>
              <a:t>مساحة المقطع العرضي</a:t>
            </a:r>
            <a:r>
              <a:rPr lang="ar" sz="2600" dirty="0"/>
              <a:t> - تؤدي زيادة مساحة المقطع العرضي إلى تقليل المقاومة.</a:t>
            </a:r>
          </a:p>
          <a:p>
            <a:pPr marL="685800" rtl="1"/>
            <a:r>
              <a:rPr lang="ar" sz="2600" dirty="0"/>
              <a:t>تختلف </a:t>
            </a:r>
            <a:r>
              <a:rPr lang="ar" sz="2600" b="1" dirty="0"/>
              <a:t>المقاومية</a:t>
            </a:r>
            <a:r>
              <a:rPr lang="ar" sz="2600" dirty="0"/>
              <a:t> باختلاف المواد. تعمل المادة ذات المقاومية المنخفضة على توصيل الكهرباء بشكل أفضل من تلك ذات المقاومية العالية.</a:t>
            </a:r>
          </a:p>
          <a:p>
            <a:pPr marL="685800" rtl="1"/>
            <a:r>
              <a:rPr lang="ar" sz="2600" b="1" dirty="0"/>
              <a:t>معامل درجة الحرارة للمقاومة</a:t>
            </a:r>
            <a:r>
              <a:rPr lang="ar" sz="2600" dirty="0"/>
              <a:t> هو المعدل الذي تتغير فيه مقاومة المادة لكل درجة واحدة من تغير درجة الحرارة. </a:t>
            </a:r>
            <a:endParaRPr lang="en-GB" altLang="en-US" sz="2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المقاومة</a:t>
            </a:r>
          </a:p>
        </p:txBody>
      </p:sp>
      <p:sp>
        <p:nvSpPr>
          <p:cNvPr id="2" name="Footer Placeholder 2">
            <a:extLst>
              <a:ext uri="{FF2B5EF4-FFF2-40B4-BE49-F238E27FC236}">
                <a16:creationId xmlns:a16="http://schemas.microsoft.com/office/drawing/2014/main" id="{7ECD7586-F5B4-6FD8-14B4-F022D0BB5BE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728945944"/>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55976" y="1844824"/>
            <a:ext cx="453650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تُستخدم </a:t>
            </a:r>
            <a:r>
              <a:rPr lang="ar" sz="2600" b="1" dirty="0"/>
              <a:t>المكثفات</a:t>
            </a:r>
            <a:r>
              <a:rPr lang="ar" sz="2600" dirty="0"/>
              <a:t> لتخزين الشحنة الكهربائية.</a:t>
            </a:r>
          </a:p>
          <a:p>
            <a:pPr indent="0" rtl="1">
              <a:buNone/>
            </a:pPr>
            <a:r>
              <a:rPr lang="ar" sz="2600" dirty="0"/>
              <a:t>تحتوي المكثفات على ألواح مفصولة بمادة عازلة.</a:t>
            </a:r>
          </a:p>
          <a:p>
            <a:pPr indent="0" rtl="1">
              <a:buNone/>
            </a:pPr>
            <a:r>
              <a:rPr lang="ar" sz="2600" dirty="0"/>
              <a:t>وتؤثر المسافة بين الألواح على السعة، وكذلك مساحة الألواح والمواد العازلة المستخدمة. تعتمد كمية الشحنة المخزنة على نفاذية العازل.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المكثفات</a:t>
            </a:r>
          </a:p>
        </p:txBody>
      </p:sp>
      <p:sp>
        <p:nvSpPr>
          <p:cNvPr id="3" name="Rectangle 2">
            <a:extLst>
              <a:ext uri="{FF2B5EF4-FFF2-40B4-BE49-F238E27FC236}">
                <a16:creationId xmlns:a16="http://schemas.microsoft.com/office/drawing/2014/main" id="{6F11927F-0743-78E8-F271-A475350F852D}"/>
              </a:ext>
            </a:extLst>
          </p:cNvPr>
          <p:cNvSpPr/>
          <p:nvPr/>
        </p:nvSpPr>
        <p:spPr>
          <a:xfrm>
            <a:off x="497428" y="1844824"/>
            <a:ext cx="3372133" cy="47438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endParaRPr lang="en-GB"/>
          </a:p>
        </p:txBody>
      </p:sp>
      <p:sp>
        <p:nvSpPr>
          <p:cNvPr id="2" name="TextBox 1">
            <a:extLst>
              <a:ext uri="{FF2B5EF4-FFF2-40B4-BE49-F238E27FC236}">
                <a16:creationId xmlns:a16="http://schemas.microsoft.com/office/drawing/2014/main" id="{F1AF235D-F172-C520-F6F5-759429B42C8D}"/>
              </a:ext>
            </a:extLst>
          </p:cNvPr>
          <p:cNvSpPr txBox="1"/>
          <p:nvPr/>
        </p:nvSpPr>
        <p:spPr>
          <a:xfrm>
            <a:off x="497428" y="3726336"/>
            <a:ext cx="3372133" cy="2123658"/>
          </a:xfrm>
          <a:prstGeom prst="rect">
            <a:avLst/>
          </a:prstGeom>
          <a:noFill/>
        </p:spPr>
        <p:txBody>
          <a:bodyPr wrap="square" rtlCol="1">
            <a:spAutoFit/>
          </a:bodyPr>
          <a:lstStyle/>
          <a:p>
            <a:pPr algn="ctr" rtl="1"/>
            <a:r>
              <a:rPr lang="ar" sz="2200" dirty="0">
                <a:latin typeface="Sakkal Majalla" panose="02000000000000000000" pitchFamily="2" charset="-78"/>
                <a:cs typeface="Sakkal Majalla" panose="02000000000000000000" pitchFamily="2" charset="-78"/>
              </a:rPr>
              <a:t>وتزداد سعة المكثف حسب المادة العازلة المستخدمة.</a:t>
            </a:r>
          </a:p>
          <a:p>
            <a:pPr algn="ctr" rtl="1"/>
            <a:r>
              <a:rPr lang="ar" sz="2200" dirty="0">
                <a:latin typeface="Sakkal Majalla" panose="02000000000000000000" pitchFamily="2" charset="-78"/>
                <a:cs typeface="Sakkal Majalla" panose="02000000000000000000" pitchFamily="2" charset="-78"/>
              </a:rPr>
              <a:t>تشمل هذه المواد الميكا والسيراميك والورق والرقائق والهواء وأكاسيد المعادن.</a:t>
            </a:r>
          </a:p>
          <a:p>
            <a:pPr algn="ctr" rtl="1"/>
            <a:endParaRPr lang="en-GB" sz="2200" dirty="0">
              <a:latin typeface="Sakkal Majalla" panose="02000000000000000000" pitchFamily="2" charset="-78"/>
              <a:cs typeface="Sakkal Majalla" panose="02000000000000000000" pitchFamily="2" charset="-78"/>
            </a:endParaRPr>
          </a:p>
          <a:p>
            <a:pPr algn="ctr" rtl="1"/>
            <a:r>
              <a:rPr lang="ar" sz="2200" dirty="0">
                <a:latin typeface="Sakkal Majalla" panose="02000000000000000000" pitchFamily="2" charset="-78"/>
                <a:cs typeface="Sakkal Majalla" panose="02000000000000000000" pitchFamily="2" charset="-78"/>
              </a:rPr>
              <a:t>يتم قياس السعة بالفاراد (F</a:t>
            </a:r>
            <a:r>
              <a:rPr lang="ar" sz="2200" dirty="0">
                <a:latin typeface="Calibri" panose="020F0502020204030204" pitchFamily="34" charset="0"/>
                <a:ea typeface="Calibri" panose="020F0502020204030204" pitchFamily="34" charset="0"/>
                <a:cs typeface="Calibri" panose="020F0502020204030204" pitchFamily="34" charset="0"/>
              </a:rPr>
              <a:t>)</a:t>
            </a:r>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AB2D0280-702D-AF34-AED3-34C73A3DCFF2}"/>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5" name="Picture 4" descr="A group of different electronic components&#10;&#10;Description automatically generated">
            <a:extLst>
              <a:ext uri="{FF2B5EF4-FFF2-40B4-BE49-F238E27FC236}">
                <a16:creationId xmlns:a16="http://schemas.microsoft.com/office/drawing/2014/main" id="{38FD9730-16C3-DC2D-8618-8E5EA2AD4CD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71600" y="1999091"/>
            <a:ext cx="2376264" cy="1714186"/>
          </a:xfrm>
          <a:prstGeom prst="rect">
            <a:avLst/>
          </a:prstGeom>
        </p:spPr>
      </p:pic>
    </p:spTree>
    <p:extLst>
      <p:ext uri="{BB962C8B-B14F-4D97-AF65-F5344CB8AC3E}">
        <p14:creationId xmlns:p14="http://schemas.microsoft.com/office/powerpoint/2010/main" val="1057398703"/>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square object&#10;&#10;Description automatically generated">
            <a:extLst>
              <a:ext uri="{FF2B5EF4-FFF2-40B4-BE49-F238E27FC236}">
                <a16:creationId xmlns:a16="http://schemas.microsoft.com/office/drawing/2014/main" id="{0B8B255E-6311-AD5E-DBD2-CF64546237C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356874" y="2806690"/>
            <a:ext cx="4280456" cy="3078558"/>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2096852"/>
            <a:ext cx="835292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t>تتأثر </a:t>
            </a:r>
            <a:r>
              <a:rPr lang="ar" sz="2600" b="1" dirty="0"/>
              <a:t>السعة الكهربائية</a:t>
            </a:r>
            <a:r>
              <a:rPr lang="ar" sz="2600" dirty="0"/>
              <a:t> بالعوامل التالية:</a:t>
            </a:r>
          </a:p>
          <a:p>
            <a:pPr indent="0" rtl="1">
              <a:buNone/>
            </a:pPr>
            <a:r>
              <a:rPr lang="ar" sz="2600" dirty="0"/>
              <a:t>- مساحة اللوحة</a:t>
            </a:r>
          </a:p>
          <a:p>
            <a:pPr indent="0" rtl="1">
              <a:buNone/>
            </a:pPr>
            <a:r>
              <a:rPr lang="ar" sz="2600" dirty="0"/>
              <a:t>- تباعد الألواح</a:t>
            </a:r>
          </a:p>
          <a:p>
            <a:pPr indent="0" rtl="1">
              <a:buNone/>
            </a:pPr>
            <a:r>
              <a:rPr lang="ar" sz="2600" dirty="0"/>
              <a:t>- المادة العازلة</a:t>
            </a:r>
          </a:p>
          <a:p>
            <a:pPr indent="0" rtl="1">
              <a:buNone/>
            </a:pPr>
            <a:r>
              <a:rPr lang="ar" sz="2600" dirty="0"/>
              <a:t>- النفاذية</a:t>
            </a:r>
          </a:p>
          <a:p>
            <a:pPr indent="0" rtl="1">
              <a:buNone/>
            </a:pPr>
            <a:r>
              <a:rPr lang="ar" sz="2600" dirty="0"/>
              <a:t>- كثافة التدفق</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السعة الكهربائية</a:t>
            </a:r>
          </a:p>
        </p:txBody>
      </p:sp>
      <p:cxnSp>
        <p:nvCxnSpPr>
          <p:cNvPr id="8" name="Straight Arrow Connector 7">
            <a:extLst>
              <a:ext uri="{FF2B5EF4-FFF2-40B4-BE49-F238E27FC236}">
                <a16:creationId xmlns:a16="http://schemas.microsoft.com/office/drawing/2014/main" id="{A16DD8F1-EC12-3952-09B9-0557F3DC8F82}"/>
              </a:ext>
            </a:extLst>
          </p:cNvPr>
          <p:cNvCxnSpPr/>
          <p:nvPr/>
        </p:nvCxnSpPr>
        <p:spPr>
          <a:xfrm>
            <a:off x="3467071" y="3359114"/>
            <a:ext cx="360040" cy="144016"/>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A71A945-386C-EF23-DC26-3CAF7F171266}"/>
              </a:ext>
            </a:extLst>
          </p:cNvPr>
          <p:cNvSpPr txBox="1"/>
          <p:nvPr/>
        </p:nvSpPr>
        <p:spPr>
          <a:xfrm>
            <a:off x="3707904" y="3212976"/>
            <a:ext cx="694422" cy="261610"/>
          </a:xfrm>
          <a:prstGeom prst="rect">
            <a:avLst/>
          </a:prstGeom>
          <a:noFill/>
        </p:spPr>
        <p:txBody>
          <a:bodyPr wrap="none" rtlCol="1">
            <a:spAutoFit/>
          </a:bodyPr>
          <a:lstStyle/>
          <a:p>
            <a:pPr rtl="1"/>
            <a:r>
              <a:rPr lang="ar" sz="1100" dirty="0">
                <a:latin typeface="Sakkal Majalla" panose="02000000000000000000" pitchFamily="2" charset="-78"/>
                <a:cs typeface="Sakkal Majalla" panose="02000000000000000000" pitchFamily="2" charset="-78"/>
              </a:rPr>
              <a:t>تباعد الألواح</a:t>
            </a:r>
          </a:p>
        </p:txBody>
      </p:sp>
      <p:sp>
        <p:nvSpPr>
          <p:cNvPr id="2" name="Rectangle 1">
            <a:extLst>
              <a:ext uri="{FF2B5EF4-FFF2-40B4-BE49-F238E27FC236}">
                <a16:creationId xmlns:a16="http://schemas.microsoft.com/office/drawing/2014/main" id="{45AD8A2C-755A-7713-05B7-D5ED5431D571}"/>
              </a:ext>
            </a:extLst>
          </p:cNvPr>
          <p:cNvSpPr/>
          <p:nvPr/>
        </p:nvSpPr>
        <p:spPr>
          <a:xfrm>
            <a:off x="1523239" y="4594804"/>
            <a:ext cx="341376" cy="316992"/>
          </a:xfrm>
          <a:prstGeom prst="rect">
            <a:avLst/>
          </a:prstGeom>
          <a:solidFill>
            <a:srgbClr val="FFFFFF"/>
          </a:solidFill>
        </p:spPr>
        <p:txBody>
          <a:bodyPr lIns="0" tIns="0" rIns="0" bIns="0" rtlCol="1">
            <a:noAutofit/>
          </a:bodyPr>
          <a:lstStyle/>
          <a:p>
            <a:pPr indent="0" algn="ctr" rtl="1">
              <a:lnSpc>
                <a:spcPct val="115000"/>
              </a:lnSpc>
            </a:pPr>
            <a:r>
              <a:rPr lang="ar" sz="1100" dirty="0">
                <a:solidFill>
                  <a:srgbClr val="1F2123"/>
                </a:solidFill>
                <a:latin typeface="Sakkal Majalla" panose="02000000000000000000" pitchFamily="2" charset="-78"/>
                <a:cs typeface="Sakkal Majalla" panose="02000000000000000000" pitchFamily="2" charset="-78"/>
              </a:rPr>
              <a:t>لوحات معدنية</a:t>
            </a:r>
          </a:p>
        </p:txBody>
      </p:sp>
      <p:sp>
        <p:nvSpPr>
          <p:cNvPr id="3" name="Rectangle 2">
            <a:extLst>
              <a:ext uri="{FF2B5EF4-FFF2-40B4-BE49-F238E27FC236}">
                <a16:creationId xmlns:a16="http://schemas.microsoft.com/office/drawing/2014/main" id="{5E9C8C05-B9DD-7CE7-4DE9-839B001C6860}"/>
              </a:ext>
            </a:extLst>
          </p:cNvPr>
          <p:cNvSpPr/>
          <p:nvPr/>
        </p:nvSpPr>
        <p:spPr>
          <a:xfrm>
            <a:off x="3827111" y="4162317"/>
            <a:ext cx="445008" cy="329184"/>
          </a:xfrm>
          <a:prstGeom prst="rect">
            <a:avLst/>
          </a:prstGeom>
          <a:solidFill>
            <a:srgbClr val="FFFFFF"/>
          </a:solidFill>
        </p:spPr>
        <p:txBody>
          <a:bodyPr lIns="0" tIns="0" rIns="0" bIns="0" rtlCol="1">
            <a:noAutofit/>
          </a:bodyPr>
          <a:lstStyle/>
          <a:p>
            <a:pPr indent="0" algn="ctr" rtl="1">
              <a:lnSpc>
                <a:spcPct val="110000"/>
              </a:lnSpc>
            </a:pPr>
            <a:r>
              <a:rPr lang="ar" sz="1100">
                <a:solidFill>
                  <a:srgbClr val="1F2123"/>
                </a:solidFill>
                <a:latin typeface="Sakkal Majalla" panose="02000000000000000000" pitchFamily="2" charset="-78"/>
                <a:cs typeface="Sakkal Majalla" panose="02000000000000000000" pitchFamily="2" charset="-78"/>
              </a:rPr>
              <a:t>طرف توصيل باللوحات</a:t>
            </a:r>
          </a:p>
        </p:txBody>
      </p:sp>
      <p:sp>
        <p:nvSpPr>
          <p:cNvPr id="4" name="Rectangle 3">
            <a:extLst>
              <a:ext uri="{FF2B5EF4-FFF2-40B4-BE49-F238E27FC236}">
                <a16:creationId xmlns:a16="http://schemas.microsoft.com/office/drawing/2014/main" id="{99883ABA-B091-BDCB-0654-04CFB0D5D536}"/>
              </a:ext>
            </a:extLst>
          </p:cNvPr>
          <p:cNvSpPr/>
          <p:nvPr/>
        </p:nvSpPr>
        <p:spPr>
          <a:xfrm>
            <a:off x="1356874" y="4257577"/>
            <a:ext cx="554736" cy="176784"/>
          </a:xfrm>
          <a:prstGeom prst="rect">
            <a:avLst/>
          </a:prstGeom>
          <a:solidFill>
            <a:srgbClr val="FFFFFF"/>
          </a:solidFill>
        </p:spPr>
        <p:txBody>
          <a:bodyPr wrap="none" lIns="0" tIns="0" rIns="0" bIns="0" rtlCol="1">
            <a:noAutofit/>
          </a:bodyPr>
          <a:lstStyle/>
          <a:p>
            <a:pPr indent="0" rtl="1"/>
            <a:r>
              <a:rPr lang="ar" sz="1100" dirty="0">
                <a:solidFill>
                  <a:srgbClr val="1F2123"/>
                </a:solidFill>
                <a:latin typeface="Sakkal Majalla" panose="02000000000000000000" pitchFamily="2" charset="-78"/>
                <a:cs typeface="Sakkal Majalla" panose="02000000000000000000" pitchFamily="2" charset="-78"/>
              </a:rPr>
              <a:t>عازل كهربائي</a:t>
            </a:r>
          </a:p>
        </p:txBody>
      </p:sp>
      <p:sp>
        <p:nvSpPr>
          <p:cNvPr id="5" name="Rectangle 4">
            <a:extLst>
              <a:ext uri="{FF2B5EF4-FFF2-40B4-BE49-F238E27FC236}">
                <a16:creationId xmlns:a16="http://schemas.microsoft.com/office/drawing/2014/main" id="{A36DC4E0-D60C-4911-8F78-5774ADCABF36}"/>
              </a:ext>
            </a:extLst>
          </p:cNvPr>
          <p:cNvSpPr/>
          <p:nvPr/>
        </p:nvSpPr>
        <p:spPr>
          <a:xfrm>
            <a:off x="1306831" y="3540177"/>
            <a:ext cx="432816" cy="487680"/>
          </a:xfrm>
          <a:prstGeom prst="rect">
            <a:avLst/>
          </a:prstGeom>
          <a:solidFill>
            <a:srgbClr val="FFFFFF"/>
          </a:solidFill>
        </p:spPr>
        <p:txBody>
          <a:bodyPr lIns="0" tIns="0" rIns="0" bIns="0" rtlCol="1">
            <a:noAutofit/>
          </a:bodyPr>
          <a:lstStyle/>
          <a:p>
            <a:pPr indent="0" algn="r" rtl="1">
              <a:lnSpc>
                <a:spcPct val="112000"/>
              </a:lnSpc>
            </a:pPr>
            <a:r>
              <a:rPr lang="ar" sz="1100" dirty="0">
                <a:solidFill>
                  <a:srgbClr val="1F2123"/>
                </a:solidFill>
                <a:latin typeface="Sakkal Majalla" panose="02000000000000000000" pitchFamily="2" charset="-78"/>
                <a:cs typeface="Sakkal Majalla" panose="02000000000000000000" pitchFamily="2" charset="-78"/>
              </a:rPr>
              <a:t>طرف توصيل باللوحات</a:t>
            </a:r>
          </a:p>
        </p:txBody>
      </p:sp>
      <p:sp>
        <p:nvSpPr>
          <p:cNvPr id="6" name="Footer Placeholder 2">
            <a:extLst>
              <a:ext uri="{FF2B5EF4-FFF2-40B4-BE49-F238E27FC236}">
                <a16:creationId xmlns:a16="http://schemas.microsoft.com/office/drawing/2014/main" id="{9B000906-4DDE-5D14-6466-B6FD40E92F8B}"/>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438620848"/>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483768" y="4138208"/>
                <a:ext cx="5904656" cy="2664296"/>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b="1" dirty="0"/>
                  <a:t>قانون أوم </a:t>
                </a:r>
                <a14:m>
                  <m:oMath xmlns:m="http://schemas.openxmlformats.org/officeDocument/2006/math">
                    <m:r>
                      <a:rPr lang="pt-BR" altLang="en-US" sz="2600" b="1" i="1" dirty="0" smtClean="0">
                        <a:latin typeface="Cambria Math" panose="02040503050406030204" pitchFamily="18" charset="0"/>
                      </a:rPr>
                      <m:t>𝑰</m:t>
                    </m:r>
                    <m:r>
                      <a:rPr lang="pt-BR" altLang="en-US" sz="2600" b="1" i="1" dirty="0" smtClean="0">
                        <a:latin typeface="Cambria Math" panose="02040503050406030204" pitchFamily="18" charset="0"/>
                      </a:rPr>
                      <m:t> =</m:t>
                    </m:r>
                    <m:f>
                      <m:fPr>
                        <m:ctrlPr>
                          <a:rPr lang="pt-BR" altLang="en-US" sz="2600" b="1" i="1" dirty="0" smtClean="0">
                            <a:latin typeface="Cambria Math" panose="02040503050406030204" pitchFamily="18" charset="0"/>
                          </a:rPr>
                        </m:ctrlPr>
                      </m:fPr>
                      <m:num>
                        <m:r>
                          <a:rPr lang="pt-BR" altLang="en-US" sz="2600" b="1" i="1" dirty="0" smtClean="0">
                            <a:latin typeface="Cambria Math" panose="02040503050406030204" pitchFamily="18" charset="0"/>
                          </a:rPr>
                          <m:t>𝑽</m:t>
                        </m:r>
                      </m:num>
                      <m:den>
                        <m:r>
                          <a:rPr lang="pt-BR" altLang="en-US" sz="2600" b="1" i="1" dirty="0" smtClean="0">
                            <a:latin typeface="Cambria Math" panose="02040503050406030204" pitchFamily="18" charset="0"/>
                          </a:rPr>
                          <m:t>𝑹</m:t>
                        </m:r>
                      </m:den>
                    </m:f>
                  </m:oMath>
                </a14:m>
                <a:endParaRPr lang="en-GB" altLang="en-US" sz="2600" b="1" dirty="0"/>
              </a:p>
              <a:p>
                <a:pPr marL="685800"/>
                <a:r>
                  <a:rPr lang="ar" sz="2600" b="1" dirty="0"/>
                  <a:t>القدرة </a:t>
                </a:r>
                <a14:m>
                  <m:oMath xmlns:m="http://schemas.openxmlformats.org/officeDocument/2006/math">
                    <m:r>
                      <a:rPr lang="pt-BR" altLang="en-US" sz="2600" b="1" i="1" dirty="0">
                        <a:latin typeface="Cambria Math" panose="02040503050406030204" pitchFamily="18" charset="0"/>
                      </a:rPr>
                      <m:t>𝑷</m:t>
                    </m:r>
                    <m:r>
                      <a:rPr lang="pt-BR" altLang="en-US" sz="2600" b="1" i="1" dirty="0">
                        <a:latin typeface="Cambria Math" panose="02040503050406030204" pitchFamily="18" charset="0"/>
                      </a:rPr>
                      <m:t> = </m:t>
                    </m:r>
                    <m:r>
                      <a:rPr lang="pt-BR" altLang="en-US" sz="2600" b="1" i="1" dirty="0">
                        <a:latin typeface="Cambria Math" panose="02040503050406030204" pitchFamily="18" charset="0"/>
                      </a:rPr>
                      <m:t>𝑰𝑽</m:t>
                    </m:r>
                  </m:oMath>
                </a14:m>
                <a:r>
                  <a:rPr lang="pt-BR" altLang="en-US" sz="2600" b="1" dirty="0"/>
                  <a:t>, </a:t>
                </a:r>
                <a14:m>
                  <m:oMath xmlns:m="http://schemas.openxmlformats.org/officeDocument/2006/math">
                    <m:r>
                      <a:rPr lang="pt-BR" altLang="en-US" sz="2600" b="1" i="1" dirty="0">
                        <a:latin typeface="Cambria Math" panose="02040503050406030204" pitchFamily="18" charset="0"/>
                      </a:rPr>
                      <m:t>𝑷</m:t>
                    </m:r>
                    <m:r>
                      <a:rPr lang="en-GB" altLang="en-US" sz="2600" b="1" i="1" dirty="0">
                        <a:latin typeface="Cambria Math" panose="02040503050406030204" pitchFamily="18" charset="0"/>
                      </a:rPr>
                      <m:t>=</m:t>
                    </m:r>
                    <m:sSup>
                      <m:sSupPr>
                        <m:ctrlPr>
                          <a:rPr lang="pt-BR" altLang="en-US" sz="2600" b="1" i="1" dirty="0">
                            <a:latin typeface="Cambria Math" panose="02040503050406030204" pitchFamily="18" charset="0"/>
                          </a:rPr>
                        </m:ctrlPr>
                      </m:sSupPr>
                      <m:e>
                        <m:r>
                          <a:rPr lang="en-GB" altLang="en-US" sz="2600" b="1" i="1" dirty="0">
                            <a:latin typeface="Cambria Math" panose="02040503050406030204" pitchFamily="18" charset="0"/>
                          </a:rPr>
                          <m:t>𝑰</m:t>
                        </m:r>
                      </m:e>
                      <m:sup>
                        <m:r>
                          <a:rPr lang="en-GB" altLang="en-US" sz="2600" b="1" i="1" dirty="0">
                            <a:latin typeface="Cambria Math" panose="02040503050406030204" pitchFamily="18" charset="0"/>
                          </a:rPr>
                          <m:t>𝟐</m:t>
                        </m:r>
                      </m:sup>
                    </m:sSup>
                    <m:r>
                      <a:rPr lang="pt-BR" altLang="en-US" sz="2600" b="1" i="1" dirty="0">
                        <a:latin typeface="Cambria Math" panose="02040503050406030204" pitchFamily="18" charset="0"/>
                      </a:rPr>
                      <m:t>𝑹</m:t>
                    </m:r>
                  </m:oMath>
                </a14:m>
                <a:r>
                  <a:rPr lang="pt-BR" altLang="en-US" sz="2600" b="1" dirty="0"/>
                  <a:t>, </a:t>
                </a:r>
                <a14:m>
                  <m:oMath xmlns:m="http://schemas.openxmlformats.org/officeDocument/2006/math">
                    <m:r>
                      <a:rPr lang="pt-BR" altLang="en-US" sz="2600" b="1" i="1" dirty="0">
                        <a:latin typeface="Cambria Math" panose="02040503050406030204" pitchFamily="18" charset="0"/>
                      </a:rPr>
                      <m:t>𝑷</m:t>
                    </m:r>
                    <m:r>
                      <a:rPr lang="pt-BR" altLang="en-US" sz="2600" b="1" i="1" dirty="0">
                        <a:latin typeface="Cambria Math" panose="02040503050406030204" pitchFamily="18" charset="0"/>
                      </a:rPr>
                      <m:t> =</m:t>
                    </m:r>
                    <m:f>
                      <m:fPr>
                        <m:ctrlPr>
                          <a:rPr lang="pt-BR" altLang="en-US" sz="2600" b="1" i="1" dirty="0">
                            <a:latin typeface="Cambria Math" panose="02040503050406030204" pitchFamily="18" charset="0"/>
                          </a:rPr>
                        </m:ctrlPr>
                      </m:fPr>
                      <m:num>
                        <m:r>
                          <a:rPr lang="pt-BR" altLang="en-US" sz="2600" b="1" i="1" dirty="0">
                            <a:latin typeface="Cambria Math" panose="02040503050406030204" pitchFamily="18" charset="0"/>
                          </a:rPr>
                          <m:t>𝑽</m:t>
                        </m:r>
                        <m:r>
                          <a:rPr lang="pt-BR" altLang="en-US" sz="2600" b="1" i="1" baseline="30000" dirty="0">
                            <a:latin typeface="Cambria Math" panose="02040503050406030204" pitchFamily="18" charset="0"/>
                          </a:rPr>
                          <m:t>𝟐</m:t>
                        </m:r>
                      </m:num>
                      <m:den>
                        <m:r>
                          <a:rPr lang="pt-BR" altLang="en-US" sz="2600" b="1" i="1" dirty="0">
                            <a:latin typeface="Cambria Math" panose="02040503050406030204" pitchFamily="18" charset="0"/>
                          </a:rPr>
                          <m:t>𝑹</m:t>
                        </m:r>
                      </m:den>
                    </m:f>
                  </m:oMath>
                </a14:m>
                <a:endParaRPr lang="en-US" altLang="en-US" sz="2600" b="1" dirty="0"/>
              </a:p>
              <a:p>
                <a:pPr marL="685800" rtl="1"/>
                <a:r>
                  <a:rPr lang="ar" sz="2600" b="1" dirty="0"/>
                  <a:t>الكفاءة </a:t>
                </a:r>
                <a14:m>
                  <m:oMath xmlns:m="http://schemas.openxmlformats.org/officeDocument/2006/math">
                    <m:r>
                      <a:rPr lang="en-US" altLang="en-US" sz="2600" b="1" i="1" smtClean="0">
                        <a:latin typeface="Cambria Math" panose="02040503050406030204" pitchFamily="18" charset="0"/>
                      </a:rPr>
                      <m:t>𝜼</m:t>
                    </m:r>
                    <m:r>
                      <a:rPr lang="en-US" altLang="en-US" sz="2600" b="1" i="1" smtClean="0">
                        <a:latin typeface="Cambria Math" panose="02040503050406030204" pitchFamily="18" charset="0"/>
                      </a:rPr>
                      <m:t> =</m:t>
                    </m:r>
                    <m:f>
                      <m:fPr>
                        <m:ctrlPr>
                          <a:rPr lang="en-US" altLang="en-US" sz="2600" b="1" i="1" smtClean="0">
                            <a:latin typeface="Cambria Math" panose="02040503050406030204" pitchFamily="18" charset="0"/>
                          </a:rPr>
                        </m:ctrlPr>
                      </m:fPr>
                      <m:num>
                        <m:r>
                          <a:rPr lang="en-US" altLang="en-US" sz="2600" b="1" i="1" smtClean="0">
                            <a:latin typeface="Cambria Math" panose="02040503050406030204" pitchFamily="18" charset="0"/>
                          </a:rPr>
                          <m:t>𝑷</m:t>
                        </m:r>
                        <m:r>
                          <a:rPr lang="en-US" altLang="en-US" sz="2600" b="1" i="1" baseline="-25000" smtClean="0">
                            <a:latin typeface="Cambria Math" panose="02040503050406030204" pitchFamily="18" charset="0"/>
                          </a:rPr>
                          <m:t>𝒐𝒖𝒕</m:t>
                        </m:r>
                      </m:num>
                      <m:den>
                        <m:r>
                          <a:rPr lang="en-US" altLang="en-US" sz="2600" b="1" i="1">
                            <a:latin typeface="Cambria Math" panose="02040503050406030204" pitchFamily="18" charset="0"/>
                          </a:rPr>
                          <m:t>𝑷</m:t>
                        </m:r>
                        <m:r>
                          <a:rPr lang="en-US" altLang="en-US" sz="2600" b="1" i="1" baseline="-25000">
                            <a:latin typeface="Cambria Math" panose="02040503050406030204" pitchFamily="18" charset="0"/>
                          </a:rPr>
                          <m:t>𝒊𝒏</m:t>
                        </m:r>
                      </m:den>
                    </m:f>
                  </m:oMath>
                </a14:m>
                <a:endParaRPr lang="en-US" altLang="en-US" sz="2600" baseline="-25000" dirty="0"/>
              </a:p>
            </p:txBody>
          </p:sp>
        </mc:Choice>
        <mc:Fallback xmlns="">
          <p:sp>
            <p:nvSpPr>
              <p:cNvPr id="34819" name="Content Placeholder 3">
                <a:extLst>
                  <a:ext uri="{FF2B5EF4-FFF2-40B4-BE49-F238E27FC236}">
                    <a16:creationId xmlns:a16="http://schemas.microsoft.com/office/drawing/2014/main" id="{453C7683-8588-7ABC-32E0-8A4E68218620}"/>
                  </a:ext>
                </a:extLst>
              </p:cNvPr>
              <p:cNvSpPr>
                <a:spLocks noGrp="1" noRot="1" noChangeAspect="1" noMove="1" noResize="1" noEditPoints="1" noAdjustHandles="1" noChangeArrowheads="1" noChangeShapeType="1" noTextEdit="1"/>
              </p:cNvSpPr>
              <p:nvPr>
                <p:ph sz="half" idx="2"/>
              </p:nvPr>
            </p:nvSpPr>
            <p:spPr bwMode="auto">
              <a:xfrm>
                <a:off x="2483768" y="4138208"/>
                <a:ext cx="5904656" cy="2664296"/>
              </a:xfrm>
              <a:blipFill>
                <a:blip r:embed="rId4"/>
                <a:stretch>
                  <a:fillRect/>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(ب2) - نظرية التيار المستمر</a:t>
            </a:r>
          </a:p>
        </p:txBody>
      </p:sp>
      <p:sp>
        <p:nvSpPr>
          <p:cNvPr id="2" name="Footer Placeholder 2">
            <a:extLst>
              <a:ext uri="{FF2B5EF4-FFF2-40B4-BE49-F238E27FC236}">
                <a16:creationId xmlns:a16="http://schemas.microsoft.com/office/drawing/2014/main" id="{B223E0AF-4ED4-9316-BC88-F883B91FF148}"/>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3" name="Picture 2" descr="A group of triangles with different colored letters&#10;&#10;Description automatically generated">
            <a:extLst>
              <a:ext uri="{FF2B5EF4-FFF2-40B4-BE49-F238E27FC236}">
                <a16:creationId xmlns:a16="http://schemas.microsoft.com/office/drawing/2014/main" id="{15A7084B-01E9-B94A-A1A5-DB5ECE5D9A6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618589" y="1830360"/>
            <a:ext cx="4042131" cy="2304583"/>
          </a:xfrm>
          <a:prstGeom prst="rect">
            <a:avLst/>
          </a:prstGeom>
        </p:spPr>
      </p:pic>
    </p:spTree>
    <p:extLst>
      <p:ext uri="{BB962C8B-B14F-4D97-AF65-F5344CB8AC3E}">
        <p14:creationId xmlns:p14="http://schemas.microsoft.com/office/powerpoint/2010/main" val="1896933352"/>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08005" y="2096852"/>
                <a:ext cx="4536504" cy="2664296"/>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b="1" dirty="0"/>
                  <a:t>قانون كيرشهوف للجهد </a:t>
                </a:r>
                <a:br>
                  <a:rPr lang="en-US" sz="2600" b="1" dirty="0"/>
                </a:br>
                <a14:m>
                  <m:oMath xmlns:m="http://schemas.openxmlformats.org/officeDocument/2006/math">
                    <m:r>
                      <a:rPr lang="en-US" altLang="en-US" sz="2600" b="1" i="1" smtClean="0">
                        <a:latin typeface="Cambria Math" panose="02040503050406030204" pitchFamily="18" charset="0"/>
                      </a:rPr>
                      <m:t>𝑽</m:t>
                    </m:r>
                    <m:r>
                      <a:rPr lang="en-US" altLang="en-US" sz="2600" b="1" i="1" smtClean="0">
                        <a:latin typeface="Cambria Math" panose="02040503050406030204" pitchFamily="18" charset="0"/>
                      </a:rPr>
                      <m:t> =</m:t>
                    </m:r>
                    <m:sSub>
                      <m:sSubPr>
                        <m:ctrlPr>
                          <a:rPr lang="en-US" altLang="en-US" sz="2600" b="1" i="1" smtClean="0">
                            <a:latin typeface="Cambria Math" panose="02040503050406030204" pitchFamily="18" charset="0"/>
                          </a:rPr>
                        </m:ctrlPr>
                      </m:sSubPr>
                      <m:e>
                        <m:r>
                          <a:rPr lang="en-US" altLang="en-US" sz="2600" b="1" i="1" smtClean="0">
                            <a:latin typeface="Cambria Math" panose="02040503050406030204" pitchFamily="18" charset="0"/>
                          </a:rPr>
                          <m:t>𝑽</m:t>
                        </m:r>
                      </m:e>
                      <m:sub>
                        <m:r>
                          <a:rPr lang="en-US" altLang="en-US" sz="2600" b="1" i="1" smtClean="0">
                            <a:latin typeface="Cambria Math" panose="02040503050406030204" pitchFamily="18" charset="0"/>
                          </a:rPr>
                          <m:t>𝟏</m:t>
                        </m:r>
                      </m:sub>
                    </m:sSub>
                    <m:r>
                      <a:rPr lang="en-US" altLang="en-US" sz="2600" b="1" i="1" smtClean="0">
                        <a:latin typeface="Cambria Math" panose="02040503050406030204" pitchFamily="18" charset="0"/>
                      </a:rPr>
                      <m:t>+</m:t>
                    </m:r>
                  </m:oMath>
                </a14:m>
                <a:r>
                  <a:rPr lang="en-US" sz="2600" b="1" dirty="0"/>
                  <a:t> </a:t>
                </a:r>
                <a14:m>
                  <m:oMath xmlns:m="http://schemas.openxmlformats.org/officeDocument/2006/math">
                    <m:sSub>
                      <m:sSubPr>
                        <m:ctrlPr>
                          <a:rPr lang="en-US" altLang="en-US" sz="2600" b="1" i="1" smtClean="0">
                            <a:latin typeface="Cambria Math" panose="02040503050406030204" pitchFamily="18" charset="0"/>
                          </a:rPr>
                        </m:ctrlPr>
                      </m:sSubPr>
                      <m:e>
                        <m:sSub>
                          <m:sSubPr>
                            <m:ctrlPr>
                              <a:rPr lang="en-US" altLang="en-US" sz="2600" b="1" i="1">
                                <a:latin typeface="Cambria Math" panose="02040503050406030204" pitchFamily="18" charset="0"/>
                              </a:rPr>
                            </m:ctrlPr>
                          </m:sSubPr>
                          <m:e>
                            <m:r>
                              <a:rPr lang="en-US" altLang="en-US" sz="2600" b="1" i="1">
                                <a:latin typeface="Cambria Math" panose="02040503050406030204" pitchFamily="18" charset="0"/>
                              </a:rPr>
                              <m:t>𝑽</m:t>
                            </m:r>
                          </m:e>
                          <m:sub>
                            <m:r>
                              <a:rPr lang="en-US" altLang="en-US" sz="2600" b="1" i="1" smtClean="0">
                                <a:latin typeface="Cambria Math" panose="02040503050406030204" pitchFamily="18" charset="0"/>
                              </a:rPr>
                              <m:t>𝟐</m:t>
                            </m:r>
                          </m:sub>
                        </m:sSub>
                        <m:r>
                          <a:rPr lang="en-US" altLang="en-US" sz="2600" b="1" i="1" smtClean="0">
                            <a:latin typeface="Cambria Math" panose="02040503050406030204" pitchFamily="18" charset="0"/>
                          </a:rPr>
                          <m:t>+</m:t>
                        </m:r>
                        <m:r>
                          <a:rPr lang="en-US" altLang="en-US" sz="2600" b="1" i="1">
                            <a:latin typeface="Cambria Math" panose="02040503050406030204" pitchFamily="18" charset="0"/>
                          </a:rPr>
                          <m:t>𝑽</m:t>
                        </m:r>
                      </m:e>
                      <m:sub>
                        <m:r>
                          <a:rPr lang="en-US" altLang="en-US" sz="2600" b="1" i="1" smtClean="0">
                            <a:latin typeface="Cambria Math" panose="02040503050406030204" pitchFamily="18" charset="0"/>
                          </a:rPr>
                          <m:t>𝟑</m:t>
                        </m:r>
                      </m:sub>
                    </m:sSub>
                    <m:r>
                      <a:rPr lang="en-US" altLang="en-US" sz="2600" b="1" i="1" smtClean="0">
                        <a:latin typeface="Cambria Math" panose="02040503050406030204" pitchFamily="18" charset="0"/>
                      </a:rPr>
                      <m:t> </m:t>
                    </m:r>
                  </m:oMath>
                </a14:m>
                <a:endParaRPr lang="en-US" altLang="en-US" sz="2600" b="1" i="1" dirty="0">
                  <a:latin typeface="Cambria Math" panose="02040503050406030204" pitchFamily="18" charset="0"/>
                </a:endParaRPr>
              </a:p>
              <a:p>
                <a:pPr indent="0" rtl="1">
                  <a:buNone/>
                </a:pPr>
                <a:r>
                  <a:rPr lang="en-US" sz="2600" b="1" dirty="0"/>
                  <a:t>	</a:t>
                </a:r>
                <a14:m>
                  <m:oMath xmlns:m="http://schemas.openxmlformats.org/officeDocument/2006/math">
                    <m:nary>
                      <m:naryPr>
                        <m:chr m:val="∑"/>
                        <m:subHide m:val="on"/>
                        <m:supHide m:val="on"/>
                        <m:ctrlPr>
                          <a:rPr lang="en-US" altLang="en-US" sz="2600" b="1" i="1" smtClean="0">
                            <a:latin typeface="Cambria Math" panose="02040503050406030204" pitchFamily="18" charset="0"/>
                          </a:rPr>
                        </m:ctrlPr>
                      </m:naryPr>
                      <m:sub/>
                      <m:sup/>
                      <m:e>
                        <m:r>
                          <a:rPr lang="en-US" altLang="en-US" sz="2600" b="1" i="1" smtClean="0">
                            <a:latin typeface="Cambria Math" panose="02040503050406030204" pitchFamily="18" charset="0"/>
                          </a:rPr>
                          <m:t>𝑷𝑫</m:t>
                        </m:r>
                      </m:e>
                    </m:nary>
                  </m:oMath>
                </a14:m>
                <a:r>
                  <a:rPr lang="en-US" sz="2600" b="1" dirty="0"/>
                  <a:t> = </a:t>
                </a:r>
                <a14:m>
                  <m:oMath xmlns:m="http://schemas.openxmlformats.org/officeDocument/2006/math">
                    <m:nary>
                      <m:naryPr>
                        <m:chr m:val="∑"/>
                        <m:subHide m:val="on"/>
                        <m:supHide m:val="on"/>
                        <m:ctrlPr>
                          <a:rPr lang="en-US" altLang="en-US" sz="2600" b="1" i="1">
                            <a:latin typeface="Cambria Math" panose="02040503050406030204" pitchFamily="18" charset="0"/>
                          </a:rPr>
                        </m:ctrlPr>
                      </m:naryPr>
                      <m:sub/>
                      <m:sup/>
                      <m:e>
                        <m:r>
                          <a:rPr lang="en-US" altLang="en-US" sz="2600" b="1" i="1" smtClean="0">
                            <a:latin typeface="Cambria Math" panose="02040503050406030204" pitchFamily="18" charset="0"/>
                          </a:rPr>
                          <m:t>𝑰𝑹</m:t>
                        </m:r>
                      </m:e>
                    </m:nary>
                  </m:oMath>
                </a14:m>
                <a:endParaRPr lang="en-US" altLang="en-US" sz="2600" b="1" dirty="0"/>
              </a:p>
              <a:p>
                <a:pPr marL="685800" rtl="1"/>
                <a:r>
                  <a:rPr lang="ar" sz="2600" b="1" dirty="0"/>
                  <a:t>قانون كيرشهوف للتيار </a:t>
                </a:r>
                <a:endParaRPr lang="en-GB" altLang="en-US" sz="2600" b="1" i="1" dirty="0">
                  <a:latin typeface="Cambria Math" panose="02040503050406030204" pitchFamily="18" charset="0"/>
                </a:endParaRPr>
              </a:p>
              <a:p>
                <a:pPr indent="0" rtl="1">
                  <a:buNone/>
                </a:pPr>
                <a14:m>
                  <m:oMathPara xmlns:m="http://schemas.openxmlformats.org/officeDocument/2006/math">
                    <m:oMathParaPr>
                      <m:jc m:val="centerGroup"/>
                    </m:oMathParaPr>
                    <m:oMath xmlns:m="http://schemas.openxmlformats.org/officeDocument/2006/math">
                      <m:r>
                        <a:rPr lang="en-US" altLang="en-US" sz="2600" b="1" i="1" smtClean="0">
                          <a:latin typeface="Cambria Math" panose="02040503050406030204" pitchFamily="18" charset="0"/>
                        </a:rPr>
                        <m:t>𝑰</m:t>
                      </m:r>
                      <m:r>
                        <a:rPr lang="en-US" altLang="en-US" sz="2600" b="1" i="1" smtClean="0">
                          <a:latin typeface="Cambria Math" panose="02040503050406030204" pitchFamily="18" charset="0"/>
                        </a:rPr>
                        <m:t>=</m:t>
                      </m:r>
                      <m:sSub>
                        <m:sSubPr>
                          <m:ctrlPr>
                            <a:rPr lang="en-US" altLang="en-US" sz="2600" b="1" i="1">
                              <a:latin typeface="Cambria Math" panose="02040503050406030204" pitchFamily="18" charset="0"/>
                            </a:rPr>
                          </m:ctrlPr>
                        </m:sSubPr>
                        <m:e>
                          <m:r>
                            <a:rPr lang="en-US" altLang="en-US" sz="2600" b="1" i="1" smtClean="0">
                              <a:latin typeface="Cambria Math" panose="02040503050406030204" pitchFamily="18" charset="0"/>
                            </a:rPr>
                            <m:t>𝑰</m:t>
                          </m:r>
                        </m:e>
                        <m:sub>
                          <m:r>
                            <a:rPr lang="en-US" altLang="en-US" sz="2600" b="1" i="1">
                              <a:latin typeface="Cambria Math" panose="02040503050406030204" pitchFamily="18" charset="0"/>
                            </a:rPr>
                            <m:t>𝟏</m:t>
                          </m:r>
                        </m:sub>
                      </m:sSub>
                      <m:r>
                        <a:rPr lang="en-US" altLang="en-US" sz="2600" b="1" i="1">
                          <a:latin typeface="Cambria Math" panose="02040503050406030204" pitchFamily="18" charset="0"/>
                        </a:rPr>
                        <m:t>+</m:t>
                      </m:r>
                      <m:r>
                        <a:rPr lang="en-US" altLang="en-US" sz="2600" b="1">
                          <a:latin typeface="Cambria Math" panose="02040503050406030204" pitchFamily="18" charset="0"/>
                        </a:rPr>
                        <m:t> </m:t>
                      </m:r>
                      <m:sSub>
                        <m:sSubPr>
                          <m:ctrlPr>
                            <a:rPr lang="en-US" altLang="en-US" sz="2600" b="1" i="1">
                              <a:latin typeface="Cambria Math" panose="02040503050406030204" pitchFamily="18" charset="0"/>
                            </a:rPr>
                          </m:ctrlPr>
                        </m:sSubPr>
                        <m:e>
                          <m:sSub>
                            <m:sSubPr>
                              <m:ctrlPr>
                                <a:rPr lang="en-US" altLang="en-US" sz="2600" b="1" i="1" smtClean="0">
                                  <a:latin typeface="Cambria Math" panose="02040503050406030204" pitchFamily="18" charset="0"/>
                                </a:rPr>
                              </m:ctrlPr>
                            </m:sSubPr>
                            <m:e>
                              <m:r>
                                <a:rPr lang="en-US" altLang="en-US" sz="2600" b="1" i="1" smtClean="0">
                                  <a:latin typeface="Cambria Math" panose="02040503050406030204" pitchFamily="18" charset="0"/>
                                </a:rPr>
                                <m:t>𝑰</m:t>
                              </m:r>
                            </m:e>
                            <m:sub>
                              <m:r>
                                <a:rPr lang="en-US" altLang="en-US" sz="2600" b="1" i="1">
                                  <a:latin typeface="Cambria Math" panose="02040503050406030204" pitchFamily="18" charset="0"/>
                                </a:rPr>
                                <m:t>𝟐</m:t>
                              </m:r>
                            </m:sub>
                          </m:sSub>
                          <m:r>
                            <a:rPr lang="en-US" altLang="en-US" sz="2600" b="1" i="1">
                              <a:latin typeface="Cambria Math" panose="02040503050406030204" pitchFamily="18" charset="0"/>
                            </a:rPr>
                            <m:t>+</m:t>
                          </m:r>
                          <m:r>
                            <a:rPr lang="en-US" altLang="en-US" sz="2600" b="1" i="1" smtClean="0">
                              <a:latin typeface="Cambria Math" panose="02040503050406030204" pitchFamily="18" charset="0"/>
                            </a:rPr>
                            <m:t>𝑰</m:t>
                          </m:r>
                        </m:e>
                        <m:sub>
                          <m:r>
                            <a:rPr lang="en-US" altLang="en-US" sz="2600" b="1" i="1">
                              <a:latin typeface="Cambria Math" panose="02040503050406030204" pitchFamily="18" charset="0"/>
                            </a:rPr>
                            <m:t>𝟑</m:t>
                          </m:r>
                        </m:sub>
                      </m:sSub>
                    </m:oMath>
                  </m:oMathPara>
                </a14:m>
                <a:endParaRPr lang="en-US" altLang="en-US" sz="2600" b="1" dirty="0"/>
              </a:p>
              <a:p>
                <a:pPr indent="0" rtl="1">
                  <a:buNone/>
                </a:pPr>
                <a:r>
                  <a:rPr lang="ar" sz="2600" dirty="0"/>
                  <a:t>تنطبق قوانين كيرشهوف على الدوائر التي تحتوي على أكثر من مصدر طاقة واحد.</a:t>
                </a:r>
              </a:p>
              <a:p>
                <a:pPr indent="0" rtl="1">
                  <a:buNone/>
                </a:pPr>
                <a:endParaRPr lang="pt-BR" altLang="en-US" sz="2600" b="1" dirty="0"/>
              </a:p>
            </p:txBody>
          </p:sp>
        </mc:Choice>
        <mc:Fallback xmlns="">
          <p:sp>
            <p:nvSpPr>
              <p:cNvPr id="34819" name="Content Placeholder 3">
                <a:extLst>
                  <a:ext uri="{FF2B5EF4-FFF2-40B4-BE49-F238E27FC236}">
                    <a16:creationId xmlns:a16="http://schemas.microsoft.com/office/drawing/2014/main" id="{453C7683-8588-7ABC-32E0-8A4E68218620}"/>
                  </a:ext>
                </a:extLst>
              </p:cNvPr>
              <p:cNvSpPr>
                <a:spLocks noGrp="1" noRot="1" noChangeAspect="1" noMove="1" noResize="1" noEditPoints="1" noAdjustHandles="1" noChangeArrowheads="1" noChangeShapeType="1" noTextEdit="1"/>
              </p:cNvSpPr>
              <p:nvPr>
                <p:ph sz="half" idx="2"/>
              </p:nvPr>
            </p:nvSpPr>
            <p:spPr bwMode="auto">
              <a:xfrm>
                <a:off x="4608005" y="2096852"/>
                <a:ext cx="4536504" cy="2664296"/>
              </a:xfrm>
              <a:blipFill>
                <a:blip r:embed="rId4"/>
                <a:stretch>
                  <a:fillRect t="-3661" b="-22197"/>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(ب2) - نظرية التيار المستمر</a:t>
            </a:r>
          </a:p>
        </p:txBody>
      </p:sp>
      <p:pic>
        <p:nvPicPr>
          <p:cNvPr id="2" name="Picture 1" descr="Diagram, schematic&#10;&#10;Description automatically generated">
            <a:extLst>
              <a:ext uri="{FF2B5EF4-FFF2-40B4-BE49-F238E27FC236}">
                <a16:creationId xmlns:a16="http://schemas.microsoft.com/office/drawing/2014/main" id="{B6DA4508-4620-B08D-7C67-4EE267E8C53E}"/>
              </a:ext>
            </a:extLst>
          </p:cNvPr>
          <p:cNvPicPr>
            <a:picLocks noChangeAspect="1"/>
          </p:cNvPicPr>
          <p:nvPr/>
        </p:nvPicPr>
        <p:blipFill>
          <a:blip r:embed="rId5"/>
          <a:stretch>
            <a:fillRect/>
          </a:stretch>
        </p:blipFill>
        <p:spPr>
          <a:xfrm>
            <a:off x="158340" y="2128535"/>
            <a:ext cx="4269644" cy="2088604"/>
          </a:xfrm>
          <a:prstGeom prst="rect">
            <a:avLst/>
          </a:prstGeom>
        </p:spPr>
      </p:pic>
      <p:sp>
        <p:nvSpPr>
          <p:cNvPr id="3" name="Footer Placeholder 2">
            <a:extLst>
              <a:ext uri="{FF2B5EF4-FFF2-40B4-BE49-F238E27FC236}">
                <a16:creationId xmlns:a16="http://schemas.microsoft.com/office/drawing/2014/main" id="{13A2CC19-DC6D-F4EF-4302-01A5BACC9321}"/>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1919645471"/>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2096852"/>
                <a:ext cx="8352928" cy="2664296"/>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1085850" lvl="1" rtl="1"/>
                <a:r>
                  <a:rPr lang="ar" sz="2600" dirty="0"/>
                  <a:t>الشحنة المخزنة			</a:t>
                </a:r>
                <a:r>
                  <a:rPr lang="en-US" sz="2600" dirty="0"/>
                  <a:t>	</a:t>
                </a:r>
                <a:r>
                  <a:rPr lang="ar" sz="2600" dirty="0"/>
                  <a:t> </a:t>
                </a:r>
                <a14:m>
                  <m:oMath xmlns:m="http://schemas.openxmlformats.org/officeDocument/2006/math">
                    <m:r>
                      <a:rPr lang="en-US" altLang="en-US" sz="2600" i="1" smtClean="0">
                        <a:latin typeface="Cambria Math" panose="02040503050406030204" pitchFamily="18" charset="0"/>
                      </a:rPr>
                      <m:t>𝑄</m:t>
                    </m:r>
                    <m:r>
                      <a:rPr lang="en-US" altLang="en-US" sz="2600" i="1" smtClean="0">
                        <a:latin typeface="Cambria Math" panose="02040503050406030204" pitchFamily="18" charset="0"/>
                      </a:rPr>
                      <m:t> = </m:t>
                    </m:r>
                    <m:r>
                      <a:rPr lang="en-US" altLang="en-US" sz="2600" i="1" smtClean="0">
                        <a:latin typeface="Cambria Math" panose="02040503050406030204" pitchFamily="18" charset="0"/>
                      </a:rPr>
                      <m:t>𝐶𝑉</m:t>
                    </m:r>
                  </m:oMath>
                </a14:m>
                <a:endParaRPr lang="en-US" altLang="en-US" sz="2600" dirty="0"/>
              </a:p>
              <a:p>
                <a:pPr marL="1085850" lvl="1" rtl="1"/>
                <a:r>
                  <a:rPr lang="ar" sz="2600" dirty="0"/>
                  <a:t>الجهد عبر مكثف التفريغ </a:t>
                </a:r>
                <a:endParaRPr lang="en-GB" altLang="en-US" sz="2600" b="0" i="1" dirty="0">
                  <a:latin typeface="Cambria Math" panose="02040503050406030204" pitchFamily="18" charset="0"/>
                </a:endParaRPr>
              </a:p>
              <a:p>
                <a:pPr marL="800100" lvl="1" indent="0" rtl="1">
                  <a:buNone/>
                </a:pPr>
                <a:r>
                  <a:rPr lang="ar" sz="2600" b="0" dirty="0"/>
                  <a:t>						 </a:t>
                </a:r>
                <a14:m>
                  <m:oMath xmlns:m="http://schemas.openxmlformats.org/officeDocument/2006/math">
                    <m:r>
                      <a:rPr lang="en-US" altLang="en-US" sz="2600" b="0" i="1" smtClean="0">
                        <a:latin typeface="Cambria Math" panose="02040503050406030204" pitchFamily="18" charset="0"/>
                      </a:rPr>
                      <m:t>𝑣</m:t>
                    </m:r>
                    <m:r>
                      <a:rPr lang="en-US" altLang="en-US" sz="2600" b="0" i="1" smtClean="0">
                        <a:latin typeface="Cambria Math" panose="02040503050406030204" pitchFamily="18" charset="0"/>
                      </a:rPr>
                      <m:t>=</m:t>
                    </m:r>
                    <m:r>
                      <a:rPr lang="en-US" altLang="en-US" sz="2600" b="0" i="1" smtClean="0">
                        <a:latin typeface="Cambria Math" panose="02040503050406030204" pitchFamily="18" charset="0"/>
                      </a:rPr>
                      <m:t>𝑉</m:t>
                    </m:r>
                    <m:sSup>
                      <m:sSupPr>
                        <m:ctrlPr>
                          <a:rPr lang="en-US" altLang="en-US" sz="2600" b="0" i="1" smtClean="0">
                            <a:latin typeface="Cambria Math" panose="02040503050406030204" pitchFamily="18" charset="0"/>
                          </a:rPr>
                        </m:ctrlPr>
                      </m:sSupPr>
                      <m:e>
                        <m:r>
                          <a:rPr lang="en-US" altLang="en-US" sz="2600" b="0" i="1" smtClean="0">
                            <a:latin typeface="Cambria Math" panose="02040503050406030204" pitchFamily="18" charset="0"/>
                          </a:rPr>
                          <m:t>𝑒</m:t>
                        </m:r>
                      </m:e>
                      <m:sup>
                        <m:f>
                          <m:fPr>
                            <m:ctrlPr>
                              <a:rPr lang="en-US" altLang="en-US" sz="2600" b="0" i="1" smtClean="0">
                                <a:latin typeface="Cambria Math" panose="02040503050406030204" pitchFamily="18" charset="0"/>
                              </a:rPr>
                            </m:ctrlPr>
                          </m:fPr>
                          <m:num>
                            <m:r>
                              <a:rPr lang="en-US" altLang="en-US" sz="2600" b="0" i="1" smtClean="0">
                                <a:latin typeface="Cambria Math" panose="02040503050406030204" pitchFamily="18" charset="0"/>
                              </a:rPr>
                              <m:t>−</m:t>
                            </m:r>
                            <m:r>
                              <a:rPr lang="en-US" altLang="en-US" sz="2600" b="0" i="1" smtClean="0">
                                <a:latin typeface="Cambria Math" panose="02040503050406030204" pitchFamily="18" charset="0"/>
                              </a:rPr>
                              <m:t>𝑡</m:t>
                            </m:r>
                          </m:num>
                          <m:den>
                            <m:r>
                              <a:rPr lang="en-US" altLang="en-US" sz="2600" b="0" i="1" smtClean="0">
                                <a:latin typeface="Cambria Math" panose="02040503050406030204" pitchFamily="18" charset="0"/>
                                <a:ea typeface="Cambria Math" panose="02040503050406030204" pitchFamily="18" charset="0"/>
                              </a:rPr>
                              <m:t>𝜏</m:t>
                            </m:r>
                          </m:den>
                        </m:f>
                      </m:sup>
                    </m:sSup>
                  </m:oMath>
                </a14:m>
                <a:r>
                  <a:rPr lang="en-US" sz="2600" dirty="0"/>
                  <a:t> </a:t>
                </a:r>
              </a:p>
              <a:p>
                <a:pPr marL="1085850" lvl="1" rtl="1"/>
                <a:r>
                  <a:rPr lang="ar" sz="2600" dirty="0"/>
                  <a:t>السعة الكهربائية			</a:t>
                </a:r>
                <a:r>
                  <a:rPr lang="en-US" sz="2600" dirty="0"/>
                  <a:t>	 </a:t>
                </a:r>
                <a14:m>
                  <m:oMath xmlns:m="http://schemas.openxmlformats.org/officeDocument/2006/math">
                    <m:r>
                      <a:rPr lang="en-US" altLang="en-US" sz="2600" i="1" smtClean="0">
                        <a:latin typeface="Cambria Math" panose="02040503050406030204" pitchFamily="18" charset="0"/>
                      </a:rPr>
                      <m:t>𝐶</m:t>
                    </m:r>
                    <m:r>
                      <a:rPr lang="en-US" altLang="en-US" sz="2600" i="1" smtClean="0">
                        <a:latin typeface="Cambria Math" panose="02040503050406030204" pitchFamily="18" charset="0"/>
                      </a:rPr>
                      <m:t> =</m:t>
                    </m:r>
                    <m:f>
                      <m:fPr>
                        <m:ctrlPr>
                          <a:rPr lang="en-US" altLang="en-US" sz="2600" i="1" smtClean="0">
                            <a:latin typeface="Cambria Math" panose="02040503050406030204" pitchFamily="18" charset="0"/>
                          </a:rPr>
                        </m:ctrlPr>
                      </m:fPr>
                      <m:num>
                        <m:r>
                          <a:rPr lang="en-US" altLang="en-US" sz="2600" i="1" smtClean="0">
                            <a:latin typeface="Cambria Math" panose="02040503050406030204" pitchFamily="18" charset="0"/>
                            <a:ea typeface="Calibri" panose="020F0502020204030204" pitchFamily="34" charset="0"/>
                            <a:cs typeface="Calibri" panose="020F0502020204030204" pitchFamily="34" charset="0"/>
                          </a:rPr>
                          <m:t>𝜀</m:t>
                        </m:r>
                        <m:r>
                          <a:rPr lang="en-US" altLang="en-US" sz="2600" i="1" smtClean="0">
                            <a:latin typeface="Cambria Math" panose="02040503050406030204" pitchFamily="18" charset="0"/>
                            <a:ea typeface="Calibri" panose="020F0502020204030204" pitchFamily="34" charset="0"/>
                            <a:cs typeface="Calibri" panose="020F0502020204030204" pitchFamily="34" charset="0"/>
                          </a:rPr>
                          <m:t>𝐴</m:t>
                        </m:r>
                      </m:num>
                      <m:den>
                        <m:r>
                          <a:rPr lang="en-US" altLang="en-US" sz="2600" i="1" smtClean="0">
                            <a:latin typeface="Cambria Math" panose="02040503050406030204" pitchFamily="18" charset="0"/>
                            <a:ea typeface="Calibri" panose="020F0502020204030204" pitchFamily="34" charset="0"/>
                            <a:cs typeface="Calibri" panose="020F0502020204030204" pitchFamily="34" charset="0"/>
                          </a:rPr>
                          <m:t>𝑑</m:t>
                        </m:r>
                      </m:den>
                    </m:f>
                  </m:oMath>
                </a14:m>
                <a:endParaRPr lang="en-US" altLang="en-US" sz="2600" dirty="0"/>
              </a:p>
              <a:p>
                <a:pPr marL="1085850" lvl="1" rtl="1"/>
                <a:r>
                  <a:rPr lang="ar" sz="2600" dirty="0"/>
                  <a:t>الطاقة المخزنة في مكثفات	</a:t>
                </a:r>
                <a:r>
                  <a:rPr lang="en-US" sz="2600" dirty="0"/>
                  <a:t>		 </a:t>
                </a:r>
                <a14:m>
                  <m:oMath xmlns:m="http://schemas.openxmlformats.org/officeDocument/2006/math">
                    <m:r>
                      <a:rPr lang="en-US" altLang="en-US" sz="2600" b="0" i="1" smtClean="0">
                        <a:latin typeface="Cambria Math" panose="02040503050406030204" pitchFamily="18" charset="0"/>
                      </a:rPr>
                      <m:t>𝑊</m:t>
                    </m:r>
                    <m:r>
                      <a:rPr lang="en-US" altLang="en-US" sz="2600" b="0" i="1" smtClean="0">
                        <a:latin typeface="Cambria Math" panose="02040503050406030204" pitchFamily="18" charset="0"/>
                      </a:rPr>
                      <m:t>=</m:t>
                    </m:r>
                    <m:f>
                      <m:fPr>
                        <m:ctrlPr>
                          <a:rPr lang="en-US" altLang="en-US" sz="2600" b="0" i="1" smtClean="0">
                            <a:latin typeface="Cambria Math" panose="02040503050406030204" pitchFamily="18" charset="0"/>
                          </a:rPr>
                        </m:ctrlPr>
                      </m:fPr>
                      <m:num>
                        <m:r>
                          <a:rPr lang="en-US" altLang="en-US" sz="2600" b="0" i="1" smtClean="0">
                            <a:latin typeface="Cambria Math" panose="02040503050406030204" pitchFamily="18" charset="0"/>
                          </a:rPr>
                          <m:t>1</m:t>
                        </m:r>
                      </m:num>
                      <m:den>
                        <m:r>
                          <a:rPr lang="en-US" altLang="en-US" sz="2600" b="0" i="1" smtClean="0">
                            <a:latin typeface="Cambria Math" panose="02040503050406030204" pitchFamily="18" charset="0"/>
                          </a:rPr>
                          <m:t>2</m:t>
                        </m:r>
                      </m:den>
                    </m:f>
                  </m:oMath>
                </a14:m>
                <a:r>
                  <a:rPr lang="en-US" sz="2600" dirty="0"/>
                  <a:t> </a:t>
                </a:r>
                <a14:m>
                  <m:oMath xmlns:m="http://schemas.openxmlformats.org/officeDocument/2006/math">
                    <m:r>
                      <a:rPr lang="en-US" altLang="en-US" sz="2600" i="1">
                        <a:latin typeface="Cambria Math" panose="02040503050406030204" pitchFamily="18" charset="0"/>
                      </a:rPr>
                      <m:t>𝐶</m:t>
                    </m:r>
                    <m:sSup>
                      <m:sSupPr>
                        <m:ctrlPr>
                          <a:rPr lang="en-US" altLang="en-US" sz="2600" i="1">
                            <a:latin typeface="Cambria Math" panose="02040503050406030204" pitchFamily="18" charset="0"/>
                          </a:rPr>
                        </m:ctrlPr>
                      </m:sSupPr>
                      <m:e>
                        <m:r>
                          <a:rPr lang="en-US" altLang="en-US" sz="2600" i="1">
                            <a:latin typeface="Cambria Math" panose="02040503050406030204" pitchFamily="18" charset="0"/>
                          </a:rPr>
                          <m:t>𝑉</m:t>
                        </m:r>
                      </m:e>
                      <m:sup>
                        <m:r>
                          <a:rPr lang="en-US" altLang="en-US" sz="2600" i="1">
                            <a:latin typeface="Cambria Math" panose="02040503050406030204" pitchFamily="18" charset="0"/>
                          </a:rPr>
                          <m:t>2</m:t>
                        </m:r>
                      </m:sup>
                    </m:sSup>
                  </m:oMath>
                </a14:m>
                <a:endParaRPr lang="en-US" altLang="en-US" sz="2600" dirty="0"/>
              </a:p>
            </p:txBody>
          </p:sp>
        </mc:Choice>
        <mc:Fallback xmlns="">
          <p:sp>
            <p:nvSpPr>
              <p:cNvPr id="34819" name="Content Placeholder 3">
                <a:extLst>
                  <a:ext uri="{FF2B5EF4-FFF2-40B4-BE49-F238E27FC236}">
                    <a16:creationId xmlns:a16="http://schemas.microsoft.com/office/drawing/2014/main" id="{453C7683-8588-7ABC-32E0-8A4E68218620}"/>
                  </a:ext>
                </a:extLst>
              </p:cNvPr>
              <p:cNvSpPr>
                <a:spLocks noGrp="1" noRot="1" noChangeAspect="1" noMove="1" noResize="1" noEditPoints="1" noAdjustHandles="1" noChangeArrowheads="1" noChangeShapeType="1" noTextEdit="1"/>
              </p:cNvSpPr>
              <p:nvPr>
                <p:ph sz="half" idx="2"/>
              </p:nvPr>
            </p:nvSpPr>
            <p:spPr bwMode="auto">
              <a:xfrm>
                <a:off x="179512" y="2096852"/>
                <a:ext cx="8352928" cy="2664296"/>
              </a:xfrm>
              <a:blipFill>
                <a:blip r:embed="rId4"/>
                <a:stretch>
                  <a:fillRect t="-2746" b="-16476"/>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(ب2) - المكثفات</a:t>
            </a:r>
          </a:p>
        </p:txBody>
      </p:sp>
      <p:sp>
        <p:nvSpPr>
          <p:cNvPr id="2" name="Footer Placeholder 2">
            <a:extLst>
              <a:ext uri="{FF2B5EF4-FFF2-40B4-BE49-F238E27FC236}">
                <a16:creationId xmlns:a16="http://schemas.microsoft.com/office/drawing/2014/main" id="{E7A3CBE1-812A-6587-A94D-1593598A4E3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114948269"/>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2096852"/>
            <a:ext cx="835292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t>دائرة RC هي تلك التي تحتوي على مقاومات ومكثفات.</a:t>
            </a:r>
          </a:p>
          <a:p>
            <a:pPr marL="685800" rtl="1"/>
            <a:r>
              <a:rPr lang="ar" sz="2600" dirty="0"/>
              <a:t>ثابت الزمن (τ) هو الوقت المستغرق لحدوث تغييرات محددة في الجهد أو التيار. بعد </a:t>
            </a:r>
            <a:r>
              <a:rPr lang="ar" sz="2600" b="1" dirty="0"/>
              <a:t>أربعة</a:t>
            </a:r>
            <a:r>
              <a:rPr lang="ar" sz="2600" dirty="0"/>
              <a:t> ثوابت زمنية (</a:t>
            </a:r>
            <a:r>
              <a:rPr lang="en-US" sz="2600" dirty="0"/>
              <a:t>4τ</a:t>
            </a:r>
            <a:r>
              <a:rPr lang="ar" sz="2600" dirty="0"/>
              <a:t>)، يكون الجهد عبر المكثف 98٪ من قيمته القصوى. يتم حساب ثابت الزمن باستخدام </a:t>
            </a:r>
            <a:r>
              <a:rPr lang="en-US" sz="2600" dirty="0"/>
              <a:t>τ = RC</a:t>
            </a:r>
          </a:p>
          <a:p>
            <a:pPr marL="685800" rtl="1"/>
            <a:r>
              <a:rPr lang="ar" sz="2600" dirty="0"/>
              <a:t>يعد النمو والاضمحلال في دائرة عابر RC أُسي.</a:t>
            </a:r>
            <a:endParaRPr lang="pt-BR" altLang="en-US" sz="2600" dirty="0"/>
          </a:p>
          <a:p>
            <a:pPr marL="1085850" lvl="1" rtl="1"/>
            <a:r>
              <a:rPr lang="ar" sz="2600" dirty="0">
                <a:latin typeface="Sakkal Majalla" panose="02000000000000000000" pitchFamily="2" charset="-78"/>
              </a:rPr>
              <a:t>يزداد التيار مع انخفاض الجهد</a:t>
            </a:r>
          </a:p>
          <a:p>
            <a:pPr marL="1085850" lvl="1" rtl="1"/>
            <a:r>
              <a:rPr lang="ar" sz="2600" dirty="0">
                <a:latin typeface="Sakkal Majalla" panose="02000000000000000000" pitchFamily="2" charset="-78"/>
              </a:rPr>
              <a:t>يزداد الجهد مع انخفاض التيار</a:t>
            </a:r>
          </a:p>
          <a:p>
            <a:pPr marL="685800" rtl="1"/>
            <a:endParaRPr lang="pt-BR" altLang="en-US" sz="26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(ب2) - عابرات RC</a:t>
            </a:r>
          </a:p>
        </p:txBody>
      </p:sp>
      <p:sp>
        <p:nvSpPr>
          <p:cNvPr id="2" name="Footer Placeholder 2">
            <a:extLst>
              <a:ext uri="{FF2B5EF4-FFF2-40B4-BE49-F238E27FC236}">
                <a16:creationId xmlns:a16="http://schemas.microsoft.com/office/drawing/2014/main" id="{EE29B5CF-54DB-2A14-25A4-13A35CA513AD}"/>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303370319"/>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096192" y="2096852"/>
            <a:ext cx="543624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kern="1200" dirty="0">
                <a:ea typeface="+mn-ea"/>
              </a:rPr>
              <a:t>يسمح الدايود للتيار بالتدفق في اتجاه واحد فقط. وهو من القطب الموجب إلى الكاثود.</a:t>
            </a:r>
          </a:p>
          <a:p>
            <a:pPr marL="685800" rtl="1"/>
            <a:r>
              <a:rPr lang="ar" sz="2200" kern="1200" dirty="0">
                <a:ea typeface="+mn-ea"/>
              </a:rPr>
              <a:t>يُظهر رمز الدائرة اتجاه التدفق الحالي.</a:t>
            </a:r>
          </a:p>
          <a:p>
            <a:pPr marL="685800" rtl="1"/>
            <a:r>
              <a:rPr lang="ar" sz="2200" kern="1200" dirty="0">
                <a:ea typeface="+mn-ea"/>
              </a:rPr>
              <a:t>تطبيقات النمط الأمامي</a:t>
            </a:r>
          </a:p>
          <a:p>
            <a:pPr marL="1085850" lvl="1" rtl="1"/>
            <a:r>
              <a:rPr lang="ar" sz="2200" kern="1200" dirty="0">
                <a:latin typeface="Sakkal Majalla" panose="02000000000000000000" pitchFamily="2" charset="-78"/>
                <a:ea typeface="+mn-ea"/>
              </a:rPr>
              <a:t>التقويم</a:t>
            </a:r>
          </a:p>
          <a:p>
            <a:pPr marL="1085850" lvl="1" rtl="1"/>
            <a:r>
              <a:rPr lang="ar" sz="2200" kern="1200" dirty="0">
                <a:latin typeface="Sakkal Majalla" panose="02000000000000000000" pitchFamily="2" charset="-78"/>
                <a:ea typeface="+mn-ea"/>
              </a:rPr>
              <a:t>الربط</a:t>
            </a:r>
          </a:p>
          <a:p>
            <a:pPr marL="1085850" lvl="1" rtl="1"/>
            <a:r>
              <a:rPr lang="ar" sz="2200" kern="1200" dirty="0">
                <a:latin typeface="Sakkal Majalla" panose="02000000000000000000" pitchFamily="2" charset="-78"/>
                <a:ea typeface="+mn-ea"/>
              </a:rPr>
              <a:t>حماية الدائرة/المكونات</a:t>
            </a:r>
          </a:p>
          <a:p>
            <a:pPr marL="685800" rtl="1"/>
            <a:r>
              <a:rPr lang="ar" sz="2200" kern="1200" dirty="0">
                <a:ea typeface="+mn-ea"/>
              </a:rPr>
              <a:t>النمط العكسي</a:t>
            </a:r>
            <a:endParaRPr lang="pt-BR" altLang="en-US" sz="2200" kern="1200" dirty="0">
              <a:ea typeface="+mn-ea"/>
            </a:endParaRPr>
          </a:p>
          <a:p>
            <a:pPr marL="1085850" lvl="1" rtl="1"/>
            <a:r>
              <a:rPr lang="ar" sz="2200" kern="1200" dirty="0">
                <a:latin typeface="Sakkal Majalla" panose="02000000000000000000" pitchFamily="2" charset="-78"/>
                <a:ea typeface="+mn-ea"/>
              </a:rPr>
              <a:t>دايود زينر</a:t>
            </a:r>
          </a:p>
          <a:p>
            <a:pPr marL="1085850" lvl="1" rtl="1"/>
            <a:r>
              <a:rPr lang="ar" sz="2200" kern="1200" dirty="0">
                <a:latin typeface="Sakkal Majalla" panose="02000000000000000000" pitchFamily="2" charset="-78"/>
                <a:ea typeface="+mn-ea"/>
              </a:rPr>
              <a:t>تنظيم الجهد</a:t>
            </a:r>
          </a:p>
          <a:p>
            <a:pPr indent="0" rtl="1">
              <a:buNone/>
            </a:pPr>
            <a:endParaRPr lang="pt-BR" altLang="en-US" sz="2200" b="1"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(ب2) - الصمامات الثنائية (الدايود)</a:t>
            </a:r>
          </a:p>
        </p:txBody>
      </p:sp>
      <p:sp>
        <p:nvSpPr>
          <p:cNvPr id="2" name="Footer Placeholder 2">
            <a:extLst>
              <a:ext uri="{FF2B5EF4-FFF2-40B4-BE49-F238E27FC236}">
                <a16:creationId xmlns:a16="http://schemas.microsoft.com/office/drawing/2014/main" id="{72A5D05B-22AD-CDED-8DAD-EACBD825AF6E}"/>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3" name="Picture 2" descr="A black arrow with a white background&#10;&#10;Description automatically generated">
            <a:extLst>
              <a:ext uri="{FF2B5EF4-FFF2-40B4-BE49-F238E27FC236}">
                <a16:creationId xmlns:a16="http://schemas.microsoft.com/office/drawing/2014/main" id="{5EAC510D-E8E4-2FF0-6A13-7B956237FFF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99592" y="1938658"/>
            <a:ext cx="1954996" cy="1903277"/>
          </a:xfrm>
          <a:prstGeom prst="rect">
            <a:avLst/>
          </a:prstGeom>
        </p:spPr>
      </p:pic>
      <p:pic>
        <p:nvPicPr>
          <p:cNvPr id="4" name="Picture 3" descr="A group of metal objects&#10;&#10;Description automatically generated">
            <a:extLst>
              <a:ext uri="{FF2B5EF4-FFF2-40B4-BE49-F238E27FC236}">
                <a16:creationId xmlns:a16="http://schemas.microsoft.com/office/drawing/2014/main" id="{489FE860-5C48-34F6-9D59-A5F5B976BB0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28949" y="4100550"/>
            <a:ext cx="2761820" cy="1884928"/>
          </a:xfrm>
          <a:prstGeom prst="rect">
            <a:avLst/>
          </a:prstGeom>
        </p:spPr>
      </p:pic>
    </p:spTree>
    <p:extLst>
      <p:ext uri="{BB962C8B-B14F-4D97-AF65-F5344CB8AC3E}">
        <p14:creationId xmlns:p14="http://schemas.microsoft.com/office/powerpoint/2010/main" val="1799763980"/>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547664" y="2132856"/>
            <a:ext cx="6840760" cy="46696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dirty="0"/>
              <a:t>يمكن توفير كهرباء التيار المستمر من خلال عدد من المصادر</a:t>
            </a:r>
          </a:p>
          <a:p>
            <a:pPr indent="0" rtl="1">
              <a:buNone/>
            </a:pPr>
            <a:endParaRPr lang="pt-BR" altLang="en-US" sz="2200" dirty="0"/>
          </a:p>
          <a:p>
            <a:pPr marL="4479925" indent="-260350" rtl="1"/>
            <a:r>
              <a:rPr lang="ar" sz="2200" dirty="0"/>
              <a:t>الخلايا</a:t>
            </a:r>
          </a:p>
          <a:p>
            <a:pPr marL="4479925" indent="-260350" rtl="1"/>
            <a:r>
              <a:rPr lang="ar" sz="2200" dirty="0"/>
              <a:t>البطاريات</a:t>
            </a:r>
          </a:p>
          <a:p>
            <a:pPr marL="4479925" indent="-260350" rtl="1"/>
            <a:r>
              <a:rPr lang="ar" sz="2200" dirty="0"/>
              <a:t>مصادر الإمداد بالطاقة المستقرة</a:t>
            </a:r>
          </a:p>
          <a:p>
            <a:pPr marL="4479925" indent="-260350" rtl="1"/>
            <a:r>
              <a:rPr lang="ar" sz="2200" dirty="0"/>
              <a:t>الخلايا والمصفوفات الكهروضوئية</a:t>
            </a:r>
          </a:p>
          <a:p>
            <a:pPr marL="685800" rtl="1"/>
            <a:endParaRPr lang="pt-BR" altLang="en-US" sz="2200" dirty="0"/>
          </a:p>
          <a:p>
            <a:pPr indent="0" rtl="1">
              <a:buNone/>
            </a:pPr>
            <a:endParaRPr lang="pt-BR" altLang="en-US" sz="2200" dirty="0"/>
          </a:p>
          <a:p>
            <a:pPr indent="0" rtl="1">
              <a:buNone/>
            </a:pPr>
            <a:r>
              <a:rPr lang="ar" sz="2200" dirty="0"/>
              <a:t>جميع مصادر الطاقة لديها مقاومة داخلية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(ب3) - شبكات التيار المستمر</a:t>
            </a:r>
          </a:p>
        </p:txBody>
      </p:sp>
      <p:sp>
        <p:nvSpPr>
          <p:cNvPr id="2" name="Footer Placeholder 2">
            <a:extLst>
              <a:ext uri="{FF2B5EF4-FFF2-40B4-BE49-F238E27FC236}">
                <a16:creationId xmlns:a16="http://schemas.microsoft.com/office/drawing/2014/main" id="{62D0FC63-6EF1-DF49-EE62-A448A4EB9C8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3" name="Picture 2" descr="A group of batteries in a pile&#10;&#10;Description automatically generated">
            <a:extLst>
              <a:ext uri="{FF2B5EF4-FFF2-40B4-BE49-F238E27FC236}">
                <a16:creationId xmlns:a16="http://schemas.microsoft.com/office/drawing/2014/main" id="{CC47F0E8-7341-DF87-04AF-D3C1F53BD22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30152" y="2636912"/>
            <a:ext cx="3858272" cy="2854915"/>
          </a:xfrm>
          <a:prstGeom prst="rect">
            <a:avLst/>
          </a:prstGeom>
        </p:spPr>
      </p:pic>
    </p:spTree>
    <p:extLst>
      <p:ext uri="{BB962C8B-B14F-4D97-AF65-F5344CB8AC3E}">
        <p14:creationId xmlns:p14="http://schemas.microsoft.com/office/powerpoint/2010/main" val="336718105"/>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547664" y="1844824"/>
            <a:ext cx="6840760" cy="46696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dirty="0"/>
              <a:t>يمكن أن تتضمن شبكة التيار المستمر مكونات متصلة بالتسلسل أو بالتزامن أو مزيج من الاثنين.</a:t>
            </a:r>
          </a:p>
          <a:p>
            <a:pPr indent="0" rtl="1">
              <a:buNone/>
            </a:pPr>
            <a:endParaRPr lang="pt-BR" altLang="en-US" sz="2200" dirty="0"/>
          </a:p>
          <a:p>
            <a:pPr indent="0" rtl="1">
              <a:buNone/>
            </a:pPr>
            <a:endParaRPr lang="pt-BR" altLang="en-US" sz="2200" dirty="0"/>
          </a:p>
          <a:p>
            <a:pPr indent="0" rtl="1">
              <a:buNone/>
            </a:pPr>
            <a:endParaRPr lang="pt-BR" altLang="en-US" sz="22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(ب3) - شبكات التيار المستمر</a:t>
            </a:r>
          </a:p>
        </p:txBody>
      </p:sp>
      <p:pic>
        <p:nvPicPr>
          <p:cNvPr id="3" name="Picture 2">
            <a:extLst>
              <a:ext uri="{FF2B5EF4-FFF2-40B4-BE49-F238E27FC236}">
                <a16:creationId xmlns:a16="http://schemas.microsoft.com/office/drawing/2014/main" id="{8098F830-5AC2-918E-D41C-CEB2D7E74815}"/>
              </a:ext>
            </a:extLst>
          </p:cNvPr>
          <p:cNvPicPr>
            <a:picLocks noChangeAspect="1"/>
          </p:cNvPicPr>
          <p:nvPr/>
        </p:nvPicPr>
        <p:blipFill>
          <a:blip r:embed="rId4"/>
          <a:stretch>
            <a:fillRect/>
          </a:stretch>
        </p:blipFill>
        <p:spPr>
          <a:xfrm>
            <a:off x="970073" y="2620337"/>
            <a:ext cx="3817951" cy="2339543"/>
          </a:xfrm>
          <a:prstGeom prst="rect">
            <a:avLst/>
          </a:prstGeom>
        </p:spPr>
      </p:pic>
      <p:pic>
        <p:nvPicPr>
          <p:cNvPr id="5" name="Picture 4">
            <a:extLst>
              <a:ext uri="{FF2B5EF4-FFF2-40B4-BE49-F238E27FC236}">
                <a16:creationId xmlns:a16="http://schemas.microsoft.com/office/drawing/2014/main" id="{53CC65C2-BF4D-E6BB-0507-B19BCF8B964A}"/>
              </a:ext>
            </a:extLst>
          </p:cNvPr>
          <p:cNvPicPr>
            <a:picLocks noChangeAspect="1"/>
          </p:cNvPicPr>
          <p:nvPr/>
        </p:nvPicPr>
        <p:blipFill>
          <a:blip r:embed="rId5"/>
          <a:stretch>
            <a:fillRect/>
          </a:stretch>
        </p:blipFill>
        <p:spPr>
          <a:xfrm>
            <a:off x="5007843" y="2564904"/>
            <a:ext cx="3317701" cy="2422013"/>
          </a:xfrm>
          <a:prstGeom prst="rect">
            <a:avLst/>
          </a:prstGeom>
        </p:spPr>
      </p:pic>
      <p:sp>
        <p:nvSpPr>
          <p:cNvPr id="6" name="TextBox 5">
            <a:extLst>
              <a:ext uri="{FF2B5EF4-FFF2-40B4-BE49-F238E27FC236}">
                <a16:creationId xmlns:a16="http://schemas.microsoft.com/office/drawing/2014/main" id="{1D518E66-6ADD-54F7-987E-E3D35EDD41B1}"/>
              </a:ext>
            </a:extLst>
          </p:cNvPr>
          <p:cNvSpPr txBox="1"/>
          <p:nvPr/>
        </p:nvSpPr>
        <p:spPr>
          <a:xfrm>
            <a:off x="4909327" y="5003743"/>
            <a:ext cx="3609529"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المقاومات المتصلة بالتسلسل والمتصلة بالتوازي</a:t>
            </a:r>
          </a:p>
          <a:p>
            <a:pPr rtl="1"/>
            <a:r>
              <a:rPr lang="ar" sz="2000" dirty="0">
                <a:latin typeface="Sakkal Majalla" panose="02000000000000000000" pitchFamily="2" charset="-78"/>
                <a:cs typeface="Sakkal Majalla" panose="02000000000000000000" pitchFamily="2" charset="-78"/>
              </a:rPr>
              <a:t>في هذه الدائرة، احسب مقاومة المقاومات المتصلة بالتسلسل، ثم تعامل معها كمقاومة أخرى متصلة بالتسلسل.</a:t>
            </a:r>
          </a:p>
        </p:txBody>
      </p:sp>
      <p:sp>
        <p:nvSpPr>
          <p:cNvPr id="7" name="TextBox 6">
            <a:extLst>
              <a:ext uri="{FF2B5EF4-FFF2-40B4-BE49-F238E27FC236}">
                <a16:creationId xmlns:a16="http://schemas.microsoft.com/office/drawing/2014/main" id="{3CAE19FF-21F7-872D-DC92-F500238AB7E5}"/>
              </a:ext>
            </a:extLst>
          </p:cNvPr>
          <p:cNvSpPr txBox="1"/>
          <p:nvPr/>
        </p:nvSpPr>
        <p:spPr>
          <a:xfrm>
            <a:off x="628939" y="4986917"/>
            <a:ext cx="3956643"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المكثفات المتصلة بالتسلسل والمتصلة بالتوازي</a:t>
            </a:r>
          </a:p>
          <a:p>
            <a:pPr rtl="1"/>
            <a:r>
              <a:rPr lang="ar" sz="2000" dirty="0">
                <a:latin typeface="Sakkal Majalla" panose="02000000000000000000" pitchFamily="2" charset="-78"/>
                <a:cs typeface="Sakkal Majalla" panose="02000000000000000000" pitchFamily="2" charset="-78"/>
              </a:rPr>
              <a:t>في هذه الدائرة، احسب السعة الكهربية للمكثفين المتصلين بالتسلسل، ثم تعامل معها باعتبارها مكثِّفًا واحدًا. </a:t>
            </a:r>
          </a:p>
        </p:txBody>
      </p:sp>
      <p:sp>
        <p:nvSpPr>
          <p:cNvPr id="2" name="Footer Placeholder 2">
            <a:extLst>
              <a:ext uri="{FF2B5EF4-FFF2-40B4-BE49-F238E27FC236}">
                <a16:creationId xmlns:a16="http://schemas.microsoft.com/office/drawing/2014/main" id="{1750C387-2DF1-377C-DF3B-0050EFE505BB}"/>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411441737"/>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232779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المغناطيسية والحث الكهرومغناطيسي</a:t>
            </a:r>
          </a:p>
          <a:p>
            <a:pPr algn="ctr" rtl="1"/>
            <a:r>
              <a:rPr lang="ar" sz="3800" b="1" dirty="0">
                <a:latin typeface="Sakkal Majalla" panose="02000000000000000000" pitchFamily="2" charset="-78"/>
                <a:cs typeface="Sakkal Majalla" panose="02000000000000000000" pitchFamily="2" charset="-78"/>
              </a:rPr>
              <a:t>في الهندسة</a:t>
            </a:r>
          </a:p>
        </p:txBody>
      </p:sp>
      <p:sp>
        <p:nvSpPr>
          <p:cNvPr id="2" name="Content Placeholder 3">
            <a:extLst>
              <a:ext uri="{FF2B5EF4-FFF2-40B4-BE49-F238E27FC236}">
                <a16:creationId xmlns:a16="http://schemas.microsoft.com/office/drawing/2014/main" id="{51229EE6-56C6-6B27-CF8C-CC6CB1002E83}"/>
              </a:ext>
            </a:extLst>
          </p:cNvPr>
          <p:cNvSpPr txBox="1">
            <a:spLocks noChangeArrowheads="1"/>
          </p:cNvSpPr>
          <p:nvPr/>
        </p:nvSpPr>
        <p:spPr bwMode="auto">
          <a:xfrm>
            <a:off x="339876" y="3535345"/>
            <a:ext cx="843528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المغناطيسية</a:t>
            </a:r>
          </a:p>
          <a:p>
            <a:pPr marL="685800" rtl="1"/>
            <a:r>
              <a:rPr lang="ar" sz="2600" kern="0" dirty="0">
                <a:latin typeface="Sakkal Majalla" panose="02000000000000000000" pitchFamily="2" charset="-78"/>
                <a:cs typeface="Sakkal Majalla" panose="02000000000000000000" pitchFamily="2" charset="-78"/>
              </a:rPr>
              <a:t>الحث الكهرومغناطيسي</a:t>
            </a:r>
          </a:p>
        </p:txBody>
      </p:sp>
      <p:sp>
        <p:nvSpPr>
          <p:cNvPr id="3" name="Footer Placeholder 2">
            <a:extLst>
              <a:ext uri="{FF2B5EF4-FFF2-40B4-BE49-F238E27FC236}">
                <a16:creationId xmlns:a16="http://schemas.microsoft.com/office/drawing/2014/main" id="{277EEB74-A5A8-1A16-C5D6-C342D9AC4442}"/>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604185693"/>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2300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2" y="1485156"/>
            <a:ext cx="8784976" cy="1079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دراسة المغناطيسية والحث الكهرومغناطيسي في الهندسة</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0C32A607-4EE3-7649-98ED-DD46FCBEA4A4}"/>
                  </a:ext>
                </a:extLst>
              </p:cNvPr>
              <p:cNvSpPr>
                <a:spLocks noGrp="1" noChangeArrowheads="1"/>
              </p:cNvSpPr>
              <p:nvPr>
                <p:ph sz="half" idx="2"/>
              </p:nvPr>
            </p:nvSpPr>
            <p:spPr bwMode="auto">
              <a:xfrm>
                <a:off x="395536" y="2492896"/>
                <a:ext cx="8784976" cy="2952328"/>
              </a:xfrm>
              <a:noFill/>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(ج1) - المغناطيسية</a:t>
                </a:r>
              </a:p>
              <a:p>
                <a:pPr indent="0" rtl="1">
                  <a:buNone/>
                </a:pPr>
                <a:r>
                  <a:rPr lang="ar" sz="2600" b="1" dirty="0"/>
                  <a:t>خواص المجالات المغناطيسية</a:t>
                </a:r>
                <a:endParaRPr lang="en-GB" altLang="en-US" sz="2600" dirty="0"/>
              </a:p>
              <a:p>
                <a:pPr marL="685800" rtl="1"/>
                <a:r>
                  <a:rPr lang="ar" sz="2200" b="1" dirty="0"/>
                  <a:t>كثافة التدفق</a:t>
                </a:r>
                <a:r>
                  <a:rPr lang="ar" sz="2200" dirty="0"/>
                  <a:t> - عدد الخطوط المغناطيسية لكل وحدة من مساحة المقطع العرضي</a:t>
                </a:r>
              </a:p>
              <a:p>
                <a:pPr marL="685800" rtl="1"/>
                <a:r>
                  <a:rPr lang="ar" sz="2200" b="1" dirty="0"/>
                  <a:t>شدة المجال</a:t>
                </a:r>
                <a:r>
                  <a:rPr lang="ar" sz="2200" dirty="0"/>
                  <a:t> - شدة المجال المغناطيسي عند نقطة</a:t>
                </a:r>
              </a:p>
              <a:p>
                <a:pPr indent="0" rtl="1">
                  <a:buNone/>
                </a:pPr>
                <a14:m>
                  <m:oMathPara xmlns:m="http://schemas.openxmlformats.org/officeDocument/2006/math">
                    <m:oMathParaPr>
                      <m:jc m:val="centerGroup"/>
                    </m:oMathParaPr>
                    <m:oMath xmlns:m="http://schemas.openxmlformats.org/officeDocument/2006/math">
                      <m:r>
                        <a:rPr lang="en-US" altLang="en-US" sz="2200" b="0" i="1" smtClean="0">
                          <a:latin typeface="Cambria Math" panose="02040503050406030204" pitchFamily="18" charset="0"/>
                        </a:rPr>
                        <m:t>𝐻</m:t>
                      </m:r>
                      <m:r>
                        <a:rPr lang="en-US" altLang="en-US" sz="2200" b="0" i="1" smtClean="0">
                          <a:latin typeface="Cambria Math" panose="02040503050406030204" pitchFamily="18" charset="0"/>
                        </a:rPr>
                        <m:t>=</m:t>
                      </m:r>
                      <m:f>
                        <m:fPr>
                          <m:ctrlPr>
                            <a:rPr lang="en-US" altLang="en-US" sz="2200" b="0" i="1" smtClean="0">
                              <a:latin typeface="Cambria Math" panose="02040503050406030204" pitchFamily="18" charset="0"/>
                            </a:rPr>
                          </m:ctrlPr>
                        </m:fPr>
                        <m:num>
                          <m:r>
                            <a:rPr lang="en-US" altLang="en-US" sz="2200" b="0" i="1" smtClean="0">
                              <a:latin typeface="Cambria Math" panose="02040503050406030204" pitchFamily="18" charset="0"/>
                            </a:rPr>
                            <m:t>𝑁𝐼</m:t>
                          </m:r>
                        </m:num>
                        <m:den>
                          <m:r>
                            <a:rPr lang="en-US" altLang="en-US" sz="2200" b="0" i="1" smtClean="0">
                              <a:latin typeface="Cambria Math" panose="02040503050406030204" pitchFamily="18" charset="0"/>
                            </a:rPr>
                            <m:t>𝑙</m:t>
                          </m:r>
                        </m:den>
                      </m:f>
                    </m:oMath>
                  </m:oMathPara>
                </a14:m>
                <a:endParaRPr lang="en-US" altLang="en-US" sz="2200" dirty="0"/>
              </a:p>
              <a:p>
                <a:pPr marL="685800" rtl="1"/>
                <a:r>
                  <a:rPr lang="ar" sz="2200" b="1" dirty="0"/>
                  <a:t>التخلف</a:t>
                </a:r>
                <a:r>
                  <a:rPr lang="ar" sz="2200" dirty="0"/>
                  <a:t> - العلاقة بين شدة المجال المغناطيسي وكثافة التدفق</a:t>
                </a:r>
              </a:p>
              <a:p>
                <a:pPr marL="685800" rtl="1"/>
                <a:r>
                  <a:rPr lang="ar" sz="2200" b="1" dirty="0"/>
                  <a:t>القوة الدافعة المغناطيسية (mmf)</a:t>
                </a:r>
                <a:r>
                  <a:rPr lang="ar" sz="2200" dirty="0"/>
                  <a:t> - القوة الناتجة عن تدفق التيار عبر الموصل.</a:t>
                </a:r>
              </a:p>
              <a:p>
                <a:pPr indent="0" rtl="1">
                  <a:buNone/>
                </a:pPr>
                <a14:m>
                  <m:oMathPara xmlns:m="http://schemas.openxmlformats.org/officeDocument/2006/math">
                    <m:oMathParaPr>
                      <m:jc m:val="centerGroup"/>
                    </m:oMathParaPr>
                    <m:oMath xmlns:m="http://schemas.openxmlformats.org/officeDocument/2006/math">
                      <m:sSub>
                        <m:sSubPr>
                          <m:ctrlPr>
                            <a:rPr lang="en-US" altLang="en-US" sz="2200" i="1" smtClean="0">
                              <a:latin typeface="Cambria Math" panose="02040503050406030204" pitchFamily="18" charset="0"/>
                            </a:rPr>
                          </m:ctrlPr>
                        </m:sSubPr>
                        <m:e>
                          <m:r>
                            <a:rPr lang="en-US" altLang="en-US" sz="2200" b="0" i="1" smtClean="0">
                              <a:latin typeface="Cambria Math" panose="02040503050406030204" pitchFamily="18" charset="0"/>
                            </a:rPr>
                            <m:t>𝐹</m:t>
                          </m:r>
                        </m:e>
                        <m:sub>
                          <m:r>
                            <a:rPr lang="en-US" altLang="en-US" sz="2200" b="0" i="1" smtClean="0">
                              <a:latin typeface="Cambria Math" panose="02040503050406030204" pitchFamily="18" charset="0"/>
                            </a:rPr>
                            <m:t>𝑚</m:t>
                          </m:r>
                        </m:sub>
                      </m:sSub>
                      <m:r>
                        <a:rPr lang="en-US" altLang="en-US" sz="2200" b="0" i="1" smtClean="0">
                          <a:latin typeface="Cambria Math" panose="02040503050406030204" pitchFamily="18" charset="0"/>
                        </a:rPr>
                        <m:t>=</m:t>
                      </m:r>
                      <m:r>
                        <a:rPr lang="en-US" altLang="en-US" sz="2200" b="0" i="1" smtClean="0">
                          <a:latin typeface="Cambria Math" panose="02040503050406030204" pitchFamily="18" charset="0"/>
                        </a:rPr>
                        <m:t>𝑁𝐼</m:t>
                      </m:r>
                    </m:oMath>
                  </m:oMathPara>
                </a14:m>
                <a:endParaRPr lang="en-US" altLang="en-US" sz="2200" dirty="0"/>
              </a:p>
            </p:txBody>
          </p:sp>
        </mc:Choice>
        <mc:Fallback xmlns="">
          <p:sp>
            <p:nvSpPr>
              <p:cNvPr id="2" name="Content Placeholder 3">
                <a:extLst>
                  <a:ext uri="{FF2B5EF4-FFF2-40B4-BE49-F238E27FC236}">
                    <a16:creationId xmlns:a16="http://schemas.microsoft.com/office/drawing/2014/main" id="{0C32A607-4EE3-7649-98ED-DD46FCBEA4A4}"/>
                  </a:ext>
                </a:extLst>
              </p:cNvPr>
              <p:cNvSpPr>
                <a:spLocks noGrp="1" noRot="1" noChangeAspect="1" noMove="1" noResize="1" noEditPoints="1" noAdjustHandles="1" noChangeArrowheads="1" noChangeShapeType="1" noTextEdit="1"/>
              </p:cNvSpPr>
              <p:nvPr>
                <p:ph sz="half" idx="2"/>
              </p:nvPr>
            </p:nvSpPr>
            <p:spPr bwMode="auto">
              <a:xfrm>
                <a:off x="395536" y="2492896"/>
                <a:ext cx="8784976" cy="2952328"/>
              </a:xfrm>
              <a:blipFill>
                <a:blip r:embed="rId4"/>
                <a:stretch>
                  <a:fillRect t="-1860" b="-18388"/>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3" name="Footer Placeholder 2">
            <a:extLst>
              <a:ext uri="{FF2B5EF4-FFF2-40B4-BE49-F238E27FC236}">
                <a16:creationId xmlns:a16="http://schemas.microsoft.com/office/drawing/2014/main" id="{470EB27F-C4B3-D446-FFAE-8DFC7CCFF9DA}"/>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12300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2" y="1629420"/>
            <a:ext cx="87849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دراسة المغناطيسية </a:t>
            </a:r>
            <a:br>
              <a:rPr lang="en-GB" altLang="en-US" sz="3400" b="1" dirty="0">
                <a:latin typeface="Sakkal Majalla" panose="02000000000000000000" pitchFamily="2" charset="-78"/>
                <a:cs typeface="Sakkal Majalla" panose="02000000000000000000" pitchFamily="2" charset="-78"/>
              </a:rPr>
            </a:br>
            <a:r>
              <a:rPr lang="ar" sz="3400" b="1" dirty="0">
                <a:latin typeface="Sakkal Majalla" panose="02000000000000000000" pitchFamily="2" charset="-78"/>
                <a:cs typeface="Sakkal Majalla" panose="02000000000000000000" pitchFamily="2" charset="-78"/>
              </a:rPr>
              <a:t>والحث الكهرومغناطيسي في الهندسة</a:t>
            </a:r>
          </a:p>
        </p:txBody>
      </p:sp>
      <p:sp>
        <p:nvSpPr>
          <p:cNvPr id="2" name="Content Placeholder 3">
            <a:extLst>
              <a:ext uri="{FF2B5EF4-FFF2-40B4-BE49-F238E27FC236}">
                <a16:creationId xmlns:a16="http://schemas.microsoft.com/office/drawing/2014/main" id="{0C32A607-4EE3-7649-98ED-DD46FCBEA4A4}"/>
              </a:ext>
            </a:extLst>
          </p:cNvPr>
          <p:cNvSpPr>
            <a:spLocks noGrp="1" noChangeArrowheads="1"/>
          </p:cNvSpPr>
          <p:nvPr>
            <p:ph sz="half" idx="2"/>
          </p:nvPr>
        </p:nvSpPr>
        <p:spPr bwMode="auto">
          <a:xfrm>
            <a:off x="395536" y="2996952"/>
            <a:ext cx="8784976" cy="29523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خواص المجالات المغناطيسية (تابع)</a:t>
            </a:r>
            <a:endParaRPr lang="en-GB" altLang="en-US" sz="2600" dirty="0"/>
          </a:p>
          <a:p>
            <a:pPr marL="685800" rtl="1"/>
            <a:r>
              <a:rPr lang="ar" sz="2200" b="1" dirty="0"/>
              <a:t>النفاذية</a:t>
            </a:r>
            <a:r>
              <a:rPr lang="ar" sz="2200" dirty="0"/>
              <a:t> - مقدار المغناطيسية التي يتم إنتاجها استجابة للمجال المغناطيسي</a:t>
            </a:r>
          </a:p>
          <a:p>
            <a:pPr marL="685800" rtl="1"/>
            <a:r>
              <a:rPr lang="ar" sz="2200" dirty="0"/>
              <a:t>يتم الحصول على نفاذية الفراغ الحر من خلال:</a:t>
            </a:r>
          </a:p>
          <a:p>
            <a:pPr indent="0" rtl="1">
              <a:buNone/>
            </a:pPr>
            <a:r>
              <a:rPr lang="en-US" sz="2000" dirty="0"/>
              <a:t>				</a:t>
            </a:r>
            <a:r>
              <a:rPr lang="en-US" sz="2000" b="0" i="1" u="none" strike="noStrike" dirty="0">
                <a:latin typeface="TimesNewRomanPS-ItalicMT"/>
              </a:rPr>
              <a:t>μ</a:t>
            </a:r>
            <a:r>
              <a:rPr lang="en-US" sz="2000" b="0" i="1" u="none" strike="noStrike" baseline="-25000" dirty="0">
                <a:latin typeface="Times New Roman" panose="02020603050405020304" pitchFamily="18" charset="0"/>
              </a:rPr>
              <a:t>0</a:t>
            </a:r>
            <a:r>
              <a:rPr lang="en-US" sz="2000" b="0" i="1" u="none" strike="noStrike" dirty="0">
                <a:latin typeface="Times New Roman" panose="02020603050405020304" pitchFamily="18" charset="0"/>
              </a:rPr>
              <a:t> </a:t>
            </a:r>
            <a:r>
              <a:rPr lang="en-US" sz="2000" b="0" i="0" u="none" strike="noStrike" dirty="0">
                <a:latin typeface="OpenSans"/>
              </a:rPr>
              <a:t>= 4</a:t>
            </a:r>
            <a:r>
              <a:rPr lang="en-US" sz="2000" b="0" i="1" u="none" strike="noStrike" dirty="0">
                <a:latin typeface="TimesNewRomanPS-ItalicMT"/>
              </a:rPr>
              <a:t>π </a:t>
            </a:r>
            <a:r>
              <a:rPr lang="en-US" sz="2000" b="0" i="0" u="none" strike="noStrike" dirty="0">
                <a:latin typeface="OpenSans"/>
              </a:rPr>
              <a:t>× 10</a:t>
            </a:r>
            <a:r>
              <a:rPr lang="en-US" sz="2000" b="0" i="0" u="none" strike="noStrike" baseline="30000" dirty="0">
                <a:latin typeface="OpenSans"/>
              </a:rPr>
              <a:t>−7</a:t>
            </a:r>
            <a:r>
              <a:rPr lang="en-US" sz="2000" b="0" i="0" u="none" strike="noStrike" dirty="0">
                <a:latin typeface="OpenSans"/>
              </a:rPr>
              <a:t> </a:t>
            </a:r>
            <a:r>
              <a:rPr lang="en-US" sz="2000" b="0" i="1" u="none" strike="noStrike" dirty="0">
                <a:latin typeface="Times New Roman" panose="02020603050405020304" pitchFamily="18" charset="0"/>
              </a:rPr>
              <a:t>H/m</a:t>
            </a:r>
          </a:p>
          <a:p>
            <a:pPr indent="0" rtl="1">
              <a:buNone/>
            </a:pPr>
            <a:endParaRPr lang="en-GB" altLang="en-US" sz="2200" dirty="0"/>
          </a:p>
          <a:p>
            <a:pPr marL="685800" rtl="1"/>
            <a:r>
              <a:rPr lang="ar" sz="2200" b="1" dirty="0"/>
              <a:t>التردد </a:t>
            </a:r>
            <a:r>
              <a:rPr lang="ar" sz="2200" dirty="0"/>
              <a:t>- نسبة القوة الدافعة المغناطيسية إلى التدفق المغناطيسي</a:t>
            </a:r>
          </a:p>
          <a:p>
            <a:pPr indent="0" rtl="1">
              <a:buNone/>
            </a:pPr>
            <a:r>
              <a:rPr lang="ar" dirty="0"/>
              <a:t> </a:t>
            </a:r>
          </a:p>
        </p:txBody>
      </p:sp>
      <p:sp>
        <p:nvSpPr>
          <p:cNvPr id="3" name="Footer Placeholder 2">
            <a:extLst>
              <a:ext uri="{FF2B5EF4-FFF2-40B4-BE49-F238E27FC236}">
                <a16:creationId xmlns:a16="http://schemas.microsoft.com/office/drawing/2014/main" id="{B9D04A63-206F-6B20-0A8C-4246B9867E9B}"/>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225438429"/>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0C32A607-4EE3-7649-98ED-DD46FCBEA4A4}"/>
              </a:ext>
            </a:extLst>
          </p:cNvPr>
          <p:cNvSpPr>
            <a:spLocks noGrp="1" noChangeArrowheads="1"/>
          </p:cNvSpPr>
          <p:nvPr>
            <p:ph sz="half" idx="2"/>
          </p:nvPr>
        </p:nvSpPr>
        <p:spPr bwMode="auto">
          <a:xfrm>
            <a:off x="395536" y="1124744"/>
            <a:ext cx="835292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المنحنيات وحلقات التمغنط B/H</a:t>
            </a:r>
            <a:endParaRPr lang="en-GB" altLang="en-US" sz="2600" dirty="0"/>
          </a:p>
          <a:p>
            <a:pPr indent="0" rtl="1">
              <a:buNone/>
            </a:pPr>
            <a:r>
              <a:rPr lang="ar" sz="2600" dirty="0"/>
              <a:t> </a:t>
            </a:r>
          </a:p>
        </p:txBody>
      </p:sp>
      <p:pic>
        <p:nvPicPr>
          <p:cNvPr id="5" name="Picture 4">
            <a:extLst>
              <a:ext uri="{FF2B5EF4-FFF2-40B4-BE49-F238E27FC236}">
                <a16:creationId xmlns:a16="http://schemas.microsoft.com/office/drawing/2014/main" id="{BF43AABC-3932-B8C7-5AE5-384C40C87EF8}"/>
              </a:ext>
            </a:extLst>
          </p:cNvPr>
          <p:cNvPicPr>
            <a:picLocks noChangeAspect="1"/>
          </p:cNvPicPr>
          <p:nvPr/>
        </p:nvPicPr>
        <p:blipFill>
          <a:blip r:embed="rId4"/>
          <a:stretch>
            <a:fillRect/>
          </a:stretch>
        </p:blipFill>
        <p:spPr>
          <a:xfrm>
            <a:off x="4419980" y="1593513"/>
            <a:ext cx="3185436" cy="2339543"/>
          </a:xfrm>
          <a:prstGeom prst="rect">
            <a:avLst/>
          </a:prstGeom>
        </p:spPr>
      </p:pic>
      <p:pic>
        <p:nvPicPr>
          <p:cNvPr id="7" name="Picture 6">
            <a:extLst>
              <a:ext uri="{FF2B5EF4-FFF2-40B4-BE49-F238E27FC236}">
                <a16:creationId xmlns:a16="http://schemas.microsoft.com/office/drawing/2014/main" id="{8A66DB54-E845-F0C6-7D3F-2FF3B5011CFA}"/>
              </a:ext>
            </a:extLst>
          </p:cNvPr>
          <p:cNvPicPr>
            <a:picLocks noChangeAspect="1"/>
          </p:cNvPicPr>
          <p:nvPr/>
        </p:nvPicPr>
        <p:blipFill>
          <a:blip r:embed="rId5"/>
          <a:stretch>
            <a:fillRect/>
          </a:stretch>
        </p:blipFill>
        <p:spPr>
          <a:xfrm>
            <a:off x="1835696" y="1709889"/>
            <a:ext cx="1780517" cy="1971856"/>
          </a:xfrm>
          <a:prstGeom prst="rect">
            <a:avLst/>
          </a:prstGeom>
        </p:spPr>
      </p:pic>
      <p:sp>
        <p:nvSpPr>
          <p:cNvPr id="9" name="TextBox 8">
            <a:extLst>
              <a:ext uri="{FF2B5EF4-FFF2-40B4-BE49-F238E27FC236}">
                <a16:creationId xmlns:a16="http://schemas.microsoft.com/office/drawing/2014/main" id="{763A4EF4-3760-231D-DF15-BB860072B23E}"/>
              </a:ext>
            </a:extLst>
          </p:cNvPr>
          <p:cNvSpPr txBox="1"/>
          <p:nvPr/>
        </p:nvSpPr>
        <p:spPr>
          <a:xfrm>
            <a:off x="1403648" y="4077072"/>
            <a:ext cx="7336680" cy="1692771"/>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منحنى أو حلقة B/H عبارة عن مخطط للتخلف المغناطيسي.</a:t>
            </a:r>
          </a:p>
          <a:p>
            <a:pPr rtl="1"/>
            <a:r>
              <a:rPr lang="ar" sz="2600" dirty="0">
                <a:latin typeface="Sakkal Majalla" panose="02000000000000000000" pitchFamily="2" charset="-78"/>
                <a:cs typeface="Sakkal Majalla" panose="02000000000000000000" pitchFamily="2" charset="-78"/>
              </a:rPr>
              <a:t>يتم رسم كثافة التدفق (B) على المحور الرأسي ويتم رسم شدة المجال المغناطيسي (H) على المحور الأفقي. </a:t>
            </a:r>
          </a:p>
          <a:p>
            <a:pPr rtl="1"/>
            <a:r>
              <a:rPr lang="ar" sz="2600" dirty="0">
                <a:latin typeface="Sakkal Majalla" panose="02000000000000000000" pitchFamily="2" charset="-78"/>
                <a:cs typeface="Sakkal Majalla" panose="02000000000000000000" pitchFamily="2" charset="-78"/>
              </a:rPr>
              <a:t>يمكن استخدام منحنى B/H لحساب النفاذية والتردد.</a:t>
            </a:r>
          </a:p>
        </p:txBody>
      </p:sp>
      <p:sp>
        <p:nvSpPr>
          <p:cNvPr id="4" name="Rectangle 3">
            <a:extLst>
              <a:ext uri="{FF2B5EF4-FFF2-40B4-BE49-F238E27FC236}">
                <a16:creationId xmlns:a16="http://schemas.microsoft.com/office/drawing/2014/main" id="{D54EC783-F889-5CDF-0113-4C2FACC632B3}"/>
              </a:ext>
            </a:extLst>
          </p:cNvPr>
          <p:cNvSpPr/>
          <p:nvPr/>
        </p:nvSpPr>
        <p:spPr>
          <a:xfrm>
            <a:off x="4480560" y="2148331"/>
            <a:ext cx="182880" cy="1255776"/>
          </a:xfrm>
          <a:prstGeom prst="rect">
            <a:avLst/>
          </a:prstGeom>
          <a:solidFill>
            <a:srgbClr val="FFFFFF"/>
          </a:solidFill>
        </p:spPr>
        <p:txBody>
          <a:bodyPr vert="vert270" lIns="0" tIns="0" rIns="0" bIns="0" rtlCol="1">
            <a:noAutofit/>
          </a:bodyPr>
          <a:lstStyle/>
          <a:p>
            <a:pPr indent="0" algn="ctr" rtl="1">
              <a:lnSpc>
                <a:spcPct val="61000"/>
              </a:lnSpc>
              <a:spcAft>
                <a:spcPts val="910"/>
              </a:spcAft>
            </a:pPr>
            <a:r>
              <a:rPr lang="ar" sz="1100" dirty="0">
                <a:solidFill>
                  <a:srgbClr val="53494C"/>
                </a:solidFill>
                <a:latin typeface="Sakkal Majalla" panose="02000000000000000000" pitchFamily="2" charset="-78"/>
                <a:cs typeface="Sakkal Majalla" panose="02000000000000000000" pitchFamily="2" charset="-78"/>
              </a:rPr>
              <a:t>كثافة التدفق المغناطيسي (B)</a:t>
            </a:r>
            <a:endParaRPr lang="en-US" sz="1100" dirty="0">
              <a:solidFill>
                <a:srgbClr val="32343E"/>
              </a:solidFill>
              <a:latin typeface="Sakkal Majalla" panose="02000000000000000000" pitchFamily="2" charset="-78"/>
              <a:cs typeface="Sakkal Majalla" panose="02000000000000000000" pitchFamily="2" charset="-78"/>
            </a:endParaRPr>
          </a:p>
        </p:txBody>
      </p:sp>
      <p:sp>
        <p:nvSpPr>
          <p:cNvPr id="6" name="Rectangle 5">
            <a:extLst>
              <a:ext uri="{FF2B5EF4-FFF2-40B4-BE49-F238E27FC236}">
                <a16:creationId xmlns:a16="http://schemas.microsoft.com/office/drawing/2014/main" id="{1BF1CE72-A57D-AE36-FB1B-0D448736EDE3}"/>
              </a:ext>
            </a:extLst>
          </p:cNvPr>
          <p:cNvSpPr/>
          <p:nvPr/>
        </p:nvSpPr>
        <p:spPr>
          <a:xfrm>
            <a:off x="5473192" y="3768838"/>
            <a:ext cx="1307592" cy="182880"/>
          </a:xfrm>
          <a:prstGeom prst="rect">
            <a:avLst/>
          </a:prstGeom>
          <a:solidFill>
            <a:srgbClr val="FFFFFF"/>
          </a:solidFill>
        </p:spPr>
        <p:txBody>
          <a:bodyPr wrap="none" lIns="0" tIns="0" rIns="0" bIns="0" rtlCol="1">
            <a:noAutofit/>
          </a:bodyPr>
          <a:lstStyle/>
          <a:p>
            <a:pPr indent="0" algn="ctr" rtl="1"/>
            <a:r>
              <a:rPr lang="ar" sz="1100" dirty="0">
                <a:solidFill>
                  <a:srgbClr val="53494C"/>
                </a:solidFill>
                <a:latin typeface="Sakkal Majalla" panose="02000000000000000000" pitchFamily="2" charset="-78"/>
                <a:cs typeface="Sakkal Majalla" panose="02000000000000000000" pitchFamily="2" charset="-78"/>
              </a:rPr>
              <a:t>شدة المجال المغناطيسي (H)</a:t>
            </a:r>
          </a:p>
        </p:txBody>
      </p:sp>
      <p:sp>
        <p:nvSpPr>
          <p:cNvPr id="3" name="Footer Placeholder 2">
            <a:extLst>
              <a:ext uri="{FF2B5EF4-FFF2-40B4-BE49-F238E27FC236}">
                <a16:creationId xmlns:a16="http://schemas.microsoft.com/office/drawing/2014/main" id="{C774786E-FAF0-BFBA-0E79-747DA42563CD}"/>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404262885"/>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382785"/>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(ج)</a:t>
            </a:r>
            <a:br>
              <a:rPr lang="en-US" altLang="en-US" sz="2600" dirty="0"/>
            </a:br>
            <a:br>
              <a:rPr lang="en-US" altLang="en-US" sz="2600" dirty="0"/>
            </a:br>
            <a:endParaRPr lang="en-GB" altLang="en-US" sz="2600" dirty="0"/>
          </a:p>
        </p:txBody>
      </p:sp>
      <p:sp>
        <p:nvSpPr>
          <p:cNvPr id="2" name="Content Placeholder 3">
            <a:extLst>
              <a:ext uri="{FF2B5EF4-FFF2-40B4-BE49-F238E27FC236}">
                <a16:creationId xmlns:a16="http://schemas.microsoft.com/office/drawing/2014/main" id="{0C32A607-4EE3-7649-98ED-DD46FCBEA4A4}"/>
              </a:ext>
            </a:extLst>
          </p:cNvPr>
          <p:cNvSpPr>
            <a:spLocks noGrp="1" noChangeArrowheads="1"/>
          </p:cNvSpPr>
          <p:nvPr>
            <p:ph sz="half" idx="2"/>
          </p:nvPr>
        </p:nvSpPr>
        <p:spPr bwMode="auto">
          <a:xfrm>
            <a:off x="323465" y="2269681"/>
            <a:ext cx="8784976" cy="29523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dirty="0"/>
              <a:t>المواد الفيرومغناطيسية</a:t>
            </a:r>
          </a:p>
          <a:p>
            <a:pPr indent="0" rtl="1">
              <a:buNone/>
            </a:pPr>
            <a:r>
              <a:rPr lang="ar" sz="2600" dirty="0"/>
              <a:t>يمكن أن تكون هذه المواد ممغنطة بشكل دائم وتستخدم في المحولات والمحركات والمولدات.</a:t>
            </a:r>
          </a:p>
          <a:p>
            <a:pPr indent="0" rtl="1">
              <a:buNone/>
            </a:pPr>
            <a:r>
              <a:rPr lang="ar" sz="2600" dirty="0"/>
              <a:t>تشمل المواد: الحديد والنيكل والكوبالت والفولاذ.</a:t>
            </a:r>
          </a:p>
          <a:p>
            <a:pPr indent="0" rtl="1">
              <a:buNone/>
            </a:pPr>
            <a:r>
              <a:rPr lang="ar" sz="2600" b="1" dirty="0"/>
              <a:t>الحاجز المغناطيسي</a:t>
            </a:r>
          </a:p>
          <a:p>
            <a:pPr indent="0" rtl="1">
              <a:buNone/>
            </a:pPr>
            <a:r>
              <a:rPr lang="ar" sz="2600" dirty="0"/>
              <a:t>هذه هي العملية المستخدمة لحجب المجالات المغناطيسية، على سبيل المثال لحماية المعدات الحساسة من المجالات المغناطيسية الخارجية.</a:t>
            </a:r>
          </a:p>
          <a:p>
            <a:pPr indent="0" rtl="1">
              <a:buNone/>
            </a:pPr>
            <a:r>
              <a:rPr lang="ar" sz="2600" dirty="0"/>
              <a:t>تحتوي المواد المستخدمة على مستويات عالية من النفاذية المغناطيسية.</a:t>
            </a:r>
          </a:p>
        </p:txBody>
      </p:sp>
      <p:sp>
        <p:nvSpPr>
          <p:cNvPr id="3" name="Footer Placeholder 2">
            <a:extLst>
              <a:ext uri="{FF2B5EF4-FFF2-40B4-BE49-F238E27FC236}">
                <a16:creationId xmlns:a16="http://schemas.microsoft.com/office/drawing/2014/main" id="{9752A8A4-46A7-1DA4-A93B-4869AE5995E3}"/>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274580039"/>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(ج2) - الحث الكهرومغناطيسي</a:t>
            </a:r>
          </a:p>
        </p:txBody>
      </p:sp>
      <mc:AlternateContent xmlns:mc="http://schemas.openxmlformats.org/markup-compatibility/2006" xmlns:a14="http://schemas.microsoft.com/office/drawing/2010/main">
        <mc:Choice Requires="a14">
          <p:sp>
            <p:nvSpPr>
              <p:cNvPr id="3" name="Content Placeholder 3">
                <a:extLst>
                  <a:ext uri="{FF2B5EF4-FFF2-40B4-BE49-F238E27FC236}">
                    <a16:creationId xmlns:a16="http://schemas.microsoft.com/office/drawing/2014/main" id="{1D326796-D5DB-09EF-680B-DE222D433B4E}"/>
                  </a:ext>
                </a:extLst>
              </p:cNvPr>
              <p:cNvSpPr txBox="1">
                <a:spLocks noChangeArrowheads="1"/>
              </p:cNvSpPr>
              <p:nvPr/>
            </p:nvSpPr>
            <p:spPr bwMode="auto">
              <a:xfrm>
                <a:off x="395536" y="2564904"/>
                <a:ext cx="8784976" cy="295232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2600" b="1" kern="0" dirty="0">
                    <a:latin typeface="Sakkal Majalla" panose="02000000000000000000" pitchFamily="2" charset="-78"/>
                    <a:cs typeface="Sakkal Majalla" panose="02000000000000000000" pitchFamily="2" charset="-78"/>
                  </a:rPr>
                  <a:t>خواص الحث الكهرومغناطيسي</a:t>
                </a:r>
                <a:endParaRPr lang="en-GB" altLang="en-US" sz="2600" kern="0" dirty="0">
                  <a:latin typeface="Sakkal Majalla" panose="02000000000000000000" pitchFamily="2" charset="-78"/>
                  <a:cs typeface="Sakkal Majalla" panose="02000000000000000000" pitchFamily="2" charset="-78"/>
                </a:endParaRPr>
              </a:p>
              <a:p>
                <a:pPr marL="685800" rtl="1"/>
                <a:r>
                  <a:rPr lang="ar" sz="2200" b="1" kern="0" dirty="0">
                    <a:latin typeface="Sakkal Majalla" panose="02000000000000000000" pitchFamily="2" charset="-78"/>
                    <a:cs typeface="Sakkal Majalla" panose="02000000000000000000" pitchFamily="2" charset="-78"/>
                  </a:rPr>
                  <a:t>القوة الدافعة الكهربائية المستحثة (emf)</a:t>
                </a:r>
                <a:r>
                  <a:rPr lang="ar" sz="2200" kern="0" dirty="0">
                    <a:latin typeface="Sakkal Majalla" panose="02000000000000000000" pitchFamily="2" charset="-78"/>
                    <a:cs typeface="Sakkal Majalla" panose="02000000000000000000" pitchFamily="2" charset="-78"/>
                  </a:rPr>
                  <a:t> - الجهد الذي يتولد في الملف عندما يكون هناك تغيير في التدفق المغناطيسي.</a:t>
                </a:r>
              </a:p>
              <a:p>
                <a:pPr indent="0" rtl="1">
                  <a:buNone/>
                </a:pPr>
                <a:r>
                  <a:rPr lang="ar" sz="2200" kern="0" dirty="0">
                    <a:latin typeface="Sakkal Majalla" panose="02000000000000000000" pitchFamily="2" charset="-78"/>
                    <a:cs typeface="Sakkal Majalla" panose="02000000000000000000" pitchFamily="2" charset="-78"/>
                  </a:rPr>
                  <a:t>	يمكن حساب القوة الدافعة الكهربية المستحثة باستخدام الصيغ التالية:</a:t>
                </a:r>
              </a:p>
              <a:p>
                <a:pPr indent="0" algn="l" rtl="0">
                  <a:buNone/>
                </a:pPr>
                <a14:m>
                  <m:oMathPara xmlns:m="http://schemas.openxmlformats.org/officeDocument/2006/math">
                    <m:oMathParaPr>
                      <m:jc m:val="centerGroup"/>
                    </m:oMathParaPr>
                    <m:oMath xmlns:m="http://schemas.openxmlformats.org/officeDocument/2006/math">
                      <m:r>
                        <a:rPr lang="en-GB" altLang="en-US" sz="2000" b="0" i="1" kern="0" smtClean="0">
                          <a:latin typeface="Cambria Math" panose="02040503050406030204" pitchFamily="18" charset="0"/>
                        </a:rPr>
                        <m:t>𝐸</m:t>
                      </m:r>
                      <m:r>
                        <a:rPr lang="en-GB" altLang="en-US" sz="2000" b="0" i="1" kern="0" smtClean="0">
                          <a:latin typeface="Cambria Math" panose="02040503050406030204" pitchFamily="18" charset="0"/>
                        </a:rPr>
                        <m:t>=</m:t>
                      </m:r>
                      <m:r>
                        <a:rPr lang="en-GB" altLang="en-US" sz="2000" b="0" i="1" kern="0" smtClean="0">
                          <a:latin typeface="Cambria Math" panose="02040503050406030204" pitchFamily="18" charset="0"/>
                        </a:rPr>
                        <m:t>𝐵𝑙𝑣</m:t>
                      </m:r>
                      <m:r>
                        <a:rPr lang="en-GB" altLang="en-US" sz="2000" b="0" i="1" kern="0" smtClean="0">
                          <a:latin typeface="Cambria Math" panose="02040503050406030204" pitchFamily="18" charset="0"/>
                        </a:rPr>
                        <m:t> </m:t>
                      </m:r>
                      <m:r>
                        <a:rPr lang="en-GB" altLang="en-US" sz="2000" b="0" i="1" kern="0" smtClean="0">
                          <a:latin typeface="Cambria Math" panose="02040503050406030204" pitchFamily="18" charset="0"/>
                        </a:rPr>
                        <m:t>𝐸</m:t>
                      </m:r>
                      <m:r>
                        <a:rPr lang="en-GB" altLang="en-US" sz="2000" b="0" i="1" kern="0" smtClean="0">
                          <a:latin typeface="Cambria Math" panose="02040503050406030204" pitchFamily="18" charset="0"/>
                        </a:rPr>
                        <m:t>=−</m:t>
                      </m:r>
                      <m:box>
                        <m:boxPr>
                          <m:ctrlPr>
                            <a:rPr lang="en-GB" altLang="en-US" sz="2000" b="0" i="1" kern="0" smtClean="0">
                              <a:latin typeface="Cambria Math" panose="02040503050406030204" pitchFamily="18" charset="0"/>
                            </a:rPr>
                          </m:ctrlPr>
                        </m:boxPr>
                        <m:e>
                          <m:argPr>
                            <m:argSz m:val="-1"/>
                          </m:argPr>
                          <m:r>
                            <a:rPr lang="en-GB" altLang="en-US" sz="2000" b="0" i="1" kern="0" smtClean="0">
                              <a:latin typeface="Cambria Math" panose="02040503050406030204" pitchFamily="18" charset="0"/>
                            </a:rPr>
                            <m:t>𝑁</m:t>
                          </m:r>
                          <m:f>
                            <m:fPr>
                              <m:ctrlPr>
                                <a:rPr lang="en-GB" altLang="en-US" sz="2000" b="0" i="1" kern="0" smtClean="0">
                                  <a:latin typeface="Cambria Math" panose="02040503050406030204" pitchFamily="18" charset="0"/>
                                </a:rPr>
                              </m:ctrlPr>
                            </m:fPr>
                            <m:num>
                              <m:r>
                                <a:rPr lang="en-GB" altLang="en-US" sz="2000" b="0" i="1" kern="0" smtClean="0">
                                  <a:latin typeface="Cambria Math" panose="02040503050406030204" pitchFamily="18" charset="0"/>
                                </a:rPr>
                                <m:t>𝑑</m:t>
                              </m:r>
                              <m:r>
                                <a:rPr lang="en-GB" altLang="en-US" sz="2000" b="0" i="1" kern="0" smtClean="0">
                                  <a:latin typeface="Cambria Math" panose="02040503050406030204" pitchFamily="18" charset="0"/>
                                  <a:ea typeface="Cambria Math" panose="02040503050406030204" pitchFamily="18" charset="0"/>
                                </a:rPr>
                                <m:t>𝜑</m:t>
                              </m:r>
                            </m:num>
                            <m:den>
                              <m:r>
                                <a:rPr lang="en-GB" altLang="en-US" sz="2000" b="0" i="1" kern="0" smtClean="0">
                                  <a:latin typeface="Cambria Math" panose="02040503050406030204" pitchFamily="18" charset="0"/>
                                </a:rPr>
                                <m:t>𝑑𝑡</m:t>
                              </m:r>
                            </m:den>
                          </m:f>
                          <m:r>
                            <a:rPr lang="en-GB" altLang="en-US" sz="2000" b="0" i="1" kern="0" smtClean="0">
                              <a:latin typeface="Cambria Math" panose="02040503050406030204" pitchFamily="18" charset="0"/>
                            </a:rPr>
                            <m:t>=−</m:t>
                          </m:r>
                          <m:r>
                            <a:rPr lang="en-GB" altLang="en-US" sz="2000" b="0" i="1" kern="0" smtClean="0">
                              <a:latin typeface="Cambria Math" panose="02040503050406030204" pitchFamily="18" charset="0"/>
                            </a:rPr>
                            <m:t>𝐿</m:t>
                          </m:r>
                          <m:f>
                            <m:fPr>
                              <m:ctrlPr>
                                <a:rPr lang="en-GB" altLang="en-US" sz="2000" b="0" i="1" kern="0" smtClean="0">
                                  <a:latin typeface="Cambria Math" panose="02040503050406030204" pitchFamily="18" charset="0"/>
                                </a:rPr>
                              </m:ctrlPr>
                            </m:fPr>
                            <m:num>
                              <m:r>
                                <a:rPr lang="en-GB" altLang="en-US" sz="2000" b="0" i="1" kern="0" smtClean="0">
                                  <a:latin typeface="Cambria Math" panose="02040503050406030204" pitchFamily="18" charset="0"/>
                                </a:rPr>
                                <m:t>𝑑𝑖</m:t>
                              </m:r>
                            </m:num>
                            <m:den>
                              <m:r>
                                <a:rPr lang="en-GB" altLang="en-US" sz="2000" b="0" i="1" kern="0" smtClean="0">
                                  <a:latin typeface="Cambria Math" panose="02040503050406030204" pitchFamily="18" charset="0"/>
                                </a:rPr>
                                <m:t>𝑑𝑡</m:t>
                              </m:r>
                            </m:den>
                          </m:f>
                        </m:e>
                      </m:box>
                    </m:oMath>
                  </m:oMathPara>
                </a14:m>
                <a:endParaRPr lang="en-GB" altLang="en-US" sz="2000" kern="0" dirty="0">
                  <a:latin typeface="Sakkal Majalla" panose="02000000000000000000" pitchFamily="2" charset="-78"/>
                  <a:cs typeface="Sakkal Majalla" panose="02000000000000000000" pitchFamily="2" charset="-78"/>
                </a:endParaRPr>
              </a:p>
              <a:p>
                <a:pPr indent="0" rtl="1">
                  <a:buNone/>
                </a:pPr>
                <a:endParaRPr lang="en-GB" altLang="en-US" sz="2000" b="1" kern="0" dirty="0">
                  <a:latin typeface="Sakkal Majalla" panose="02000000000000000000" pitchFamily="2" charset="-78"/>
                  <a:cs typeface="Sakkal Majalla" panose="02000000000000000000" pitchFamily="2" charset="-78"/>
                </a:endParaRPr>
              </a:p>
              <a:p>
                <a:pPr marL="685800" rtl="1"/>
                <a:r>
                  <a:rPr lang="ar" sz="2200" b="1" kern="0" dirty="0">
                    <a:latin typeface="Sakkal Majalla" panose="02000000000000000000" pitchFamily="2" charset="-78"/>
                    <a:cs typeface="Sakkal Majalla" panose="02000000000000000000" pitchFamily="2" charset="-78"/>
                  </a:rPr>
                  <a:t>التيارات الدوامية</a:t>
                </a:r>
              </a:p>
              <a:p>
                <a:pPr indent="0" rtl="1">
                  <a:buNone/>
                </a:pPr>
                <a:r>
                  <a:rPr lang="ar" sz="2200" kern="0" dirty="0">
                    <a:latin typeface="Sakkal Majalla" panose="02000000000000000000" pitchFamily="2" charset="-78"/>
                    <a:cs typeface="Sakkal Majalla" panose="02000000000000000000" pitchFamily="2" charset="-78"/>
                  </a:rPr>
                  <a:t>هذه هي التيارات الإلكترونية الدورانية التي تنشأ عندما يتعرض الموصل لمجال مغناطيسي متغير. يمكن استخدامها للفرملة المتجددة في المركبات، ولكنها تؤدي إلى فقدان كميات كبيرة من الطاقة.</a:t>
                </a:r>
              </a:p>
            </p:txBody>
          </p:sp>
        </mc:Choice>
        <mc:Fallback xmlns="">
          <p:sp>
            <p:nvSpPr>
              <p:cNvPr id="3" name="Content Placeholder 3">
                <a:extLst>
                  <a:ext uri="{FF2B5EF4-FFF2-40B4-BE49-F238E27FC236}">
                    <a16:creationId xmlns:a16="http://schemas.microsoft.com/office/drawing/2014/main" id="{1D326796-D5DB-09EF-680B-DE222D433B4E}"/>
                  </a:ext>
                </a:extLst>
              </p:cNvPr>
              <p:cNvSpPr txBox="1">
                <a:spLocks noRot="1" noChangeAspect="1" noMove="1" noResize="1" noEditPoints="1" noAdjustHandles="1" noChangeArrowheads="1" noChangeShapeType="1" noTextEdit="1"/>
              </p:cNvSpPr>
              <p:nvPr/>
            </p:nvSpPr>
            <p:spPr bwMode="auto">
              <a:xfrm>
                <a:off x="395536" y="2564904"/>
                <a:ext cx="8784976" cy="2952328"/>
              </a:xfrm>
              <a:prstGeom prst="rect">
                <a:avLst/>
              </a:prstGeom>
              <a:blipFill>
                <a:blip r:embed="rId4"/>
                <a:stretch>
                  <a:fillRect t="-1860" b="-227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2" name="Footer Placeholder 2">
            <a:extLst>
              <a:ext uri="{FF2B5EF4-FFF2-40B4-BE49-F238E27FC236}">
                <a16:creationId xmlns:a16="http://schemas.microsoft.com/office/drawing/2014/main" id="{AE77A5B5-42B8-5C7D-F123-6DD6D66C492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Diagram of a diagram of a motor&#10;&#10;Description automatically generated">
            <a:extLst>
              <a:ext uri="{FF2B5EF4-FFF2-40B4-BE49-F238E27FC236}">
                <a16:creationId xmlns:a16="http://schemas.microsoft.com/office/drawing/2014/main" id="{F18B5107-0235-4AF7-20B7-ED076F7CB59F}"/>
              </a:ext>
            </a:extLst>
          </p:cNvPr>
          <p:cNvPicPr>
            <a:picLocks noChangeAspect="1"/>
          </p:cNvPicPr>
          <p:nvPr/>
        </p:nvPicPr>
        <p:blipFill rotWithShape="1">
          <a:blip r:embed="rId4"/>
          <a:srcRect t="22581" r="-344" b="19151"/>
          <a:stretch/>
        </p:blipFill>
        <p:spPr>
          <a:xfrm>
            <a:off x="4831471" y="2417666"/>
            <a:ext cx="3848619" cy="3101305"/>
          </a:xfrm>
          <a:prstGeom prst="rect">
            <a:avLst/>
          </a:prstGeom>
        </p:spPr>
      </p:pic>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المحركات والمولدات الكهربائية</a:t>
            </a:r>
          </a:p>
        </p:txBody>
      </p:sp>
      <p:sp>
        <p:nvSpPr>
          <p:cNvPr id="2" name="TextBox 1">
            <a:extLst>
              <a:ext uri="{FF2B5EF4-FFF2-40B4-BE49-F238E27FC236}">
                <a16:creationId xmlns:a16="http://schemas.microsoft.com/office/drawing/2014/main" id="{247B9A23-5067-37FD-73FB-47681009451B}"/>
              </a:ext>
            </a:extLst>
          </p:cNvPr>
          <p:cNvSpPr txBox="1"/>
          <p:nvPr/>
        </p:nvSpPr>
        <p:spPr>
          <a:xfrm>
            <a:off x="251520" y="6228020"/>
            <a:ext cx="8352928" cy="369332"/>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تعتمد كل من المحركات والمولدات على الكهرومغناطيسية للعمل. الكفاءة هي النسبة بين الخرج والدخل. </a:t>
            </a:r>
          </a:p>
        </p:txBody>
      </p:sp>
      <p:sp>
        <p:nvSpPr>
          <p:cNvPr id="3" name="TextBox 2">
            <a:extLst>
              <a:ext uri="{FF2B5EF4-FFF2-40B4-BE49-F238E27FC236}">
                <a16:creationId xmlns:a16="http://schemas.microsoft.com/office/drawing/2014/main" id="{32B77F76-8B23-D8AA-DBDD-3ACB0FB64461}"/>
              </a:ext>
            </a:extLst>
          </p:cNvPr>
          <p:cNvSpPr txBox="1"/>
          <p:nvPr/>
        </p:nvSpPr>
        <p:spPr>
          <a:xfrm>
            <a:off x="899592" y="1846565"/>
            <a:ext cx="2592288" cy="646331"/>
          </a:xfrm>
          <a:prstGeom prst="rect">
            <a:avLst/>
          </a:prstGeom>
          <a:solidFill>
            <a:schemeClr val="bg1"/>
          </a:solidFill>
        </p:spPr>
        <p:txBody>
          <a:bodyPr wrap="square" rtlCol="1">
            <a:spAutoFit/>
          </a:bodyPr>
          <a:lstStyle/>
          <a:p>
            <a:pPr rtl="1"/>
            <a:r>
              <a:rPr lang="ar" dirty="0">
                <a:latin typeface="Sakkal Majalla" panose="02000000000000000000" pitchFamily="2" charset="-78"/>
                <a:cs typeface="Sakkal Majalla" panose="02000000000000000000" pitchFamily="2" charset="-78"/>
              </a:rPr>
              <a:t>تنتج المغناطيسات المجال المغناطيسي الذي يدور فيه الملف.</a:t>
            </a:r>
          </a:p>
        </p:txBody>
      </p:sp>
      <p:sp>
        <p:nvSpPr>
          <p:cNvPr id="4" name="TextBox 3">
            <a:extLst>
              <a:ext uri="{FF2B5EF4-FFF2-40B4-BE49-F238E27FC236}">
                <a16:creationId xmlns:a16="http://schemas.microsoft.com/office/drawing/2014/main" id="{5BD29072-F18F-5A12-FC0A-7FD0A2371DEC}"/>
              </a:ext>
            </a:extLst>
          </p:cNvPr>
          <p:cNvSpPr txBox="1"/>
          <p:nvPr/>
        </p:nvSpPr>
        <p:spPr>
          <a:xfrm>
            <a:off x="4716016" y="5559623"/>
            <a:ext cx="1872208" cy="461665"/>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يتم تقسيم الحلقة المعدنية بحيث يتغير اتجاه التيار كل نصف دورة</a:t>
            </a:r>
          </a:p>
        </p:txBody>
      </p:sp>
      <p:sp>
        <p:nvSpPr>
          <p:cNvPr id="6" name="TextBox 5">
            <a:extLst>
              <a:ext uri="{FF2B5EF4-FFF2-40B4-BE49-F238E27FC236}">
                <a16:creationId xmlns:a16="http://schemas.microsoft.com/office/drawing/2014/main" id="{A0F90F13-2C4D-D424-128C-2F977F54F51B}"/>
              </a:ext>
            </a:extLst>
          </p:cNvPr>
          <p:cNvSpPr txBox="1"/>
          <p:nvPr/>
        </p:nvSpPr>
        <p:spPr>
          <a:xfrm>
            <a:off x="6588224" y="5496327"/>
            <a:ext cx="1883640" cy="461665"/>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توفر الفرش الكربونية اتصالات كهربائية بين الدائرة والمحرك</a:t>
            </a:r>
          </a:p>
        </p:txBody>
      </p:sp>
      <p:sp>
        <p:nvSpPr>
          <p:cNvPr id="7" name="TextBox 6">
            <a:extLst>
              <a:ext uri="{FF2B5EF4-FFF2-40B4-BE49-F238E27FC236}">
                <a16:creationId xmlns:a16="http://schemas.microsoft.com/office/drawing/2014/main" id="{963B84EF-AC29-2A3B-CA1B-D5AD4CCF5B43}"/>
              </a:ext>
            </a:extLst>
          </p:cNvPr>
          <p:cNvSpPr txBox="1"/>
          <p:nvPr/>
        </p:nvSpPr>
        <p:spPr>
          <a:xfrm>
            <a:off x="7092280" y="1959223"/>
            <a:ext cx="1584176" cy="461665"/>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يتم دفع هذا الجانب من المحرك لأعلى.</a:t>
            </a:r>
          </a:p>
        </p:txBody>
      </p:sp>
      <p:sp>
        <p:nvSpPr>
          <p:cNvPr id="8" name="TextBox 7">
            <a:extLst>
              <a:ext uri="{FF2B5EF4-FFF2-40B4-BE49-F238E27FC236}">
                <a16:creationId xmlns:a16="http://schemas.microsoft.com/office/drawing/2014/main" id="{6D4C26BD-14C1-40F7-804C-5927E3A0050C}"/>
              </a:ext>
            </a:extLst>
          </p:cNvPr>
          <p:cNvSpPr txBox="1"/>
          <p:nvPr/>
        </p:nvSpPr>
        <p:spPr>
          <a:xfrm>
            <a:off x="6372200" y="1772816"/>
            <a:ext cx="648072" cy="461665"/>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محور الارتكاز</a:t>
            </a:r>
          </a:p>
        </p:txBody>
      </p:sp>
      <p:sp>
        <p:nvSpPr>
          <p:cNvPr id="9" name="TextBox 8">
            <a:extLst>
              <a:ext uri="{FF2B5EF4-FFF2-40B4-BE49-F238E27FC236}">
                <a16:creationId xmlns:a16="http://schemas.microsoft.com/office/drawing/2014/main" id="{3187325E-E0D1-6E2C-36F5-AF1212583F19}"/>
              </a:ext>
            </a:extLst>
          </p:cNvPr>
          <p:cNvSpPr txBox="1"/>
          <p:nvPr/>
        </p:nvSpPr>
        <p:spPr>
          <a:xfrm>
            <a:off x="5364088" y="1959223"/>
            <a:ext cx="1080120" cy="461665"/>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يتم دفع هذا الجانب لأسفل.</a:t>
            </a:r>
          </a:p>
        </p:txBody>
      </p:sp>
      <p:sp>
        <p:nvSpPr>
          <p:cNvPr id="5" name="Rectangle 4">
            <a:extLst>
              <a:ext uri="{FF2B5EF4-FFF2-40B4-BE49-F238E27FC236}">
                <a16:creationId xmlns:a16="http://schemas.microsoft.com/office/drawing/2014/main" id="{C5552EEC-CCBD-6E18-E3F7-506B8846D6E1}"/>
              </a:ext>
            </a:extLst>
          </p:cNvPr>
          <p:cNvSpPr/>
          <p:nvPr/>
        </p:nvSpPr>
        <p:spPr>
          <a:xfrm>
            <a:off x="4986136" y="2780928"/>
            <a:ext cx="377952" cy="146304"/>
          </a:xfrm>
          <a:prstGeom prst="rect">
            <a:avLst/>
          </a:prstGeom>
          <a:solidFill>
            <a:srgbClr val="FFFFFF"/>
          </a:solidFill>
        </p:spPr>
        <p:txBody>
          <a:bodyPr wrap="none" lIns="0" tIns="0" rIns="0" bIns="0" rtlCol="1">
            <a:noAutofit/>
          </a:bodyPr>
          <a:lstStyle/>
          <a:p>
            <a:pPr indent="0" rtl="1"/>
            <a:r>
              <a:rPr lang="ar" sz="1200" dirty="0">
                <a:solidFill>
                  <a:srgbClr val="1F2123"/>
                </a:solidFill>
                <a:latin typeface="Sakkal Majalla" panose="02000000000000000000" pitchFamily="2" charset="-78"/>
                <a:cs typeface="Sakkal Majalla" panose="02000000000000000000" pitchFamily="2" charset="-78"/>
              </a:rPr>
              <a:t>مغناطيس</a:t>
            </a:r>
          </a:p>
        </p:txBody>
      </p:sp>
      <p:sp>
        <p:nvSpPr>
          <p:cNvPr id="10" name="Footer Placeholder 2">
            <a:extLst>
              <a:ext uri="{FF2B5EF4-FFF2-40B4-BE49-F238E27FC236}">
                <a16:creationId xmlns:a16="http://schemas.microsoft.com/office/drawing/2014/main" id="{61B5E03C-1157-2FB1-19FB-8DDAAC2FAC9B}"/>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12" name="Picture 11">
            <a:extLst>
              <a:ext uri="{FF2B5EF4-FFF2-40B4-BE49-F238E27FC236}">
                <a16:creationId xmlns:a16="http://schemas.microsoft.com/office/drawing/2014/main" id="{7D62580A-493B-3096-DEE8-20E593FB4BB3}"/>
              </a:ext>
            </a:extLst>
          </p:cNvPr>
          <p:cNvPicPr>
            <a:picLocks noChangeAspect="1"/>
          </p:cNvPicPr>
          <p:nvPr/>
        </p:nvPicPr>
        <p:blipFill rotWithShape="1">
          <a:blip r:embed="rId5"/>
          <a:srcRect l="1697" t="22775" r="-496" b="17531"/>
          <a:stretch/>
        </p:blipFill>
        <p:spPr>
          <a:xfrm>
            <a:off x="672136" y="2556193"/>
            <a:ext cx="4090311" cy="3576600"/>
          </a:xfrm>
          <a:prstGeom prst="rect">
            <a:avLst/>
          </a:prstGeom>
        </p:spPr>
      </p:pic>
    </p:spTree>
    <p:extLst>
      <p:ext uri="{BB962C8B-B14F-4D97-AF65-F5344CB8AC3E}">
        <p14:creationId xmlns:p14="http://schemas.microsoft.com/office/powerpoint/2010/main" val="1073476900"/>
      </p:ext>
    </p:extLst>
  </p:cSld>
  <p:clrMapOvr>
    <a:masterClrMapping/>
  </p:clrMapOvr>
  <p:transition>
    <p:sndAc>
      <p:stSnd>
        <p:snd r:embed="rId3" name="click.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الحث الذاتي</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F17BED5-CDEA-9B87-40A2-B1D62794C30C}"/>
                  </a:ext>
                </a:extLst>
              </p:cNvPr>
              <p:cNvSpPr txBox="1"/>
              <p:nvPr/>
            </p:nvSpPr>
            <p:spPr>
              <a:xfrm>
                <a:off x="1115617" y="2132856"/>
                <a:ext cx="7776863" cy="2713948"/>
              </a:xfrm>
              <a:prstGeom prst="rect">
                <a:avLst/>
              </a:prstGeom>
              <a:noFill/>
            </p:spPr>
            <p:txBody>
              <a:bodyPr wrap="square" rtlCol="1">
                <a:spAutoFit/>
              </a:bodyPr>
              <a:lstStyle/>
              <a:p>
                <a:pPr rtl="1"/>
                <a:r>
                  <a:rPr lang="ar" sz="2600" b="0" i="0" u="none" strike="noStrike" dirty="0">
                    <a:latin typeface="Sakkal Majalla" panose="02000000000000000000" pitchFamily="2" charset="-78"/>
                    <a:cs typeface="Sakkal Majalla" panose="02000000000000000000" pitchFamily="2" charset="-78"/>
                  </a:rPr>
                  <a:t>تُعرف قدرة الملف أو المحث على إنتاج قوة دافعة كهربائية عندما يتغير التيار </a:t>
                </a:r>
                <a:r>
                  <a:rPr lang="ar" sz="2600" dirty="0">
                    <a:latin typeface="Sakkal Majalla" panose="02000000000000000000" pitchFamily="2" charset="-78"/>
                    <a:cs typeface="Sakkal Majalla" panose="02000000000000000000" pitchFamily="2" charset="-78"/>
                  </a:rPr>
                  <a:t>من خلاله باسم الحث الذاتي.</a:t>
                </a:r>
              </a:p>
              <a:p>
                <a:pPr rtl="1"/>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تُحسب القوة الدافعة الكهربية المستحثة باستخدام الصيغة </a:t>
                </a:r>
                <a14:m>
                  <m:oMath xmlns:m="http://schemas.openxmlformats.org/officeDocument/2006/math">
                    <m:r>
                      <a:rPr lang="en-GB" sz="2600" i="1" dirty="0" smtClean="0">
                        <a:latin typeface="Cambria Math" panose="02040503050406030204" pitchFamily="18" charset="0"/>
                      </a:rPr>
                      <m:t>𝐸</m:t>
                    </m:r>
                    <m:r>
                      <a:rPr lang="en-GB" sz="2600" b="0" i="1" dirty="0" smtClean="0">
                        <a:latin typeface="Cambria Math" panose="02040503050406030204" pitchFamily="18" charset="0"/>
                      </a:rPr>
                      <m:t>=</m:t>
                    </m:r>
                    <m:r>
                      <a:rPr lang="en-GB" sz="2600" i="1" dirty="0" smtClean="0">
                        <a:latin typeface="Cambria Math" panose="02040503050406030204" pitchFamily="18" charset="0"/>
                      </a:rPr>
                      <m:t>−</m:t>
                    </m:r>
                    <m:r>
                      <a:rPr lang="en-GB" sz="2600" i="1" dirty="0" smtClean="0">
                        <a:latin typeface="Cambria Math" panose="02040503050406030204" pitchFamily="18" charset="0"/>
                      </a:rPr>
                      <m:t>𝐿</m:t>
                    </m:r>
                    <m:f>
                      <m:fPr>
                        <m:ctrlPr>
                          <a:rPr lang="en-GB" sz="2600" i="1" dirty="0" smtClean="0">
                            <a:latin typeface="Cambria Math" panose="02040503050406030204" pitchFamily="18" charset="0"/>
                          </a:rPr>
                        </m:ctrlPr>
                      </m:fPr>
                      <m:num>
                        <m:r>
                          <a:rPr lang="en-GB" sz="2600" i="1" dirty="0" smtClean="0">
                            <a:latin typeface="Cambria Math" panose="02040503050406030204" pitchFamily="18" charset="0"/>
                          </a:rPr>
                          <m:t>𝑑𝑖</m:t>
                        </m:r>
                      </m:num>
                      <m:den>
                        <m:r>
                          <a:rPr lang="en-GB" sz="2600" i="1" dirty="0" smtClean="0">
                            <a:latin typeface="Cambria Math" panose="02040503050406030204" pitchFamily="18" charset="0"/>
                          </a:rPr>
                          <m:t>𝑑𝑡</m:t>
                        </m:r>
                      </m:den>
                    </m:f>
                  </m:oMath>
                </a14:m>
                <a:endParaRPr lang="en-GB" sz="2600" dirty="0">
                  <a:latin typeface="Sakkal Majalla" panose="02000000000000000000" pitchFamily="2" charset="-78"/>
                  <a:cs typeface="Sakkal Majalla" panose="02000000000000000000" pitchFamily="2" charset="-78"/>
                </a:endParaRPr>
              </a:p>
              <a:p>
                <a:pPr rtl="1"/>
                <a:endParaRPr lang="en-GB" sz="2600" b="0" i="0" u="none" strike="noStrike" baseline="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يتم الحصول على الطاقة المخزنة في المحث بواسطة </a:t>
                </a:r>
                <a14:m>
                  <m:oMath xmlns:m="http://schemas.openxmlformats.org/officeDocument/2006/math">
                    <m:r>
                      <a:rPr lang="en-GB" sz="2600" b="0" i="1" u="none" strike="noStrike" baseline="0" dirty="0" smtClean="0">
                        <a:latin typeface="Cambria Math" panose="02040503050406030204" pitchFamily="18" charset="0"/>
                      </a:rPr>
                      <m:t>𝑊</m:t>
                    </m:r>
                    <m:r>
                      <a:rPr lang="en-GB" sz="2600" b="0" i="1" u="none" strike="noStrike" baseline="0" dirty="0" smtClean="0">
                        <a:latin typeface="Cambria Math" panose="02040503050406030204" pitchFamily="18" charset="0"/>
                      </a:rPr>
                      <m:t> = </m:t>
                    </m:r>
                    <m:box>
                      <m:boxPr>
                        <m:ctrlPr>
                          <a:rPr lang="en-GB" sz="2600" b="0" i="1" u="none" strike="noStrike" baseline="0" dirty="0" smtClean="0">
                            <a:latin typeface="Cambria Math" panose="02040503050406030204" pitchFamily="18" charset="0"/>
                          </a:rPr>
                        </m:ctrlPr>
                      </m:boxPr>
                      <m:e>
                        <m:argPr>
                          <m:argSz m:val="-1"/>
                        </m:argPr>
                        <m:f>
                          <m:fPr>
                            <m:ctrlPr>
                              <a:rPr lang="en-GB" sz="2600" b="0" i="1" u="none" strike="noStrike" baseline="0" dirty="0" smtClean="0">
                                <a:latin typeface="Cambria Math" panose="02040503050406030204" pitchFamily="18" charset="0"/>
                              </a:rPr>
                            </m:ctrlPr>
                          </m:fPr>
                          <m:num>
                            <m:r>
                              <a:rPr lang="en-GB" sz="2600" b="0" i="1" u="none" strike="noStrike" baseline="0" dirty="0" smtClean="0">
                                <a:latin typeface="Cambria Math" panose="02040503050406030204" pitchFamily="18" charset="0"/>
                              </a:rPr>
                              <m:t>1</m:t>
                            </m:r>
                          </m:num>
                          <m:den>
                            <m:r>
                              <a:rPr lang="en-GB" sz="2600" b="0" i="1" u="none" strike="noStrike" baseline="0" dirty="0" smtClean="0">
                                <a:latin typeface="Cambria Math" panose="02040503050406030204" pitchFamily="18" charset="0"/>
                              </a:rPr>
                              <m:t>2</m:t>
                            </m:r>
                          </m:den>
                        </m:f>
                      </m:e>
                    </m:box>
                    <m:r>
                      <a:rPr lang="en-GB" sz="2600" b="0" i="1" u="none" strike="noStrike" baseline="0" dirty="0" smtClean="0">
                        <a:latin typeface="Cambria Math" panose="02040503050406030204" pitchFamily="18" charset="0"/>
                      </a:rPr>
                      <m:t> </m:t>
                    </m:r>
                    <m:r>
                      <a:rPr lang="en-GB" sz="2600" b="0" i="1" u="none" strike="noStrike" baseline="0" dirty="0" smtClean="0">
                        <a:latin typeface="Cambria Math" panose="02040503050406030204" pitchFamily="18" charset="0"/>
                      </a:rPr>
                      <m:t>𝐿𝐼</m:t>
                    </m:r>
                    <m:r>
                      <a:rPr lang="en-GB" sz="2600" b="0" i="1" u="none" strike="noStrike" baseline="30000" dirty="0" smtClean="0">
                        <a:latin typeface="Cambria Math" panose="02040503050406030204" pitchFamily="18" charset="0"/>
                      </a:rPr>
                      <m:t>2</m:t>
                    </m:r>
                  </m:oMath>
                </a14:m>
                <a:endParaRPr lang="en-GB" sz="2600" baseline="30000" dirty="0">
                  <a:latin typeface="Sakkal Majalla" panose="02000000000000000000" pitchFamily="2" charset="-78"/>
                  <a:cs typeface="Sakkal Majalla" panose="02000000000000000000" pitchFamily="2" charset="-78"/>
                </a:endParaRPr>
              </a:p>
            </p:txBody>
          </p:sp>
        </mc:Choice>
        <mc:Fallback xmlns="">
          <p:sp>
            <p:nvSpPr>
              <p:cNvPr id="4" name="TextBox 3">
                <a:extLst>
                  <a:ext uri="{FF2B5EF4-FFF2-40B4-BE49-F238E27FC236}">
                    <a16:creationId xmlns:a16="http://schemas.microsoft.com/office/drawing/2014/main" id="{4F17BED5-CDEA-9B87-40A2-B1D62794C30C}"/>
                  </a:ext>
                </a:extLst>
              </p:cNvPr>
              <p:cNvSpPr txBox="1">
                <a:spLocks noRot="1" noChangeAspect="1" noMove="1" noResize="1" noEditPoints="1" noAdjustHandles="1" noChangeArrowheads="1" noChangeShapeType="1" noTextEdit="1"/>
              </p:cNvSpPr>
              <p:nvPr/>
            </p:nvSpPr>
            <p:spPr>
              <a:xfrm>
                <a:off x="1115617" y="2132856"/>
                <a:ext cx="7776863" cy="2713948"/>
              </a:xfrm>
              <a:prstGeom prst="rect">
                <a:avLst/>
              </a:prstGeom>
              <a:blipFill>
                <a:blip r:embed="rId4"/>
                <a:stretch>
                  <a:fillRect t="-2022" r="-1411" b="-4944"/>
                </a:stretch>
              </a:blipFill>
            </p:spPr>
            <p:txBody>
              <a:bodyPr/>
              <a:lstStyle/>
              <a:p>
                <a:r>
                  <a:rPr lang="en-GB">
                    <a:noFill/>
                  </a:rPr>
                  <a:t> </a:t>
                </a:r>
              </a:p>
            </p:txBody>
          </p:sp>
        </mc:Fallback>
      </mc:AlternateContent>
      <p:sp>
        <p:nvSpPr>
          <p:cNvPr id="2" name="Footer Placeholder 2">
            <a:extLst>
              <a:ext uri="{FF2B5EF4-FFF2-40B4-BE49-F238E27FC236}">
                <a16:creationId xmlns:a16="http://schemas.microsoft.com/office/drawing/2014/main" id="{284EB0A7-AD92-3340-2771-BF4EC6EC22B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388360713"/>
      </p:ext>
    </p:extLst>
  </p:cSld>
  <p:clrMapOvr>
    <a:masterClrMapping/>
  </p:clrMapOvr>
  <p:transition>
    <p:sndAc>
      <p:stSnd>
        <p:snd r:embed="rId3" name="click.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step-up transformer&#10;&#10;Description automatically generated">
            <a:extLst>
              <a:ext uri="{FF2B5EF4-FFF2-40B4-BE49-F238E27FC236}">
                <a16:creationId xmlns:a16="http://schemas.microsoft.com/office/drawing/2014/main" id="{568FE1DC-19C4-856A-0227-9312B94AD202}"/>
              </a:ext>
            </a:extLst>
          </p:cNvPr>
          <p:cNvPicPr>
            <a:picLocks noChangeAspect="1"/>
          </p:cNvPicPr>
          <p:nvPr/>
        </p:nvPicPr>
        <p:blipFill rotWithShape="1">
          <a:blip r:embed="rId4"/>
          <a:srcRect l="-1459" t="327" r="-314" b="12439"/>
          <a:stretch/>
        </p:blipFill>
        <p:spPr>
          <a:xfrm>
            <a:off x="5580112" y="2038146"/>
            <a:ext cx="3345033" cy="4069220"/>
          </a:xfrm>
          <a:prstGeom prst="rect">
            <a:avLst/>
          </a:prstGeom>
        </p:spPr>
      </p:pic>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الحث المتبادل</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7B9A23-5067-37FD-73FB-47681009451B}"/>
                  </a:ext>
                </a:extLst>
              </p:cNvPr>
              <p:cNvSpPr txBox="1"/>
              <p:nvPr/>
            </p:nvSpPr>
            <p:spPr>
              <a:xfrm>
                <a:off x="323530" y="2132856"/>
                <a:ext cx="4896543" cy="3996094"/>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يتوفر نوعان رئيسيان من المحولات:</a:t>
                </a:r>
              </a:p>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محول رفع الجهد</a:t>
                </a:r>
              </a:p>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محول خفض الجهد</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يحتوي المحول على ملف رئيسي (p) وملف (ملفات) ثانوي.</a:t>
                </a:r>
              </a:p>
              <a:p>
                <a:pPr rtl="1"/>
                <a:r>
                  <a:rPr lang="ar" sz="2000" dirty="0">
                    <a:latin typeface="Sakkal Majalla" panose="02000000000000000000" pitchFamily="2" charset="-78"/>
                    <a:cs typeface="Sakkal Majalla" panose="02000000000000000000" pitchFamily="2" charset="-78"/>
                  </a:rPr>
                  <a:t>يمكن الحصول على العلاقة بين عدد الدورات (N) والجهد (V) والتيار (I) من خلال المعادلة التالية:</a:t>
                </a:r>
              </a:p>
              <a:p>
                <a:pPr algn="ctr" rtl="0"/>
                <a14:m>
                  <m:oMath xmlns:m="http://schemas.openxmlformats.org/officeDocument/2006/math">
                    <m:f>
                      <m:fPr>
                        <m:ctrlPr>
                          <a:rPr lang="en-GB" sz="2000" i="1" smtClean="0">
                            <a:latin typeface="Cambria Math" panose="02040503050406030204" pitchFamily="18" charset="0"/>
                          </a:rPr>
                        </m:ctrlPr>
                      </m:fPr>
                      <m:num>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𝑁</m:t>
                            </m:r>
                          </m:e>
                          <m:sub>
                            <m:r>
                              <a:rPr lang="en-GB" sz="2000" b="0" i="1" smtClean="0">
                                <a:latin typeface="Cambria Math" panose="02040503050406030204" pitchFamily="18" charset="0"/>
                              </a:rPr>
                              <m:t>𝑝</m:t>
                            </m:r>
                          </m:sub>
                        </m:sSub>
                      </m:num>
                      <m:den>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𝑁</m:t>
                            </m:r>
                          </m:e>
                          <m:sub>
                            <m:r>
                              <a:rPr lang="en-GB" sz="2000" b="0" i="1" smtClean="0">
                                <a:latin typeface="Cambria Math" panose="02040503050406030204" pitchFamily="18" charset="0"/>
                              </a:rPr>
                              <m:t>𝑠</m:t>
                            </m:r>
                          </m:sub>
                        </m:sSub>
                      </m:den>
                    </m:f>
                    <m:r>
                      <a:rPr lang="en-GB" sz="2000" b="0" i="1" smtClean="0">
                        <a:latin typeface="Cambria Math" panose="02040503050406030204" pitchFamily="18" charset="0"/>
                      </a:rPr>
                      <m:t>=</m:t>
                    </m:r>
                  </m:oMath>
                </a14:m>
                <a:r>
                  <a:rPr lang="ar" sz="2000" dirty="0">
                    <a:latin typeface="Sakkal Majalla" panose="02000000000000000000" pitchFamily="2" charset="-78"/>
                    <a:cs typeface="Sakkal Majalla" panose="02000000000000000000" pitchFamily="2" charset="-78"/>
                  </a:rPr>
                  <a:t> </a:t>
                </a:r>
                <a14:m>
                  <m:oMath xmlns:m="http://schemas.openxmlformats.org/officeDocument/2006/math">
                    <m:f>
                      <m:fPr>
                        <m:ctrlPr>
                          <a:rPr lang="en-GB" sz="2000" i="1">
                            <a:latin typeface="Cambria Math" panose="02040503050406030204" pitchFamily="18" charset="0"/>
                          </a:rPr>
                        </m:ctrlPr>
                      </m:fPr>
                      <m:num>
                        <m:sSub>
                          <m:sSubPr>
                            <m:ctrlPr>
                              <a:rPr lang="en-GB" sz="2000" i="1">
                                <a:latin typeface="Cambria Math" panose="02040503050406030204" pitchFamily="18" charset="0"/>
                              </a:rPr>
                            </m:ctrlPr>
                          </m:sSubPr>
                          <m:e>
                            <m:r>
                              <a:rPr lang="en-GB" sz="2000" b="0" i="1" smtClean="0">
                                <a:latin typeface="Cambria Math" panose="02040503050406030204" pitchFamily="18" charset="0"/>
                              </a:rPr>
                              <m:t>𝑉</m:t>
                            </m:r>
                          </m:e>
                          <m:sub>
                            <m:r>
                              <a:rPr lang="en-GB" sz="2000" i="1">
                                <a:latin typeface="Cambria Math" panose="02040503050406030204" pitchFamily="18" charset="0"/>
                              </a:rPr>
                              <m:t>𝑝</m:t>
                            </m:r>
                          </m:sub>
                        </m:sSub>
                      </m:num>
                      <m:den>
                        <m:sSub>
                          <m:sSubPr>
                            <m:ctrlPr>
                              <a:rPr lang="en-GB" sz="2000" i="1">
                                <a:latin typeface="Cambria Math" panose="02040503050406030204" pitchFamily="18" charset="0"/>
                              </a:rPr>
                            </m:ctrlPr>
                          </m:sSubPr>
                          <m:e>
                            <m:r>
                              <a:rPr lang="en-GB" sz="2000" b="0" i="1" smtClean="0">
                                <a:latin typeface="Cambria Math" panose="02040503050406030204" pitchFamily="18" charset="0"/>
                              </a:rPr>
                              <m:t>𝑉</m:t>
                            </m:r>
                          </m:e>
                          <m:sub>
                            <m:r>
                              <a:rPr lang="en-GB" sz="2000" i="1">
                                <a:latin typeface="Cambria Math" panose="02040503050406030204" pitchFamily="18" charset="0"/>
                              </a:rPr>
                              <m:t>𝑠</m:t>
                            </m:r>
                          </m:sub>
                        </m:sSub>
                      </m:den>
                    </m:f>
                  </m:oMath>
                </a14:m>
                <a:r>
                  <a:rPr lang="ar" sz="2000" dirty="0">
                    <a:latin typeface="Sakkal Majalla" panose="02000000000000000000" pitchFamily="2" charset="-78"/>
                    <a:cs typeface="Sakkal Majalla" panose="02000000000000000000" pitchFamily="2" charset="-78"/>
                  </a:rPr>
                  <a:t> = </a:t>
                </a:r>
                <a14:m>
                  <m:oMath xmlns:m="http://schemas.openxmlformats.org/officeDocument/2006/math">
                    <m:f>
                      <m:fPr>
                        <m:ctrlPr>
                          <a:rPr lang="en-GB" sz="2000" i="1">
                            <a:latin typeface="Cambria Math" panose="02040503050406030204" pitchFamily="18" charset="0"/>
                          </a:rPr>
                        </m:ctrlPr>
                      </m:fPr>
                      <m:num>
                        <m:sSub>
                          <m:sSubPr>
                            <m:ctrlPr>
                              <a:rPr lang="en-GB" sz="2000" i="1">
                                <a:latin typeface="Cambria Math" panose="02040503050406030204" pitchFamily="18" charset="0"/>
                              </a:rPr>
                            </m:ctrlPr>
                          </m:sSubPr>
                          <m:e>
                            <m:r>
                              <a:rPr lang="en-GB" sz="2000" b="0" i="1" smtClean="0">
                                <a:latin typeface="Cambria Math" panose="02040503050406030204" pitchFamily="18" charset="0"/>
                              </a:rPr>
                              <m:t>𝐼</m:t>
                            </m:r>
                          </m:e>
                          <m:sub>
                            <m:r>
                              <a:rPr lang="en-GB" sz="2000" b="0" i="1" smtClean="0">
                                <a:latin typeface="Cambria Math" panose="02040503050406030204" pitchFamily="18" charset="0"/>
                              </a:rPr>
                              <m:t>𝑠</m:t>
                            </m:r>
                          </m:sub>
                        </m:sSub>
                      </m:num>
                      <m:den>
                        <m:sSub>
                          <m:sSubPr>
                            <m:ctrlPr>
                              <a:rPr lang="en-GB" sz="2000" i="1">
                                <a:latin typeface="Cambria Math" panose="02040503050406030204" pitchFamily="18" charset="0"/>
                              </a:rPr>
                            </m:ctrlPr>
                          </m:sSubPr>
                          <m:e>
                            <m:r>
                              <a:rPr lang="en-GB" sz="2000" b="0" i="1" smtClean="0">
                                <a:latin typeface="Cambria Math" panose="02040503050406030204" pitchFamily="18" charset="0"/>
                              </a:rPr>
                              <m:t>𝐼</m:t>
                            </m:r>
                          </m:e>
                          <m:sub>
                            <m:r>
                              <a:rPr lang="en-GB" sz="2000" b="0" i="1" smtClean="0">
                                <a:latin typeface="Cambria Math" panose="02040503050406030204" pitchFamily="18" charset="0"/>
                              </a:rPr>
                              <m:t>𝑝</m:t>
                            </m:r>
                          </m:sub>
                        </m:sSub>
                      </m:den>
                    </m:f>
                  </m:oMath>
                </a14:m>
                <a:endParaRPr lang="en-GB" sz="2000" dirty="0">
                  <a:latin typeface="Sakkal Majalla" panose="02000000000000000000" pitchFamily="2" charset="-78"/>
                  <a:cs typeface="Sakkal Majalla" panose="02000000000000000000" pitchFamily="2" charset="-78"/>
                </a:endParaRP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يتم حساب كفاءة المحول باستخدام:</a:t>
                </a:r>
              </a:p>
              <a:p>
                <a:pPr algn="l" rtl="0"/>
                <a14:m>
                  <m:oMathPara xmlns:m="http://schemas.openxmlformats.org/officeDocument/2006/math">
                    <m:oMathParaPr>
                      <m:jc m:val="centerGroup"/>
                    </m:oMathParaPr>
                    <m:oMath xmlns:m="http://schemas.openxmlformats.org/officeDocument/2006/math">
                      <m:r>
                        <a:rPr lang="en-GB" sz="2000" i="1" smtClean="0">
                          <a:latin typeface="Cambria Math" panose="02040503050406030204" pitchFamily="18" charset="0"/>
                          <a:ea typeface="Cambria Math" panose="02040503050406030204" pitchFamily="18" charset="0"/>
                        </a:rPr>
                        <m:t>𝜀</m:t>
                      </m:r>
                      <m:r>
                        <a:rPr lang="en-GB" sz="2000" b="0" i="1" smtClean="0">
                          <a:latin typeface="Cambria Math" panose="02040503050406030204" pitchFamily="18" charset="0"/>
                          <a:ea typeface="Cambria Math" panose="02040503050406030204" pitchFamily="18" charset="0"/>
                        </a:rPr>
                        <m:t>= </m:t>
                      </m:r>
                      <m:f>
                        <m:fPr>
                          <m:ctrlPr>
                            <a:rPr lang="en-GB" sz="2000" i="1" smtClean="0">
                              <a:latin typeface="Cambria Math" panose="02040503050406030204" pitchFamily="18" charset="0"/>
                            </a:rPr>
                          </m:ctrlPr>
                        </m:fPr>
                        <m:num>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𝑃</m:t>
                              </m:r>
                            </m:e>
                            <m:sub>
                              <m:r>
                                <a:rPr lang="en-GB" sz="2000" b="0" i="1" smtClean="0">
                                  <a:latin typeface="Cambria Math" panose="02040503050406030204" pitchFamily="18" charset="0"/>
                                </a:rPr>
                                <m:t>𝑜𝑢𝑡</m:t>
                              </m:r>
                            </m:sub>
                          </m:sSub>
                        </m:num>
                        <m:den>
                          <m:sSub>
                            <m:sSubPr>
                              <m:ctrlPr>
                                <a:rPr lang="en-GB" sz="2000" i="1">
                                  <a:latin typeface="Cambria Math" panose="02040503050406030204" pitchFamily="18" charset="0"/>
                                </a:rPr>
                              </m:ctrlPr>
                            </m:sSubPr>
                            <m:e>
                              <m:r>
                                <a:rPr lang="en-GB" sz="2000" i="1">
                                  <a:latin typeface="Cambria Math" panose="02040503050406030204" pitchFamily="18" charset="0"/>
                                </a:rPr>
                                <m:t>𝑃</m:t>
                              </m:r>
                            </m:e>
                            <m:sub>
                              <m:r>
                                <a:rPr lang="en-GB" sz="2000" b="0" i="1" smtClean="0">
                                  <a:latin typeface="Cambria Math" panose="02040503050406030204" pitchFamily="18" charset="0"/>
                                </a:rPr>
                                <m:t>𝑖𝑛</m:t>
                              </m:r>
                            </m:sub>
                          </m:sSub>
                        </m:den>
                      </m:f>
                    </m:oMath>
                  </m:oMathPara>
                </a14:m>
                <a:endParaRPr lang="en-GB" sz="2000" dirty="0">
                  <a:latin typeface="Sakkal Majalla" panose="02000000000000000000" pitchFamily="2" charset="-78"/>
                  <a:cs typeface="Sakkal Majalla" panose="02000000000000000000" pitchFamily="2" charset="-78"/>
                </a:endParaRPr>
              </a:p>
            </p:txBody>
          </p:sp>
        </mc:Choice>
        <mc:Fallback xmlns="">
          <p:sp>
            <p:nvSpPr>
              <p:cNvPr id="2" name="TextBox 1">
                <a:extLst>
                  <a:ext uri="{FF2B5EF4-FFF2-40B4-BE49-F238E27FC236}">
                    <a16:creationId xmlns:a16="http://schemas.microsoft.com/office/drawing/2014/main" id="{247B9A23-5067-37FD-73FB-47681009451B}"/>
                  </a:ext>
                </a:extLst>
              </p:cNvPr>
              <p:cNvSpPr txBox="1">
                <a:spLocks noRot="1" noChangeAspect="1" noMove="1" noResize="1" noEditPoints="1" noAdjustHandles="1" noChangeArrowheads="1" noChangeShapeType="1" noTextEdit="1"/>
              </p:cNvSpPr>
              <p:nvPr/>
            </p:nvSpPr>
            <p:spPr>
              <a:xfrm>
                <a:off x="323530" y="2132856"/>
                <a:ext cx="4896543" cy="3996094"/>
              </a:xfrm>
              <a:prstGeom prst="rect">
                <a:avLst/>
              </a:prstGeom>
              <a:blipFill>
                <a:blip r:embed="rId5"/>
                <a:stretch>
                  <a:fillRect t="-763" r="-1370"/>
                </a:stretch>
              </a:blipFill>
            </p:spPr>
            <p:txBody>
              <a:bodyPr/>
              <a:lstStyle/>
              <a:p>
                <a:r>
                  <a:rPr lang="en-GB">
                    <a:noFill/>
                  </a:rPr>
                  <a:t> </a:t>
                </a:r>
              </a:p>
            </p:txBody>
          </p:sp>
        </mc:Fallback>
      </mc:AlternateContent>
      <p:grpSp>
        <p:nvGrpSpPr>
          <p:cNvPr id="3" name="Group 2">
            <a:extLst>
              <a:ext uri="{FF2B5EF4-FFF2-40B4-BE49-F238E27FC236}">
                <a16:creationId xmlns:a16="http://schemas.microsoft.com/office/drawing/2014/main" id="{695CB668-B529-7954-BA70-CA36DC8CC6E2}"/>
              </a:ext>
            </a:extLst>
          </p:cNvPr>
          <p:cNvGrpSpPr/>
          <p:nvPr/>
        </p:nvGrpSpPr>
        <p:grpSpPr>
          <a:xfrm>
            <a:off x="5528986" y="2431189"/>
            <a:ext cx="3363494" cy="4113162"/>
            <a:chOff x="251520" y="2412182"/>
            <a:chExt cx="3363494" cy="4113162"/>
          </a:xfrm>
        </p:grpSpPr>
        <p:sp>
          <p:nvSpPr>
            <p:cNvPr id="4" name="TextBox 3">
              <a:extLst>
                <a:ext uri="{FF2B5EF4-FFF2-40B4-BE49-F238E27FC236}">
                  <a16:creationId xmlns:a16="http://schemas.microsoft.com/office/drawing/2014/main" id="{E069C11B-7C95-A326-B5C1-4D8381054705}"/>
                </a:ext>
              </a:extLst>
            </p:cNvPr>
            <p:cNvSpPr txBox="1"/>
            <p:nvPr/>
          </p:nvSpPr>
          <p:spPr>
            <a:xfrm>
              <a:off x="1825255" y="2412182"/>
              <a:ext cx="648072" cy="246221"/>
            </a:xfrm>
            <a:prstGeom prst="rect">
              <a:avLst/>
            </a:prstGeom>
            <a:solidFill>
              <a:schemeClr val="accent5">
                <a:lumMod val="90000"/>
              </a:schemeClr>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25 ملف</a:t>
              </a:r>
            </a:p>
          </p:txBody>
        </p:sp>
        <p:sp>
          <p:nvSpPr>
            <p:cNvPr id="5" name="TextBox 4">
              <a:extLst>
                <a:ext uri="{FF2B5EF4-FFF2-40B4-BE49-F238E27FC236}">
                  <a16:creationId xmlns:a16="http://schemas.microsoft.com/office/drawing/2014/main" id="{93B4DEA2-781B-1DE7-EA58-B7B88E7213FC}"/>
                </a:ext>
              </a:extLst>
            </p:cNvPr>
            <p:cNvSpPr txBox="1"/>
            <p:nvPr/>
          </p:nvSpPr>
          <p:spPr>
            <a:xfrm>
              <a:off x="1206636" y="2412182"/>
              <a:ext cx="567680" cy="246221"/>
            </a:xfrm>
            <a:prstGeom prst="rect">
              <a:avLst/>
            </a:prstGeom>
            <a:solidFill>
              <a:schemeClr val="accent5">
                <a:lumMod val="90000"/>
              </a:schemeClr>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5 ملفات</a:t>
              </a:r>
            </a:p>
          </p:txBody>
        </p:sp>
        <p:sp>
          <p:nvSpPr>
            <p:cNvPr id="6" name="TextBox 5">
              <a:extLst>
                <a:ext uri="{FF2B5EF4-FFF2-40B4-BE49-F238E27FC236}">
                  <a16:creationId xmlns:a16="http://schemas.microsoft.com/office/drawing/2014/main" id="{03441697-503D-4E52-653F-2631E22B8E39}"/>
                </a:ext>
              </a:extLst>
            </p:cNvPr>
            <p:cNvSpPr txBox="1"/>
            <p:nvPr/>
          </p:nvSpPr>
          <p:spPr>
            <a:xfrm>
              <a:off x="467544" y="3717032"/>
              <a:ext cx="3147470" cy="400110"/>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يحتوي محول رفع الجهد على عدد أكبر من الدورات في الملف الثانوي مقارنة بالملف الرئيسي.</a:t>
              </a:r>
            </a:p>
          </p:txBody>
        </p:sp>
        <p:sp>
          <p:nvSpPr>
            <p:cNvPr id="7" name="TextBox 6">
              <a:extLst>
                <a:ext uri="{FF2B5EF4-FFF2-40B4-BE49-F238E27FC236}">
                  <a16:creationId xmlns:a16="http://schemas.microsoft.com/office/drawing/2014/main" id="{A5FAB4D8-DCDC-B3C8-E07C-F29A7EF32512}"/>
                </a:ext>
              </a:extLst>
            </p:cNvPr>
            <p:cNvSpPr txBox="1"/>
            <p:nvPr/>
          </p:nvSpPr>
          <p:spPr>
            <a:xfrm>
              <a:off x="251520" y="6125234"/>
              <a:ext cx="3147470" cy="400110"/>
            </a:xfrm>
            <a:prstGeom prst="rect">
              <a:avLst/>
            </a:prstGeom>
            <a:solidFill>
              <a:schemeClr val="bg1"/>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يحتوي محول خفض الجهد على عدد أقل من الدورات في الملف الثانوي مقارنة بالملف الرئيسي.</a:t>
              </a:r>
            </a:p>
          </p:txBody>
        </p:sp>
        <p:sp>
          <p:nvSpPr>
            <p:cNvPr id="8" name="TextBox 7">
              <a:extLst>
                <a:ext uri="{FF2B5EF4-FFF2-40B4-BE49-F238E27FC236}">
                  <a16:creationId xmlns:a16="http://schemas.microsoft.com/office/drawing/2014/main" id="{807B5A96-E38E-DAAC-1E54-DD703E2BDEC9}"/>
                </a:ext>
              </a:extLst>
            </p:cNvPr>
            <p:cNvSpPr txBox="1"/>
            <p:nvPr/>
          </p:nvSpPr>
          <p:spPr>
            <a:xfrm>
              <a:off x="1905647" y="4979640"/>
              <a:ext cx="567680" cy="246221"/>
            </a:xfrm>
            <a:prstGeom prst="rect">
              <a:avLst/>
            </a:prstGeom>
            <a:solidFill>
              <a:schemeClr val="accent5">
                <a:lumMod val="90000"/>
              </a:schemeClr>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5 ملفات</a:t>
              </a:r>
            </a:p>
          </p:txBody>
        </p:sp>
        <p:sp>
          <p:nvSpPr>
            <p:cNvPr id="10" name="TextBox 9">
              <a:extLst>
                <a:ext uri="{FF2B5EF4-FFF2-40B4-BE49-F238E27FC236}">
                  <a16:creationId xmlns:a16="http://schemas.microsoft.com/office/drawing/2014/main" id="{169EF8D1-3D88-A8F7-58BC-4915FC1FBB26}"/>
                </a:ext>
              </a:extLst>
            </p:cNvPr>
            <p:cNvSpPr txBox="1"/>
            <p:nvPr/>
          </p:nvSpPr>
          <p:spPr>
            <a:xfrm>
              <a:off x="1187624" y="4982979"/>
              <a:ext cx="685090" cy="246221"/>
            </a:xfrm>
            <a:prstGeom prst="rect">
              <a:avLst/>
            </a:prstGeom>
            <a:solidFill>
              <a:schemeClr val="accent5">
                <a:lumMod val="90000"/>
              </a:schemeClr>
            </a:solidFill>
          </p:spPr>
          <p:txBody>
            <a:bodyPr wrap="square" rtlCol="1">
              <a:spAutoFit/>
            </a:bodyPr>
            <a:lstStyle/>
            <a:p>
              <a:pPr rtl="1"/>
              <a:r>
                <a:rPr lang="ar" sz="1000" dirty="0">
                  <a:latin typeface="Sakkal Majalla" panose="02000000000000000000" pitchFamily="2" charset="-78"/>
                  <a:cs typeface="Sakkal Majalla" panose="02000000000000000000" pitchFamily="2" charset="-78"/>
                </a:rPr>
                <a:t>10 ملفات</a:t>
              </a:r>
            </a:p>
          </p:txBody>
        </p:sp>
      </p:grpSp>
      <p:sp>
        <p:nvSpPr>
          <p:cNvPr id="9" name="Footer Placeholder 2">
            <a:extLst>
              <a:ext uri="{FF2B5EF4-FFF2-40B4-BE49-F238E27FC236}">
                <a16:creationId xmlns:a16="http://schemas.microsoft.com/office/drawing/2014/main" id="{C6CAD415-5337-20E0-6F5A-F75501B8620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867773447"/>
      </p:ext>
    </p:extLst>
  </p:cSld>
  <p:clrMapOvr>
    <a:masterClrMapping/>
  </p:clrMapOvr>
  <p:transition>
    <p:sndAc>
      <p:stSnd>
        <p:snd r:embed="rId3" name="click.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تطبيقات فاراداي</a:t>
            </a:r>
            <a:r>
              <a:rPr lang="ar-EG" sz="3800" b="1" dirty="0">
                <a:latin typeface="Sakkal Majalla" panose="02000000000000000000" pitchFamily="2" charset="-78"/>
                <a:cs typeface="Sakkal Majalla" panose="02000000000000000000" pitchFamily="2" charset="-78"/>
              </a:rPr>
              <a:t> و</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قوانين لينز</a:t>
            </a:r>
          </a:p>
        </p:txBody>
      </p:sp>
      <p:sp>
        <p:nvSpPr>
          <p:cNvPr id="2" name="TextBox 1">
            <a:extLst>
              <a:ext uri="{FF2B5EF4-FFF2-40B4-BE49-F238E27FC236}">
                <a16:creationId xmlns:a16="http://schemas.microsoft.com/office/drawing/2014/main" id="{247B9A23-5067-37FD-73FB-47681009451B}"/>
              </a:ext>
            </a:extLst>
          </p:cNvPr>
          <p:cNvSpPr txBox="1"/>
          <p:nvPr/>
        </p:nvSpPr>
        <p:spPr>
          <a:xfrm>
            <a:off x="323529" y="2492896"/>
            <a:ext cx="8424934" cy="4093428"/>
          </a:xfrm>
          <a:prstGeom prst="rect">
            <a:avLst/>
          </a:prstGeom>
          <a:noFill/>
        </p:spPr>
        <p:txBody>
          <a:bodyPr wrap="square" rtlCol="1">
            <a:spAutoFit/>
          </a:bodyPr>
          <a:lstStyle/>
          <a:p>
            <a:pPr rtl="1"/>
            <a:r>
              <a:rPr lang="ar" sz="2000" b="1" dirty="0">
                <a:latin typeface="Sakkal Majalla" panose="02000000000000000000" pitchFamily="2" charset="-78"/>
                <a:cs typeface="Sakkal Majalla" panose="02000000000000000000" pitchFamily="2" charset="-78"/>
              </a:rPr>
              <a:t>قانون فاراداي</a:t>
            </a:r>
            <a:r>
              <a:rPr lang="ar" sz="2000" dirty="0">
                <a:latin typeface="Sakkal Majalla" panose="02000000000000000000" pitchFamily="2" charset="-78"/>
                <a:cs typeface="Sakkal Majalla" panose="02000000000000000000" pitchFamily="2" charset="-78"/>
              </a:rPr>
              <a:t> هو قانون الكهرومغناطيسية الذي يتنبأ بكيفية تفاعل المجال المغناطيسي مع التيار الكهربائي لإنتاج قوة دافعة كهربائية.</a:t>
            </a:r>
          </a:p>
          <a:p>
            <a:pPr rtl="1"/>
            <a:r>
              <a:rPr lang="ar" sz="2000" dirty="0">
                <a:latin typeface="Sakkal Majalla" panose="02000000000000000000" pitchFamily="2" charset="-78"/>
                <a:cs typeface="Sakkal Majalla" panose="02000000000000000000" pitchFamily="2" charset="-78"/>
              </a:rPr>
              <a:t>تشمل تطبيقات قانون فاراداي ما يلي:</a:t>
            </a:r>
          </a:p>
          <a:p>
            <a:pPr lvl="2" rtl="1"/>
            <a:r>
              <a:rPr lang="ar" sz="2000" dirty="0">
                <a:latin typeface="Sakkal Majalla" panose="02000000000000000000" pitchFamily="2" charset="-78"/>
                <a:cs typeface="Sakkal Majalla" panose="02000000000000000000" pitchFamily="2" charset="-78"/>
              </a:rPr>
              <a:t>- المحركات</a:t>
            </a:r>
          </a:p>
          <a:p>
            <a:pPr lvl="2" rtl="1"/>
            <a:r>
              <a:rPr lang="ar" sz="2000" dirty="0">
                <a:latin typeface="Sakkal Majalla" panose="02000000000000000000" pitchFamily="2" charset="-78"/>
                <a:cs typeface="Sakkal Majalla" panose="02000000000000000000" pitchFamily="2" charset="-78"/>
              </a:rPr>
              <a:t>- المحولات</a:t>
            </a:r>
          </a:p>
          <a:p>
            <a:pPr lvl="2" rtl="1"/>
            <a:r>
              <a:rPr lang="ar" sz="2000" dirty="0">
                <a:latin typeface="Sakkal Majalla" panose="02000000000000000000" pitchFamily="2" charset="-78"/>
                <a:cs typeface="Sakkal Majalla" panose="02000000000000000000" pitchFamily="2" charset="-78"/>
              </a:rPr>
              <a:t>- المولدات</a:t>
            </a:r>
          </a:p>
          <a:p>
            <a:pPr lvl="2" rtl="1"/>
            <a:r>
              <a:rPr lang="ar" sz="2000" dirty="0">
                <a:latin typeface="Sakkal Majalla" panose="02000000000000000000" pitchFamily="2" charset="-78"/>
                <a:cs typeface="Sakkal Majalla" panose="02000000000000000000" pitchFamily="2" charset="-78"/>
              </a:rPr>
              <a:t>- الملفات اللولبية</a:t>
            </a: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يُستخدم </a:t>
            </a:r>
            <a:r>
              <a:rPr lang="ar" sz="2000" b="1" dirty="0">
                <a:latin typeface="Sakkal Majalla" panose="02000000000000000000" pitchFamily="2" charset="-78"/>
                <a:cs typeface="Sakkal Majalla" panose="02000000000000000000" pitchFamily="2" charset="-78"/>
              </a:rPr>
              <a:t>قانون لينز</a:t>
            </a:r>
            <a:r>
              <a:rPr lang="ar" sz="2000" dirty="0">
                <a:latin typeface="Sakkal Majalla" panose="02000000000000000000" pitchFamily="2" charset="-78"/>
                <a:cs typeface="Sakkal Majalla" panose="02000000000000000000" pitchFamily="2" charset="-78"/>
              </a:rPr>
              <a:t> لتحديد اتجاه التيار المستحث ويخبرنا بالاتجاه الذي يتدفق فيه التيار المستحث.</a:t>
            </a:r>
          </a:p>
          <a:p>
            <a:pPr rtl="1"/>
            <a:r>
              <a:rPr lang="ar" sz="2000" dirty="0">
                <a:latin typeface="Sakkal Majalla" panose="02000000000000000000" pitchFamily="2" charset="-78"/>
                <a:cs typeface="Sakkal Majalla" panose="02000000000000000000" pitchFamily="2" charset="-78"/>
              </a:rPr>
              <a:t>تشمل تطبيقات قانون لينز ما يلي:</a:t>
            </a:r>
          </a:p>
          <a:p>
            <a:pPr lvl="2" rtl="1"/>
            <a:r>
              <a:rPr lang="ar" sz="2000" dirty="0">
                <a:latin typeface="Sakkal Majalla" panose="02000000000000000000" pitchFamily="2" charset="-78"/>
                <a:cs typeface="Sakkal Majalla" panose="02000000000000000000" pitchFamily="2" charset="-78"/>
              </a:rPr>
              <a:t>- أجهزة الكشف عن المعادن</a:t>
            </a:r>
          </a:p>
          <a:p>
            <a:pPr lvl="2" rtl="1"/>
            <a:r>
              <a:rPr lang="ar" sz="2000" dirty="0">
                <a:latin typeface="Sakkal Majalla" panose="02000000000000000000" pitchFamily="2" charset="-78"/>
                <a:cs typeface="Sakkal Majalla" panose="02000000000000000000" pitchFamily="2" charset="-78"/>
              </a:rPr>
              <a:t>- المولدات</a:t>
            </a:r>
          </a:p>
          <a:p>
            <a:pPr lvl="2" rtl="1"/>
            <a:r>
              <a:rPr lang="ar" sz="2000" dirty="0">
                <a:latin typeface="Sakkal Majalla" panose="02000000000000000000" pitchFamily="2" charset="-78"/>
                <a:cs typeface="Sakkal Majalla" panose="02000000000000000000" pitchFamily="2" charset="-78"/>
              </a:rPr>
              <a:t>- أنظمة الكبح الكهرومغناطيسي</a:t>
            </a:r>
          </a:p>
        </p:txBody>
      </p:sp>
      <p:sp>
        <p:nvSpPr>
          <p:cNvPr id="3" name="Footer Placeholder 2">
            <a:extLst>
              <a:ext uri="{FF2B5EF4-FFF2-40B4-BE49-F238E27FC236}">
                <a16:creationId xmlns:a16="http://schemas.microsoft.com/office/drawing/2014/main" id="{787C7757-1A15-0A82-85C1-DE437DA6DD1E}"/>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4001690945"/>
      </p:ext>
    </p:extLst>
  </p:cSld>
  <p:clrMapOvr>
    <a:masterClrMapping/>
  </p:clrMapOvr>
  <p:transition>
    <p:sndAc>
      <p:stSnd>
        <p:snd r:embed="rId3" name="click.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هدف التعلم (د)</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2327795"/>
            <a:ext cx="799147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المسائل الهندسية التي تتضمن</a:t>
            </a:r>
          </a:p>
          <a:p>
            <a:pPr algn="ctr" rtl="1"/>
            <a:r>
              <a:rPr lang="ar" sz="3800" b="1" dirty="0">
                <a:latin typeface="Sakkal Majalla" panose="02000000000000000000" pitchFamily="2" charset="-78"/>
                <a:cs typeface="Sakkal Majalla" panose="02000000000000000000" pitchFamily="2" charset="-78"/>
              </a:rPr>
              <a:t>والدوائر الكهربائية</a:t>
            </a:r>
          </a:p>
        </p:txBody>
      </p:sp>
      <p:sp>
        <p:nvSpPr>
          <p:cNvPr id="2" name="Content Placeholder 3">
            <a:extLst>
              <a:ext uri="{FF2B5EF4-FFF2-40B4-BE49-F238E27FC236}">
                <a16:creationId xmlns:a16="http://schemas.microsoft.com/office/drawing/2014/main" id="{51229EE6-56C6-6B27-CF8C-CC6CB1002E83}"/>
              </a:ext>
            </a:extLst>
          </p:cNvPr>
          <p:cNvSpPr txBox="1">
            <a:spLocks noChangeArrowheads="1"/>
          </p:cNvSpPr>
          <p:nvPr/>
        </p:nvSpPr>
        <p:spPr bwMode="auto">
          <a:xfrm>
            <a:off x="339876" y="4293096"/>
            <a:ext cx="843528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dirty="0">
                <a:latin typeface="Sakkal Majalla" panose="02000000000000000000" pitchFamily="2" charset="-78"/>
                <a:cs typeface="Sakkal Majalla" panose="02000000000000000000" pitchFamily="2" charset="-78"/>
              </a:rPr>
              <a:t>الأشكال الموجية للتيار المتناوب</a:t>
            </a:r>
          </a:p>
          <a:p>
            <a:pPr marL="685800" rtl="1"/>
            <a:r>
              <a:rPr lang="ar" sz="2600" kern="0" dirty="0">
                <a:latin typeface="Sakkal Majalla" panose="02000000000000000000" pitchFamily="2" charset="-78"/>
                <a:cs typeface="Sakkal Majalla" panose="02000000000000000000" pitchFamily="2" charset="-78"/>
              </a:rPr>
              <a:t>مبادئ التيار المتناوب أحادي الطور</a:t>
            </a:r>
          </a:p>
        </p:txBody>
      </p:sp>
      <p:sp>
        <p:nvSpPr>
          <p:cNvPr id="3" name="Footer Placeholder 2">
            <a:extLst>
              <a:ext uri="{FF2B5EF4-FFF2-40B4-BE49-F238E27FC236}">
                <a16:creationId xmlns:a16="http://schemas.microsoft.com/office/drawing/2014/main" id="{C86CB3A5-156E-EB5B-95D1-25FE418C826C}"/>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166743336"/>
      </p:ext>
    </p:extLst>
  </p:cSld>
  <p:clrMapOvr>
    <a:masterClrMapping/>
  </p:clrMapOvr>
  <p:transition>
    <p:sndAc>
      <p:stSnd>
        <p:snd r:embed="rId3" name="click.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iagram of a wave&#10;&#10;Description automatically generated">
            <a:extLst>
              <a:ext uri="{FF2B5EF4-FFF2-40B4-BE49-F238E27FC236}">
                <a16:creationId xmlns:a16="http://schemas.microsoft.com/office/drawing/2014/main" id="{8FBC9F66-814F-75AD-C543-1663B5B11D1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9346" y="2269082"/>
            <a:ext cx="2190446" cy="2319836"/>
          </a:xfrm>
          <a:prstGeom prst="rect">
            <a:avLst/>
          </a:prstGeom>
        </p:spPr>
      </p:pic>
      <p:pic>
        <p:nvPicPr>
          <p:cNvPr id="9" name="Picture 8" descr="A diagram of a graph&#10;&#10;Description automatically generated">
            <a:extLst>
              <a:ext uri="{FF2B5EF4-FFF2-40B4-BE49-F238E27FC236}">
                <a16:creationId xmlns:a16="http://schemas.microsoft.com/office/drawing/2014/main" id="{6218CF1E-E33E-3EBE-E0F4-EB85859605F6}"/>
              </a:ext>
            </a:extLst>
          </p:cNvPr>
          <p:cNvPicPr>
            <a:picLocks noChangeAspect="1"/>
          </p:cNvPicPr>
          <p:nvPr/>
        </p:nvPicPr>
        <p:blipFill>
          <a:blip r:embed="rId5"/>
          <a:stretch>
            <a:fillRect/>
          </a:stretch>
        </p:blipFill>
        <p:spPr>
          <a:xfrm>
            <a:off x="4112867" y="1995015"/>
            <a:ext cx="4065377" cy="2719244"/>
          </a:xfrm>
          <a:prstGeom prst="rect">
            <a:avLst/>
          </a:prstGeom>
        </p:spPr>
      </p:pic>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2" y="1485156"/>
            <a:ext cx="87849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الأشكال الموجية للتيار المتناوب</a:t>
            </a:r>
          </a:p>
        </p:txBody>
      </p:sp>
      <p:grpSp>
        <p:nvGrpSpPr>
          <p:cNvPr id="2" name="Group 1">
            <a:extLst>
              <a:ext uri="{FF2B5EF4-FFF2-40B4-BE49-F238E27FC236}">
                <a16:creationId xmlns:a16="http://schemas.microsoft.com/office/drawing/2014/main" id="{DE6E6FC6-1A7E-5EC9-5A2C-423384337FC5}"/>
              </a:ext>
            </a:extLst>
          </p:cNvPr>
          <p:cNvGrpSpPr/>
          <p:nvPr/>
        </p:nvGrpSpPr>
        <p:grpSpPr>
          <a:xfrm>
            <a:off x="3066869" y="2349447"/>
            <a:ext cx="6113643" cy="3320052"/>
            <a:chOff x="-36512" y="2349447"/>
            <a:chExt cx="6113643" cy="3320052"/>
          </a:xfrm>
        </p:grpSpPr>
        <p:grpSp>
          <p:nvGrpSpPr>
            <p:cNvPr id="29" name="Group 28">
              <a:extLst>
                <a:ext uri="{FF2B5EF4-FFF2-40B4-BE49-F238E27FC236}">
                  <a16:creationId xmlns:a16="http://schemas.microsoft.com/office/drawing/2014/main" id="{7389F07A-361D-628A-AEAF-CC35DC703EC9}"/>
                </a:ext>
              </a:extLst>
            </p:cNvPr>
            <p:cNvGrpSpPr/>
            <p:nvPr/>
          </p:nvGrpSpPr>
          <p:grpSpPr>
            <a:xfrm>
              <a:off x="-36512" y="2349447"/>
              <a:ext cx="6113643" cy="2152719"/>
              <a:chOff x="1266669" y="2554532"/>
              <a:chExt cx="6113643" cy="2152719"/>
            </a:xfrm>
          </p:grpSpPr>
          <p:grpSp>
            <p:nvGrpSpPr>
              <p:cNvPr id="22" name="Group 21">
                <a:extLst>
                  <a:ext uri="{FF2B5EF4-FFF2-40B4-BE49-F238E27FC236}">
                    <a16:creationId xmlns:a16="http://schemas.microsoft.com/office/drawing/2014/main" id="{4F6FB569-B34C-4FC0-6AC8-FFBE1A4E0CD9}"/>
                  </a:ext>
                </a:extLst>
              </p:cNvPr>
              <p:cNvGrpSpPr/>
              <p:nvPr/>
            </p:nvGrpSpPr>
            <p:grpSpPr>
              <a:xfrm>
                <a:off x="2123728" y="2554532"/>
                <a:ext cx="5256584" cy="2152719"/>
                <a:chOff x="895134" y="3508529"/>
                <a:chExt cx="5256584" cy="2152719"/>
              </a:xfrm>
            </p:grpSpPr>
            <p:grpSp>
              <p:nvGrpSpPr>
                <p:cNvPr id="10" name="Group 9">
                  <a:extLst>
                    <a:ext uri="{FF2B5EF4-FFF2-40B4-BE49-F238E27FC236}">
                      <a16:creationId xmlns:a16="http://schemas.microsoft.com/office/drawing/2014/main" id="{E3E7A124-31D7-CC2F-770F-BC1D886A25AB}"/>
                    </a:ext>
                  </a:extLst>
                </p:cNvPr>
                <p:cNvGrpSpPr/>
                <p:nvPr/>
              </p:nvGrpSpPr>
              <p:grpSpPr>
                <a:xfrm>
                  <a:off x="2385017" y="4012018"/>
                  <a:ext cx="3627143" cy="1649230"/>
                  <a:chOff x="2385017" y="4012018"/>
                  <a:chExt cx="3627143" cy="1649230"/>
                </a:xfrm>
              </p:grpSpPr>
              <p:sp>
                <p:nvSpPr>
                  <p:cNvPr id="5" name="TextBox 4">
                    <a:extLst>
                      <a:ext uri="{FF2B5EF4-FFF2-40B4-BE49-F238E27FC236}">
                        <a16:creationId xmlns:a16="http://schemas.microsoft.com/office/drawing/2014/main" id="{DEF4B3EC-13C6-BCC6-63FD-4A68EA82673E}"/>
                      </a:ext>
                    </a:extLst>
                  </p:cNvPr>
                  <p:cNvSpPr txBox="1"/>
                  <p:nvPr/>
                </p:nvSpPr>
                <p:spPr>
                  <a:xfrm>
                    <a:off x="2385017" y="4012018"/>
                    <a:ext cx="1128835" cy="400110"/>
                  </a:xfrm>
                  <a:prstGeom prst="rect">
                    <a:avLst/>
                  </a:prstGeom>
                  <a:solidFill>
                    <a:schemeClr val="bg1"/>
                  </a:solidFill>
                </p:spPr>
                <p:txBody>
                  <a:bodyPr wrap="none" rtlCol="1">
                    <a:spAutoFit/>
                  </a:bodyPr>
                  <a:lstStyle/>
                  <a:p>
                    <a:pPr rtl="1"/>
                    <a:r>
                      <a:rPr lang="ar" sz="2000" dirty="0">
                        <a:latin typeface="Sakkal Majalla" panose="02000000000000000000" pitchFamily="2" charset="-78"/>
                        <a:cs typeface="Sakkal Majalla" panose="02000000000000000000" pitchFamily="2" charset="-78"/>
                      </a:rPr>
                      <a:t>الفترة الزمنية</a:t>
                    </a:r>
                  </a:p>
                </p:txBody>
              </p:sp>
              <p:cxnSp>
                <p:nvCxnSpPr>
                  <p:cNvPr id="7" name="Straight Connector 6">
                    <a:extLst>
                      <a:ext uri="{FF2B5EF4-FFF2-40B4-BE49-F238E27FC236}">
                        <a16:creationId xmlns:a16="http://schemas.microsoft.com/office/drawing/2014/main" id="{832AF9D2-1129-0165-CC2A-6BC4799DD8CE}"/>
                      </a:ext>
                    </a:extLst>
                  </p:cNvPr>
                  <p:cNvCxnSpPr/>
                  <p:nvPr/>
                </p:nvCxnSpPr>
                <p:spPr>
                  <a:xfrm>
                    <a:off x="3923928" y="4149080"/>
                    <a:ext cx="2088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7002884-7387-ADD9-F2D0-9D33D59AC10D}"/>
                      </a:ext>
                    </a:extLst>
                  </p:cNvPr>
                  <p:cNvCxnSpPr>
                    <a:cxnSpLocks/>
                  </p:cNvCxnSpPr>
                  <p:nvPr/>
                </p:nvCxnSpPr>
                <p:spPr>
                  <a:xfrm>
                    <a:off x="4860032" y="5661248"/>
                    <a:ext cx="864096"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47CD6E0A-EC25-6003-88D9-3DC92D04D365}"/>
                    </a:ext>
                  </a:extLst>
                </p:cNvPr>
                <p:cNvCxnSpPr>
                  <a:cxnSpLocks/>
                </p:cNvCxnSpPr>
                <p:nvPr/>
              </p:nvCxnSpPr>
              <p:spPr>
                <a:xfrm flipV="1">
                  <a:off x="4877544" y="4900691"/>
                  <a:ext cx="1152128" cy="894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E59F7C6-E1F1-6AA6-4761-94C314FA8AE6}"/>
                    </a:ext>
                  </a:extLst>
                </p:cNvPr>
                <p:cNvCxnSpPr/>
                <p:nvPr/>
              </p:nvCxnSpPr>
              <p:spPr>
                <a:xfrm>
                  <a:off x="5220072" y="4180438"/>
                  <a:ext cx="0" cy="720253"/>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6F0343CA-5FC0-1E95-3DE9-61E7A86ECFCC}"/>
                    </a:ext>
                  </a:extLst>
                </p:cNvPr>
                <p:cNvCxnSpPr>
                  <a:cxnSpLocks/>
                </p:cNvCxnSpPr>
                <p:nvPr/>
              </p:nvCxnSpPr>
              <p:spPr>
                <a:xfrm>
                  <a:off x="5453608" y="4165935"/>
                  <a:ext cx="0" cy="1495313"/>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6F467E86-8A9C-4DD3-6B00-ACC62867220B}"/>
                    </a:ext>
                  </a:extLst>
                </p:cNvPr>
                <p:cNvSpPr txBox="1"/>
                <p:nvPr/>
              </p:nvSpPr>
              <p:spPr>
                <a:xfrm>
                  <a:off x="4279510" y="4365104"/>
                  <a:ext cx="1008112" cy="338554"/>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السعة</a:t>
                  </a:r>
                </a:p>
              </p:txBody>
            </p:sp>
            <p:sp>
              <p:nvSpPr>
                <p:cNvPr id="19" name="TextBox 18">
                  <a:extLst>
                    <a:ext uri="{FF2B5EF4-FFF2-40B4-BE49-F238E27FC236}">
                      <a16:creationId xmlns:a16="http://schemas.microsoft.com/office/drawing/2014/main" id="{1964D8E6-5C9F-0D3A-DD2B-EBFD83179734}"/>
                    </a:ext>
                  </a:extLst>
                </p:cNvPr>
                <p:cNvSpPr txBox="1"/>
                <p:nvPr/>
              </p:nvSpPr>
              <p:spPr>
                <a:xfrm>
                  <a:off x="5400588" y="4570024"/>
                  <a:ext cx="751130" cy="584775"/>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الذروة إلى الذروة</a:t>
                  </a:r>
                </a:p>
              </p:txBody>
            </p:sp>
            <p:sp>
              <p:nvSpPr>
                <p:cNvPr id="20" name="TextBox 19">
                  <a:extLst>
                    <a:ext uri="{FF2B5EF4-FFF2-40B4-BE49-F238E27FC236}">
                      <a16:creationId xmlns:a16="http://schemas.microsoft.com/office/drawing/2014/main" id="{C4E940A8-1D7B-685F-6DFD-95A2F498B663}"/>
                    </a:ext>
                  </a:extLst>
                </p:cNvPr>
                <p:cNvSpPr txBox="1"/>
                <p:nvPr/>
              </p:nvSpPr>
              <p:spPr>
                <a:xfrm>
                  <a:off x="4414563" y="4890661"/>
                  <a:ext cx="1008112" cy="338554"/>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الوقت</a:t>
                  </a:r>
                </a:p>
              </p:txBody>
            </p:sp>
            <p:sp>
              <p:nvSpPr>
                <p:cNvPr id="21" name="TextBox 20">
                  <a:extLst>
                    <a:ext uri="{FF2B5EF4-FFF2-40B4-BE49-F238E27FC236}">
                      <a16:creationId xmlns:a16="http://schemas.microsoft.com/office/drawing/2014/main" id="{5E06E310-7E85-6262-7AD5-3F22B5CAB717}"/>
                    </a:ext>
                  </a:extLst>
                </p:cNvPr>
                <p:cNvSpPr txBox="1"/>
                <p:nvPr/>
              </p:nvSpPr>
              <p:spPr>
                <a:xfrm>
                  <a:off x="895134" y="3508529"/>
                  <a:ext cx="1008112" cy="338554"/>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الجهد</a:t>
                  </a:r>
                </a:p>
              </p:txBody>
            </p:sp>
          </p:grpSp>
          <p:cxnSp>
            <p:nvCxnSpPr>
              <p:cNvPr id="26" name="Straight Connector 25">
                <a:extLst>
                  <a:ext uri="{FF2B5EF4-FFF2-40B4-BE49-F238E27FC236}">
                    <a16:creationId xmlns:a16="http://schemas.microsoft.com/office/drawing/2014/main" id="{F147250F-756C-6D5F-4876-1B73B71C10D2}"/>
                  </a:ext>
                </a:extLst>
              </p:cNvPr>
              <p:cNvCxnSpPr/>
              <p:nvPr/>
            </p:nvCxnSpPr>
            <p:spPr>
              <a:xfrm flipH="1">
                <a:off x="1894650" y="3185210"/>
                <a:ext cx="108012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B44E357-55ED-4933-12CB-E8916BF14277}"/>
                  </a:ext>
                </a:extLst>
              </p:cNvPr>
              <p:cNvSpPr txBox="1"/>
              <p:nvPr/>
            </p:nvSpPr>
            <p:spPr>
              <a:xfrm>
                <a:off x="1266669" y="2905780"/>
                <a:ext cx="795929" cy="584775"/>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جهد الذروة</a:t>
                </a:r>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9DE4FFF-FDAC-37CB-4C59-D0C33E1968B6}"/>
                    </a:ext>
                  </a:extLst>
                </p:cNvPr>
                <p:cNvSpPr txBox="1"/>
                <p:nvPr/>
              </p:nvSpPr>
              <p:spPr>
                <a:xfrm>
                  <a:off x="1658998" y="5107101"/>
                  <a:ext cx="2417008" cy="562398"/>
                </a:xfrm>
                <a:prstGeom prst="rect">
                  <a:avLst/>
                </a:prstGeom>
                <a:noFill/>
              </p:spPr>
              <p:txBody>
                <a:bodyPr wrap="none" rtlCol="1">
                  <a:spAutoFit/>
                </a:bodyPr>
                <a:lstStyle/>
                <a:p>
                  <a:pPr algn="l" rtl="0"/>
                  <a:r>
                    <a:rPr lang="ar" sz="2000" dirty="0">
                      <a:latin typeface="Sakkal Majalla" panose="02000000000000000000" pitchFamily="2" charset="-78"/>
                      <a:cs typeface="Sakkal Majalla" panose="02000000000000000000" pitchFamily="2" charset="-78"/>
                    </a:rPr>
                    <a:t>التردد </a:t>
                  </a:r>
                  <a14:m>
                    <m:oMath xmlns:m="http://schemas.openxmlformats.org/officeDocument/2006/math">
                      <m:d>
                        <m:dPr>
                          <m:ctrlPr>
                            <a:rPr lang="en-GB" sz="2000" i="1" dirty="0" smtClean="0">
                              <a:latin typeface="Cambria Math" panose="02040503050406030204" pitchFamily="18" charset="0"/>
                            </a:rPr>
                          </m:ctrlPr>
                        </m:dPr>
                        <m:e>
                          <m:r>
                            <a:rPr lang="en-GB" sz="2000" i="1" dirty="0" smtClean="0">
                              <a:latin typeface="Cambria Math" panose="02040503050406030204" pitchFamily="18" charset="0"/>
                            </a:rPr>
                            <m:t>𝑓</m:t>
                          </m:r>
                        </m:e>
                      </m:d>
                      <m:r>
                        <a:rPr lang="en-GB" sz="2000" i="1" dirty="0" smtClean="0">
                          <a:latin typeface="Cambria Math" panose="02040503050406030204" pitchFamily="18" charset="0"/>
                        </a:rPr>
                        <m:t>=</m:t>
                      </m:r>
                      <m:f>
                        <m:fPr>
                          <m:ctrlPr>
                            <a:rPr lang="en-GB" sz="2000" i="1" dirty="0" smtClean="0">
                              <a:latin typeface="Cambria Math" panose="02040503050406030204" pitchFamily="18" charset="0"/>
                            </a:rPr>
                          </m:ctrlPr>
                        </m:fPr>
                        <m:num>
                          <m:r>
                            <a:rPr lang="en-GB" sz="2000" i="1" dirty="0" smtClean="0">
                              <a:latin typeface="Cambria Math" panose="02040503050406030204" pitchFamily="18" charset="0"/>
                            </a:rPr>
                            <m:t>1</m:t>
                          </m:r>
                        </m:num>
                        <m:den>
                          <m:r>
                            <a:rPr lang="en-GB" sz="2000" i="1" dirty="0" smtClean="0">
                              <a:latin typeface="Cambria Math" panose="02040503050406030204" pitchFamily="18" charset="0"/>
                            </a:rPr>
                            <m:t>𝑡𝑖𝑚𝑒</m:t>
                          </m:r>
                          <m:r>
                            <a:rPr lang="en-GB" sz="2000" b="0" i="1" dirty="0" smtClean="0">
                              <a:latin typeface="Cambria Math" panose="02040503050406030204" pitchFamily="18" charset="0"/>
                            </a:rPr>
                            <m:t> </m:t>
                          </m:r>
                          <m:r>
                            <a:rPr lang="en-GB" sz="2000" b="0" i="1" dirty="0" smtClean="0">
                              <a:latin typeface="Cambria Math" panose="02040503050406030204" pitchFamily="18" charset="0"/>
                            </a:rPr>
                            <m:t>𝑝𝑒𝑟𝑖𝑜𝑑</m:t>
                          </m:r>
                        </m:den>
                      </m:f>
                    </m:oMath>
                  </a14:m>
                  <a:endParaRPr lang="en-GB" sz="2000" dirty="0">
                    <a:latin typeface="Sakkal Majalla" panose="02000000000000000000" pitchFamily="2" charset="-78"/>
                    <a:cs typeface="Sakkal Majalla" panose="02000000000000000000" pitchFamily="2" charset="-78"/>
                  </a:endParaRPr>
                </a:p>
              </p:txBody>
            </p:sp>
          </mc:Choice>
          <mc:Fallback xmlns="">
            <p:sp>
              <p:nvSpPr>
                <p:cNvPr id="30" name="TextBox 29">
                  <a:extLst>
                    <a:ext uri="{FF2B5EF4-FFF2-40B4-BE49-F238E27FC236}">
                      <a16:creationId xmlns:a16="http://schemas.microsoft.com/office/drawing/2014/main" id="{F9DE4FFF-FDAC-37CB-4C59-D0C33E1968B6}"/>
                    </a:ext>
                  </a:extLst>
                </p:cNvPr>
                <p:cNvSpPr txBox="1">
                  <a:spLocks noRot="1" noChangeAspect="1" noMove="1" noResize="1" noEditPoints="1" noAdjustHandles="1" noChangeArrowheads="1" noChangeShapeType="1" noTextEdit="1"/>
                </p:cNvSpPr>
                <p:nvPr/>
              </p:nvSpPr>
              <p:spPr>
                <a:xfrm>
                  <a:off x="1658998" y="5107101"/>
                  <a:ext cx="2417008" cy="562398"/>
                </a:xfrm>
                <a:prstGeom prst="rect">
                  <a:avLst/>
                </a:prstGeom>
                <a:blipFill>
                  <a:blip r:embed="rId6"/>
                  <a:stretch>
                    <a:fillRect l="-2771" b="-10870"/>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ECCD45B-508A-C0FF-0737-F2A70B4110BF}"/>
                  </a:ext>
                </a:extLst>
              </p:cNvPr>
              <p:cNvSpPr txBox="1"/>
              <p:nvPr/>
            </p:nvSpPr>
            <p:spPr>
              <a:xfrm>
                <a:off x="4782678" y="5824550"/>
                <a:ext cx="3646704" cy="734240"/>
              </a:xfrm>
              <a:prstGeom prst="rect">
                <a:avLst/>
              </a:prstGeom>
              <a:noFill/>
            </p:spPr>
            <p:txBody>
              <a:bodyPr wrap="none" rtlCol="1">
                <a:spAutoFit/>
              </a:bodyPr>
              <a:lstStyle/>
              <a:p>
                <a:pPr algn="l" rtl="0"/>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𝑅𝑀𝑆</m:t>
                      </m:r>
                      <m:r>
                        <a:rPr lang="en-GB" sz="2000" i="1" dirty="0" smtClean="0">
                          <a:latin typeface="Cambria Math" panose="02040503050406030204" pitchFamily="18" charset="0"/>
                        </a:rPr>
                        <m:t> </m:t>
                      </m:r>
                      <m:r>
                        <a:rPr lang="en-GB" sz="2000" i="1" dirty="0" smtClean="0">
                          <a:latin typeface="Cambria Math" panose="02040503050406030204" pitchFamily="18" charset="0"/>
                        </a:rPr>
                        <m:t>𝑣𝑜𝑙𝑡𝑎𝑔𝑒</m:t>
                      </m:r>
                      <m:r>
                        <a:rPr lang="en-GB" sz="2000" i="1" dirty="0" smtClean="0">
                          <a:latin typeface="Cambria Math" panose="02040503050406030204" pitchFamily="18" charset="0"/>
                        </a:rPr>
                        <m:t> = </m:t>
                      </m:r>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𝑝𝑒𝑎𝑘</m:t>
                          </m:r>
                          <m:r>
                            <a:rPr lang="en-GB" sz="2000" b="0" i="1" dirty="0" smtClean="0">
                              <a:latin typeface="Cambria Math" panose="02040503050406030204" pitchFamily="18" charset="0"/>
                            </a:rPr>
                            <m:t> </m:t>
                          </m:r>
                          <m:r>
                            <a:rPr lang="en-GB" sz="2000" i="1" dirty="0" smtClean="0">
                              <a:latin typeface="Cambria Math" panose="02040503050406030204" pitchFamily="18" charset="0"/>
                            </a:rPr>
                            <m:t>𝑣𝑜𝑙𝑡𝑎𝑔𝑒</m:t>
                          </m:r>
                        </m:num>
                        <m:den>
                          <m:rad>
                            <m:radPr>
                              <m:degHide m:val="on"/>
                              <m:ctrlPr>
                                <a:rPr lang="en-GB" sz="2000" i="1" dirty="0" smtClean="0">
                                  <a:latin typeface="Cambria Math" panose="02040503050406030204" pitchFamily="18" charset="0"/>
                                </a:rPr>
                              </m:ctrlPr>
                            </m:radPr>
                            <m:deg/>
                            <m:e>
                              <m:r>
                                <a:rPr lang="en-GB" sz="2000" b="0" i="1" dirty="0" smtClean="0">
                                  <a:latin typeface="Cambria Math" panose="02040503050406030204" pitchFamily="18" charset="0"/>
                                </a:rPr>
                                <m:t>2</m:t>
                              </m:r>
                            </m:e>
                          </m:rad>
                        </m:den>
                      </m:f>
                    </m:oMath>
                  </m:oMathPara>
                </a14:m>
                <a:endParaRPr lang="en-GB" sz="2000" dirty="0">
                  <a:latin typeface="Sakkal Majalla" panose="02000000000000000000" pitchFamily="2" charset="-78"/>
                  <a:cs typeface="Sakkal Majalla" panose="02000000000000000000" pitchFamily="2" charset="-78"/>
                </a:endParaRPr>
              </a:p>
            </p:txBody>
          </p:sp>
        </mc:Choice>
        <mc:Fallback xmlns="">
          <p:sp>
            <p:nvSpPr>
              <p:cNvPr id="31" name="TextBox 30">
                <a:extLst>
                  <a:ext uri="{FF2B5EF4-FFF2-40B4-BE49-F238E27FC236}">
                    <a16:creationId xmlns:a16="http://schemas.microsoft.com/office/drawing/2014/main" id="{2ECCD45B-508A-C0FF-0737-F2A70B4110BF}"/>
                  </a:ext>
                </a:extLst>
              </p:cNvPr>
              <p:cNvSpPr txBox="1">
                <a:spLocks noRot="1" noChangeAspect="1" noMove="1" noResize="1" noEditPoints="1" noAdjustHandles="1" noChangeArrowheads="1" noChangeShapeType="1" noTextEdit="1"/>
              </p:cNvSpPr>
              <p:nvPr/>
            </p:nvSpPr>
            <p:spPr>
              <a:xfrm>
                <a:off x="4782678" y="5824550"/>
                <a:ext cx="3646704" cy="734240"/>
              </a:xfrm>
              <a:prstGeom prst="rect">
                <a:avLst/>
              </a:prstGeom>
              <a:blipFill>
                <a:blip r:embed="rId7"/>
                <a:stretch>
                  <a:fillRect/>
                </a:stretch>
              </a:blipFill>
            </p:spPr>
            <p:txBody>
              <a:bodyPr/>
              <a:lstStyle/>
              <a:p>
                <a:r>
                  <a:rPr lang="en-GB">
                    <a:noFill/>
                  </a:rPr>
                  <a:t> </a:t>
                </a:r>
              </a:p>
            </p:txBody>
          </p:sp>
        </mc:Fallback>
      </mc:AlternateContent>
      <p:sp>
        <p:nvSpPr>
          <p:cNvPr id="32" name="TextBox 31">
            <a:extLst>
              <a:ext uri="{FF2B5EF4-FFF2-40B4-BE49-F238E27FC236}">
                <a16:creationId xmlns:a16="http://schemas.microsoft.com/office/drawing/2014/main" id="{19772FA8-AD94-D2B5-8957-17205D4A2A18}"/>
              </a:ext>
            </a:extLst>
          </p:cNvPr>
          <p:cNvSpPr txBox="1"/>
          <p:nvPr/>
        </p:nvSpPr>
        <p:spPr>
          <a:xfrm>
            <a:off x="234192" y="5096123"/>
            <a:ext cx="3446345" cy="1015663"/>
          </a:xfrm>
          <a:prstGeom prst="rect">
            <a:avLst/>
          </a:prstGeom>
          <a:noFill/>
          <a:ln>
            <a:solidFill>
              <a:schemeClr val="tx1"/>
            </a:solidFill>
          </a:ln>
        </p:spPr>
        <p:txBody>
          <a:bodyPr wrap="square" rtlCol="1">
            <a:spAutoFit/>
          </a:bodyPr>
          <a:lstStyle/>
          <a:p>
            <a:pPr rtl="1"/>
            <a:r>
              <a:rPr lang="ar" sz="2000" dirty="0">
                <a:latin typeface="Sakkal Majalla" panose="02000000000000000000" pitchFamily="2" charset="-78"/>
                <a:cs typeface="Sakkal Majalla" panose="02000000000000000000" pitchFamily="2" charset="-78"/>
              </a:rPr>
              <a:t>تتمتع الأشكال الموجية الجيبية وغير الجيبية بنفس الميزات بما فيها التردد والسعة وقيم الذروة والفترة الزمنية وقيم الذروة إلى الذروة</a:t>
            </a:r>
          </a:p>
        </p:txBody>
      </p:sp>
      <p:sp>
        <p:nvSpPr>
          <p:cNvPr id="3" name="Rectangle 2">
            <a:extLst>
              <a:ext uri="{FF2B5EF4-FFF2-40B4-BE49-F238E27FC236}">
                <a16:creationId xmlns:a16="http://schemas.microsoft.com/office/drawing/2014/main" id="{72AEE080-1CBA-9CFB-7FD2-197A48526034}"/>
              </a:ext>
            </a:extLst>
          </p:cNvPr>
          <p:cNvSpPr/>
          <p:nvPr/>
        </p:nvSpPr>
        <p:spPr>
          <a:xfrm>
            <a:off x="1043608" y="2420112"/>
            <a:ext cx="1142141" cy="201168"/>
          </a:xfrm>
          <a:prstGeom prst="rect">
            <a:avLst/>
          </a:prstGeom>
          <a:solidFill>
            <a:srgbClr val="FFFFFF"/>
          </a:solidFill>
        </p:spPr>
        <p:txBody>
          <a:bodyPr wrap="none" lIns="0" tIns="0" rIns="0" bIns="0" rtlCol="1">
            <a:noAutofit/>
          </a:bodyPr>
          <a:lstStyle/>
          <a:p>
            <a:pPr indent="0" algn="ctr" rtl="1"/>
            <a:r>
              <a:rPr lang="ar" sz="1400" dirty="0">
                <a:latin typeface="Sakkal Majalla" panose="02000000000000000000" pitchFamily="2" charset="-78"/>
                <a:cs typeface="Sakkal Majalla" panose="02000000000000000000" pitchFamily="2" charset="-78"/>
              </a:rPr>
              <a:t>موجة معقدة</a:t>
            </a:r>
          </a:p>
        </p:txBody>
      </p:sp>
      <p:sp>
        <p:nvSpPr>
          <p:cNvPr id="4" name="Rectangle 3">
            <a:extLst>
              <a:ext uri="{FF2B5EF4-FFF2-40B4-BE49-F238E27FC236}">
                <a16:creationId xmlns:a16="http://schemas.microsoft.com/office/drawing/2014/main" id="{46A9BD26-190D-2824-384D-FD306D5942B5}"/>
              </a:ext>
            </a:extLst>
          </p:cNvPr>
          <p:cNvSpPr/>
          <p:nvPr/>
        </p:nvSpPr>
        <p:spPr>
          <a:xfrm>
            <a:off x="639907" y="3252216"/>
            <a:ext cx="204216" cy="658368"/>
          </a:xfrm>
          <a:prstGeom prst="rect">
            <a:avLst/>
          </a:prstGeom>
          <a:solidFill>
            <a:srgbClr val="FFFFFF"/>
          </a:solidFill>
        </p:spPr>
        <p:txBody>
          <a:bodyPr vert="vert270" lIns="0" tIns="0" rIns="0" bIns="0" rtlCol="1">
            <a:noAutofit/>
          </a:bodyPr>
          <a:lstStyle/>
          <a:p>
            <a:pPr indent="0" algn="ctr" rtl="1"/>
            <a:r>
              <a:rPr lang="ar" sz="1400" b="1" dirty="0">
                <a:latin typeface="Sakkal Majalla" panose="02000000000000000000" pitchFamily="2" charset="-78"/>
                <a:cs typeface="Sakkal Majalla" panose="02000000000000000000" pitchFamily="2" charset="-78"/>
              </a:rPr>
              <a:t>السعة</a:t>
            </a:r>
            <a:endParaRPr lang="en-US" sz="1400" b="1" dirty="0">
              <a:latin typeface="Sakkal Majalla" panose="02000000000000000000" pitchFamily="2" charset="-78"/>
              <a:cs typeface="Sakkal Majalla" panose="02000000000000000000" pitchFamily="2" charset="-78"/>
            </a:endParaRPr>
          </a:p>
        </p:txBody>
      </p:sp>
      <p:sp>
        <p:nvSpPr>
          <p:cNvPr id="6" name="Footer Placeholder 2">
            <a:extLst>
              <a:ext uri="{FF2B5EF4-FFF2-40B4-BE49-F238E27FC236}">
                <a16:creationId xmlns:a16="http://schemas.microsoft.com/office/drawing/2014/main" id="{6D93D6EF-D99E-B9B9-1DC8-4447C9B03A8F}"/>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293913223"/>
      </p:ext>
    </p:extLst>
  </p:cSld>
  <p:clrMapOvr>
    <a:masterClrMapping/>
  </p:clrMapOvr>
  <p:transition>
    <p:sndAc>
      <p:stSnd>
        <p:snd r:embed="rId3" name="click.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triangle and a triangle with arrows&#10;&#10;Description automatically generated">
            <a:extLst>
              <a:ext uri="{FF2B5EF4-FFF2-40B4-BE49-F238E27FC236}">
                <a16:creationId xmlns:a16="http://schemas.microsoft.com/office/drawing/2014/main" id="{3901DC99-6993-D981-12F5-C70C3373D365}"/>
              </a:ext>
            </a:extLst>
          </p:cNvPr>
          <p:cNvPicPr>
            <a:picLocks noChangeAspect="1"/>
          </p:cNvPicPr>
          <p:nvPr/>
        </p:nvPicPr>
        <p:blipFill rotWithShape="1">
          <a:blip r:embed="rId4"/>
          <a:srcRect t="21158" r="55084" b="22207"/>
          <a:stretch/>
        </p:blipFill>
        <p:spPr>
          <a:xfrm>
            <a:off x="6012160" y="2549559"/>
            <a:ext cx="2609502" cy="2293285"/>
          </a:xfrm>
          <a:prstGeom prst="rect">
            <a:avLst/>
          </a:prstGeom>
        </p:spPr>
      </p:pic>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2" y="1268760"/>
            <a:ext cx="8784976" cy="115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(د2) - مبادئ التيار المتناوب </a:t>
            </a:r>
            <a:br>
              <a:rPr lang="en-GB" altLang="en-US" sz="3400" b="1" dirty="0">
                <a:latin typeface="Sakkal Majalla" panose="02000000000000000000" pitchFamily="2" charset="-78"/>
                <a:cs typeface="Sakkal Majalla" panose="02000000000000000000" pitchFamily="2" charset="-78"/>
              </a:rPr>
            </a:br>
            <a:r>
              <a:rPr lang="ar" sz="3400" b="1" dirty="0">
                <a:latin typeface="Sakkal Majalla" panose="02000000000000000000" pitchFamily="2" charset="-78"/>
                <a:cs typeface="Sakkal Majalla" panose="02000000000000000000" pitchFamily="2" charset="-78"/>
              </a:rPr>
              <a:t>أحادي الطور</a:t>
            </a:r>
          </a:p>
        </p:txBody>
      </p:sp>
      <p:sp>
        <p:nvSpPr>
          <p:cNvPr id="5" name="TextBox 4">
            <a:extLst>
              <a:ext uri="{FF2B5EF4-FFF2-40B4-BE49-F238E27FC236}">
                <a16:creationId xmlns:a16="http://schemas.microsoft.com/office/drawing/2014/main" id="{D5D62F26-4364-F1DF-C9AE-992465B1D5E5}"/>
              </a:ext>
            </a:extLst>
          </p:cNvPr>
          <p:cNvSpPr txBox="1"/>
          <p:nvPr/>
        </p:nvSpPr>
        <p:spPr>
          <a:xfrm>
            <a:off x="5881369" y="4899631"/>
            <a:ext cx="2952328" cy="707886"/>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يمكن تمثيل التيارات المتناوبة والفولتية كمتجهات باستخدام مخططات المطوار</a:t>
            </a:r>
          </a:p>
        </p:txBody>
      </p:sp>
      <p:grpSp>
        <p:nvGrpSpPr>
          <p:cNvPr id="19" name="Group 18">
            <a:extLst>
              <a:ext uri="{FF2B5EF4-FFF2-40B4-BE49-F238E27FC236}">
                <a16:creationId xmlns:a16="http://schemas.microsoft.com/office/drawing/2014/main" id="{16B378A5-2532-7021-39D9-1867FCAA881E}"/>
              </a:ext>
            </a:extLst>
          </p:cNvPr>
          <p:cNvGrpSpPr/>
          <p:nvPr/>
        </p:nvGrpSpPr>
        <p:grpSpPr>
          <a:xfrm>
            <a:off x="689662" y="2492896"/>
            <a:ext cx="3810330" cy="3185436"/>
            <a:chOff x="5129655" y="2780928"/>
            <a:chExt cx="3810330" cy="3185436"/>
          </a:xfrm>
        </p:grpSpPr>
        <p:pic>
          <p:nvPicPr>
            <p:cNvPr id="4" name="Picture 3">
              <a:extLst>
                <a:ext uri="{FF2B5EF4-FFF2-40B4-BE49-F238E27FC236}">
                  <a16:creationId xmlns:a16="http://schemas.microsoft.com/office/drawing/2014/main" id="{7D640F48-6933-838E-B700-3D138B3F978E}"/>
                </a:ext>
              </a:extLst>
            </p:cNvPr>
            <p:cNvPicPr>
              <a:picLocks noChangeAspect="1"/>
            </p:cNvPicPr>
            <p:nvPr/>
          </p:nvPicPr>
          <p:blipFill>
            <a:blip r:embed="rId5"/>
            <a:stretch>
              <a:fillRect/>
            </a:stretch>
          </p:blipFill>
          <p:spPr>
            <a:xfrm>
              <a:off x="5129655" y="2780928"/>
              <a:ext cx="3810330" cy="3185436"/>
            </a:xfrm>
            <a:prstGeom prst="rect">
              <a:avLst/>
            </a:prstGeom>
          </p:spPr>
        </p:pic>
        <p:sp>
          <p:nvSpPr>
            <p:cNvPr id="8" name="TextBox 7">
              <a:extLst>
                <a:ext uri="{FF2B5EF4-FFF2-40B4-BE49-F238E27FC236}">
                  <a16:creationId xmlns:a16="http://schemas.microsoft.com/office/drawing/2014/main" id="{464C36FB-587C-3255-2F7C-A793E051D022}"/>
                </a:ext>
              </a:extLst>
            </p:cNvPr>
            <p:cNvSpPr txBox="1"/>
            <p:nvPr/>
          </p:nvSpPr>
          <p:spPr>
            <a:xfrm>
              <a:off x="5810690" y="4916760"/>
              <a:ext cx="380232" cy="369332"/>
            </a:xfrm>
            <a:prstGeom prst="rect">
              <a:avLst/>
            </a:prstGeom>
            <a:noFill/>
          </p:spPr>
          <p:txBody>
            <a:bodyPr wrap="none" rtlCol="1">
              <a:spAutoFit/>
            </a:bodyPr>
            <a:lstStyle/>
            <a:p>
              <a:pPr rtl="1"/>
              <a:r>
                <a:rPr lang="ar" dirty="0">
                  <a:latin typeface="Sakkal Majalla" panose="02000000000000000000" pitchFamily="2" charset="-78"/>
                  <a:cs typeface="Sakkal Majalla" panose="02000000000000000000" pitchFamily="2" charset="-78"/>
                </a:rPr>
                <a:t>V1</a:t>
              </a:r>
            </a:p>
          </p:txBody>
        </p:sp>
        <p:cxnSp>
          <p:nvCxnSpPr>
            <p:cNvPr id="11" name="Straight Arrow Connector 10">
              <a:extLst>
                <a:ext uri="{FF2B5EF4-FFF2-40B4-BE49-F238E27FC236}">
                  <a16:creationId xmlns:a16="http://schemas.microsoft.com/office/drawing/2014/main" id="{07E43DD2-F491-0D74-65F9-75161C2D0850}"/>
                </a:ext>
              </a:extLst>
            </p:cNvPr>
            <p:cNvCxnSpPr/>
            <p:nvPr/>
          </p:nvCxnSpPr>
          <p:spPr>
            <a:xfrm flipV="1">
              <a:off x="6084168" y="4149080"/>
              <a:ext cx="288032" cy="7147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34DEE28C-6126-28BE-7967-C5C1AEEB47A1}"/>
                </a:ext>
              </a:extLst>
            </p:cNvPr>
            <p:cNvCxnSpPr>
              <a:cxnSpLocks/>
            </p:cNvCxnSpPr>
            <p:nvPr/>
          </p:nvCxnSpPr>
          <p:spPr>
            <a:xfrm flipH="1">
              <a:off x="6444208" y="3645024"/>
              <a:ext cx="720080" cy="1773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C63F6327-8C60-95C6-C8B9-AFADED34A72D}"/>
                </a:ext>
              </a:extLst>
            </p:cNvPr>
            <p:cNvSpPr txBox="1"/>
            <p:nvPr/>
          </p:nvSpPr>
          <p:spPr>
            <a:xfrm>
              <a:off x="7235705" y="3394258"/>
              <a:ext cx="380232" cy="369332"/>
            </a:xfrm>
            <a:prstGeom prst="rect">
              <a:avLst/>
            </a:prstGeom>
            <a:noFill/>
          </p:spPr>
          <p:txBody>
            <a:bodyPr wrap="none" rtlCol="1">
              <a:spAutoFit/>
            </a:bodyPr>
            <a:lstStyle/>
            <a:p>
              <a:pPr rtl="1"/>
              <a:r>
                <a:rPr lang="ar" dirty="0">
                  <a:latin typeface="Sakkal Majalla" panose="02000000000000000000" pitchFamily="2" charset="-78"/>
                  <a:cs typeface="Sakkal Majalla" panose="02000000000000000000" pitchFamily="2" charset="-78"/>
                </a:rPr>
                <a:t>V2</a:t>
              </a:r>
            </a:p>
          </p:txBody>
        </p:sp>
        <p:cxnSp>
          <p:nvCxnSpPr>
            <p:cNvPr id="17" name="Straight Arrow Connector 16">
              <a:extLst>
                <a:ext uri="{FF2B5EF4-FFF2-40B4-BE49-F238E27FC236}">
                  <a16:creationId xmlns:a16="http://schemas.microsoft.com/office/drawing/2014/main" id="{722A2A43-B4D4-F173-85D0-93CDD2F19A9F}"/>
                </a:ext>
              </a:extLst>
            </p:cNvPr>
            <p:cNvCxnSpPr/>
            <p:nvPr/>
          </p:nvCxnSpPr>
          <p:spPr>
            <a:xfrm flipV="1">
              <a:off x="7092280" y="5286092"/>
              <a:ext cx="216024" cy="2257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9B81C053-3F35-D503-9D8A-4CF1E462D821}"/>
                </a:ext>
              </a:extLst>
            </p:cNvPr>
            <p:cNvSpPr txBox="1"/>
            <p:nvPr/>
          </p:nvSpPr>
          <p:spPr>
            <a:xfrm>
              <a:off x="6785786" y="5421912"/>
              <a:ext cx="723275" cy="400110"/>
            </a:xfrm>
            <a:prstGeom prst="rect">
              <a:avLst/>
            </a:prstGeom>
            <a:noFill/>
          </p:spPr>
          <p:txBody>
            <a:bodyPr wrap="none" rtlCol="1">
              <a:spAutoFit/>
            </a:bodyPr>
            <a:lstStyle/>
            <a:p>
              <a:pPr rtl="1"/>
              <a:r>
                <a:rPr lang="ar" sz="2000" dirty="0">
                  <a:latin typeface="Sakkal Majalla" panose="02000000000000000000" pitchFamily="2" charset="-78"/>
                  <a:cs typeface="Sakkal Majalla" panose="02000000000000000000" pitchFamily="2" charset="-78"/>
                </a:rPr>
                <a:t>V1+V2</a:t>
              </a:r>
            </a:p>
          </p:txBody>
        </p:sp>
      </p:grpSp>
      <p:sp>
        <p:nvSpPr>
          <p:cNvPr id="20" name="TextBox 19">
            <a:extLst>
              <a:ext uri="{FF2B5EF4-FFF2-40B4-BE49-F238E27FC236}">
                <a16:creationId xmlns:a16="http://schemas.microsoft.com/office/drawing/2014/main" id="{696F7956-C745-5EC0-AF09-3E0C044109AE}"/>
              </a:ext>
            </a:extLst>
          </p:cNvPr>
          <p:cNvSpPr txBox="1"/>
          <p:nvPr/>
        </p:nvSpPr>
        <p:spPr>
          <a:xfrm>
            <a:off x="356268" y="5733256"/>
            <a:ext cx="4248472" cy="707886"/>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يمكن رسم أشكال الموجة الجيبية ثم إضافتها معًا بيانيًا لإيجاد إجمالي اثنين أو أكثر من الفولتية.</a:t>
            </a:r>
          </a:p>
        </p:txBody>
      </p:sp>
      <p:sp>
        <p:nvSpPr>
          <p:cNvPr id="2" name="Rectangle 1">
            <a:extLst>
              <a:ext uri="{FF2B5EF4-FFF2-40B4-BE49-F238E27FC236}">
                <a16:creationId xmlns:a16="http://schemas.microsoft.com/office/drawing/2014/main" id="{3936BC00-6868-68EB-C204-B50F06E6697C}"/>
              </a:ext>
            </a:extLst>
          </p:cNvPr>
          <p:cNvSpPr/>
          <p:nvPr/>
        </p:nvSpPr>
        <p:spPr>
          <a:xfrm>
            <a:off x="7076642" y="4489704"/>
            <a:ext cx="1377696" cy="204216"/>
          </a:xfrm>
          <a:prstGeom prst="rect">
            <a:avLst/>
          </a:prstGeom>
          <a:solidFill>
            <a:srgbClr val="FFFFFF"/>
          </a:solidFill>
        </p:spPr>
        <p:txBody>
          <a:bodyPr wrap="none" lIns="0" tIns="0" rIns="0" bIns="0" rtlCol="1">
            <a:noAutofit/>
          </a:bodyPr>
          <a:lstStyle/>
          <a:p>
            <a:pPr indent="0" algn="ctr" rtl="1"/>
            <a:r>
              <a:rPr lang="ar" sz="1200" dirty="0">
                <a:solidFill>
                  <a:srgbClr val="1F2123"/>
                </a:solidFill>
                <a:latin typeface="Sakkal Majalla" panose="02000000000000000000" pitchFamily="2" charset="-78"/>
                <a:cs typeface="Sakkal Majalla" panose="02000000000000000000" pitchFamily="2" charset="-78"/>
              </a:rPr>
              <a:t>المطوار المرجعي</a:t>
            </a:r>
          </a:p>
        </p:txBody>
      </p:sp>
      <p:sp>
        <p:nvSpPr>
          <p:cNvPr id="3" name="Footer Placeholder 2">
            <a:extLst>
              <a:ext uri="{FF2B5EF4-FFF2-40B4-BE49-F238E27FC236}">
                <a16:creationId xmlns:a16="http://schemas.microsoft.com/office/drawing/2014/main" id="{8407F934-4D14-F0DE-F3CB-3DB7850CE0C6}"/>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3699760295"/>
      </p:ext>
    </p:extLst>
  </p:cSld>
  <p:clrMapOvr>
    <a:masterClrMapping/>
  </p:clrMapOvr>
  <p:transition>
    <p:sndAc>
      <p:stSnd>
        <p:snd r:embed="rId3" name="click.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2" y="1485156"/>
            <a:ext cx="87849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المفاعلة والمقاومة</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3B3DF0C-25DF-4A57-50F5-8FF56DD49B1C}"/>
                  </a:ext>
                </a:extLst>
              </p:cNvPr>
              <p:cNvSpPr txBox="1"/>
              <p:nvPr/>
            </p:nvSpPr>
            <p:spPr>
              <a:xfrm>
                <a:off x="1331640" y="2400069"/>
                <a:ext cx="7164532" cy="3425681"/>
              </a:xfrm>
              <a:prstGeom prst="rect">
                <a:avLst/>
              </a:prstGeom>
              <a:noFill/>
            </p:spPr>
            <p:txBody>
              <a:bodyPr wrap="square" rtlCol="1">
                <a:spAutoFit/>
              </a:bodyPr>
              <a:lstStyle/>
              <a:p>
                <a:pPr rtl="1"/>
                <a:r>
                  <a:rPr lang="ar" sz="2200" dirty="0">
                    <a:latin typeface="+mn-lt"/>
                    <a:cs typeface="Sakkal Majalla" panose="02000000000000000000" pitchFamily="2" charset="-78"/>
                  </a:rPr>
                  <a:t>المفاعلة مشابهة للمقاومة في دائرة تيار مستمر. المفاعلة في دوائر التيار المتناوب هي عكس تدفق التيار. كلما زادت المفاعلة، انخفض التيار إذا ظل الجهد على حاله. تحتوي المحثات والمكثفات على مفاعلة يتم حسابها باستخدام الصيغ التالية:</a:t>
                </a:r>
              </a:p>
              <a:p>
                <a:pPr rtl="1"/>
                <a:endParaRPr lang="en-GB" sz="2000" dirty="0">
                  <a:latin typeface="+mn-lt"/>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المفاعلة الاستقرائية	 </a:t>
                </a:r>
                <a14:m>
                  <m:oMath xmlns:m="http://schemas.openxmlformats.org/officeDocument/2006/math">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𝑋</m:t>
                        </m:r>
                      </m:e>
                      <m:sub>
                        <m:r>
                          <a:rPr lang="en-GB" sz="2000" b="0" i="1" smtClean="0">
                            <a:latin typeface="Cambria Math" panose="02040503050406030204" pitchFamily="18" charset="0"/>
                          </a:rPr>
                          <m:t>𝐿</m:t>
                        </m:r>
                      </m:sub>
                    </m:sSub>
                    <m:r>
                      <a:rPr lang="en-GB" sz="2000" b="0" i="1" smtClean="0">
                        <a:latin typeface="Cambria Math" panose="02040503050406030204" pitchFamily="18" charset="0"/>
                      </a:rPr>
                      <m:t>=</m:t>
                    </m:r>
                    <m:r>
                      <a:rPr lang="en-GB" sz="2000" b="0" i="1" smtClean="0">
                        <a:latin typeface="Cambria Math" panose="02040503050406030204" pitchFamily="18" charset="0"/>
                      </a:rPr>
                      <m:t>2</m:t>
                    </m:r>
                    <m:r>
                      <a:rPr lang="en-GB" sz="2000" b="0" i="1" smtClean="0">
                        <a:latin typeface="Cambria Math" panose="02040503050406030204" pitchFamily="18" charset="0"/>
                        <a:ea typeface="Cambria Math" panose="02040503050406030204" pitchFamily="18" charset="0"/>
                      </a:rPr>
                      <m:t>𝜋</m:t>
                    </m:r>
                    <m:r>
                      <a:rPr lang="en-GB" sz="2000" b="0" i="1" smtClean="0">
                        <a:latin typeface="Cambria Math" panose="02040503050406030204" pitchFamily="18" charset="0"/>
                        <a:ea typeface="Cambria Math" panose="02040503050406030204" pitchFamily="18" charset="0"/>
                      </a:rPr>
                      <m:t>𝑓𝐿</m:t>
                    </m:r>
                  </m:oMath>
                </a14:m>
                <a:endParaRPr lang="en-GB" sz="2000" dirty="0">
                  <a:latin typeface="+mn-lt"/>
                  <a:cs typeface="Sakkal Majalla" panose="02000000000000000000" pitchFamily="2" charset="-78"/>
                </a:endParaRPr>
              </a:p>
              <a:p>
                <a:pPr rtl="1"/>
                <a:endParaRPr lang="en-GB" sz="2000" dirty="0">
                  <a:latin typeface="+mn-lt"/>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المفاعلة السعوية	 </a:t>
                </a:r>
                <a14:m>
                  <m:oMath xmlns:m="http://schemas.openxmlformats.org/officeDocument/2006/math">
                    <m:sSub>
                      <m:sSubPr>
                        <m:ctrlPr>
                          <a:rPr lang="en-GB" sz="2000" i="1" smtClean="0">
                            <a:latin typeface="Cambria Math" panose="02040503050406030204" pitchFamily="18" charset="0"/>
                          </a:rPr>
                        </m:ctrlPr>
                      </m:sSubPr>
                      <m:e>
                        <m:r>
                          <a:rPr lang="en-GB" sz="2000" b="0" i="1" smtClean="0">
                            <a:latin typeface="Cambria Math" panose="02040503050406030204" pitchFamily="18" charset="0"/>
                          </a:rPr>
                          <m:t>𝑋</m:t>
                        </m:r>
                      </m:e>
                      <m:sub>
                        <m:r>
                          <a:rPr lang="en-GB" sz="2000" b="0" i="1" smtClean="0">
                            <a:latin typeface="Cambria Math" panose="02040503050406030204" pitchFamily="18" charset="0"/>
                          </a:rPr>
                          <m:t>𝑐</m:t>
                        </m:r>
                      </m:sub>
                    </m:sSub>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m:t>
                        </m:r>
                        <m:r>
                          <a:rPr lang="en-GB" sz="2000" b="0" i="1" smtClean="0">
                            <a:latin typeface="Cambria Math" panose="02040503050406030204" pitchFamily="18" charset="0"/>
                            <a:ea typeface="Cambria Math" panose="02040503050406030204" pitchFamily="18" charset="0"/>
                          </a:rPr>
                          <m:t>𝜋</m:t>
                        </m:r>
                        <m:r>
                          <a:rPr lang="en-GB" sz="2000" b="0" i="1" smtClean="0">
                            <a:latin typeface="Cambria Math" panose="02040503050406030204" pitchFamily="18" charset="0"/>
                            <a:ea typeface="Cambria Math" panose="02040503050406030204" pitchFamily="18" charset="0"/>
                          </a:rPr>
                          <m:t>𝑓𝐶</m:t>
                        </m:r>
                      </m:den>
                    </m:f>
                  </m:oMath>
                </a14:m>
                <a:endParaRPr lang="en-GB" sz="2000" dirty="0">
                  <a:latin typeface="+mn-lt"/>
                  <a:cs typeface="Sakkal Majalla" panose="02000000000000000000" pitchFamily="2" charset="-78"/>
                </a:endParaRPr>
              </a:p>
              <a:p>
                <a:pPr rtl="1"/>
                <a:endParaRPr lang="en-GB" sz="2000" dirty="0">
                  <a:latin typeface="+mn-lt"/>
                  <a:cs typeface="Sakkal Majalla" panose="02000000000000000000" pitchFamily="2" charset="-78"/>
                </a:endParaRPr>
              </a:p>
              <a:p>
                <a:pPr rtl="1"/>
                <a:r>
                  <a:rPr lang="ar" sz="2000" dirty="0">
                    <a:latin typeface="+mn-lt"/>
                    <a:cs typeface="Sakkal Majalla" panose="02000000000000000000" pitchFamily="2" charset="-78"/>
                  </a:rPr>
                  <a:t>المعاوقة هي مجموع المقاومة والمفاعلة في دائرة التيار المتناوب.</a:t>
                </a:r>
              </a:p>
              <a:p>
                <a:pPr rtl="1"/>
                <a:endParaRPr lang="en-GB" sz="2000" dirty="0">
                  <a:latin typeface="+mn-lt"/>
                  <a:cs typeface="Sakkal Majalla" panose="02000000000000000000" pitchFamily="2" charset="-78"/>
                </a:endParaRPr>
              </a:p>
            </p:txBody>
          </p:sp>
        </mc:Choice>
        <mc:Fallback xmlns="">
          <p:sp>
            <p:nvSpPr>
              <p:cNvPr id="3" name="TextBox 2">
                <a:extLst>
                  <a:ext uri="{FF2B5EF4-FFF2-40B4-BE49-F238E27FC236}">
                    <a16:creationId xmlns:a16="http://schemas.microsoft.com/office/drawing/2014/main" id="{73B3DF0C-25DF-4A57-50F5-8FF56DD49B1C}"/>
                  </a:ext>
                </a:extLst>
              </p:cNvPr>
              <p:cNvSpPr txBox="1">
                <a:spLocks noRot="1" noChangeAspect="1" noMove="1" noResize="1" noEditPoints="1" noAdjustHandles="1" noChangeArrowheads="1" noChangeShapeType="1" noTextEdit="1"/>
              </p:cNvSpPr>
              <p:nvPr/>
            </p:nvSpPr>
            <p:spPr>
              <a:xfrm>
                <a:off x="1331640" y="2400069"/>
                <a:ext cx="7164532" cy="3425681"/>
              </a:xfrm>
              <a:prstGeom prst="rect">
                <a:avLst/>
              </a:prstGeom>
              <a:blipFill>
                <a:blip r:embed="rId4"/>
                <a:stretch>
                  <a:fillRect t="-1246" r="-1020"/>
                </a:stretch>
              </a:blipFill>
            </p:spPr>
            <p:txBody>
              <a:bodyPr/>
              <a:lstStyle/>
              <a:p>
                <a:r>
                  <a:rPr lang="en-GB">
                    <a:noFill/>
                  </a:rPr>
                  <a:t> </a:t>
                </a:r>
              </a:p>
            </p:txBody>
          </p:sp>
        </mc:Fallback>
      </mc:AlternateContent>
      <p:sp>
        <p:nvSpPr>
          <p:cNvPr id="2" name="Footer Placeholder 2">
            <a:extLst>
              <a:ext uri="{FF2B5EF4-FFF2-40B4-BE49-F238E27FC236}">
                <a16:creationId xmlns:a16="http://schemas.microsoft.com/office/drawing/2014/main" id="{D1C01EE1-55AF-BF9B-6F07-641CAB4557E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extLst>
      <p:ext uri="{BB962C8B-B14F-4D97-AF65-F5344CB8AC3E}">
        <p14:creationId xmlns:p14="http://schemas.microsoft.com/office/powerpoint/2010/main" val="4145342923"/>
      </p:ext>
    </p:extLst>
  </p:cSld>
  <p:clrMapOvr>
    <a:masterClrMapping/>
  </p:clrMapOvr>
  <p:transition>
    <p:sndAc>
      <p:stSnd>
        <p:snd r:embed="rId3" name="click.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0341389-67BB-295C-BE54-23337B667B0D}"/>
              </a:ext>
            </a:extLst>
          </p:cNvPr>
          <p:cNvPicPr>
            <a:picLocks noChangeAspect="1"/>
          </p:cNvPicPr>
          <p:nvPr/>
        </p:nvPicPr>
        <p:blipFill rotWithShape="1">
          <a:blip r:embed="rId4"/>
          <a:srcRect t="23230" r="48134" b="27949"/>
          <a:stretch/>
        </p:blipFill>
        <p:spPr>
          <a:xfrm>
            <a:off x="4985369" y="2287905"/>
            <a:ext cx="3403055" cy="2149004"/>
          </a:xfrm>
          <a:prstGeom prst="rect">
            <a:avLst/>
          </a:prstGeom>
        </p:spPr>
      </p:pic>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79512" y="1485156"/>
            <a:ext cx="878497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latin typeface="Sakkal Majalla" panose="02000000000000000000" pitchFamily="2" charset="-78"/>
                <a:cs typeface="Sakkal Majalla" panose="02000000000000000000" pitchFamily="2" charset="-78"/>
              </a:rPr>
              <a:t>المعاوقة</a:t>
            </a:r>
          </a:p>
        </p:txBody>
      </p:sp>
      <p:sp>
        <p:nvSpPr>
          <p:cNvPr id="5" name="TextBox 4">
            <a:extLst>
              <a:ext uri="{FF2B5EF4-FFF2-40B4-BE49-F238E27FC236}">
                <a16:creationId xmlns:a16="http://schemas.microsoft.com/office/drawing/2014/main" id="{797B4EF5-BAAC-2A8D-59DB-1F14B3F52A3B}"/>
              </a:ext>
            </a:extLst>
          </p:cNvPr>
          <p:cNvSpPr txBox="1"/>
          <p:nvPr/>
        </p:nvSpPr>
        <p:spPr>
          <a:xfrm>
            <a:off x="5292080" y="4509120"/>
            <a:ext cx="3096344"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يتم حساب المعاوقة الكلية للدائرة ذات المقاوم والمحث المتصلة بالتسلسل باستخدام:</a:t>
            </a:r>
          </a:p>
          <a:p>
            <a:pPr rtl="1"/>
            <a:endParaRPr lang="en-GB" sz="2000" dirty="0">
              <a:latin typeface="Sakkal Majalla" panose="02000000000000000000" pitchFamily="2" charset="-78"/>
              <a:cs typeface="Sakkal Majalla" panose="02000000000000000000" pitchFamily="2" charset="-78"/>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282C265-E454-B8BD-5799-11CEBFCB3965}"/>
                  </a:ext>
                </a:extLst>
              </p:cNvPr>
              <p:cNvSpPr txBox="1"/>
              <p:nvPr/>
            </p:nvSpPr>
            <p:spPr>
              <a:xfrm>
                <a:off x="6343369" y="5814894"/>
                <a:ext cx="35266" cy="343107"/>
              </a:xfrm>
              <a:prstGeom prst="rect">
                <a:avLst/>
              </a:prstGeom>
              <a:noFill/>
            </p:spPr>
            <p:txBody>
              <a:bodyPr wrap="none" lIns="0" tIns="0" rIns="0" bIns="0" rtlCol="1">
                <a:spAutoFit/>
              </a:bodyPr>
              <a:lstStyle/>
              <a:p>
                <a:pPr rtl="1"/>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𝑍</m:t>
                      </m:r>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sSup>
                            <m:sSupPr>
                              <m:ctrlPr>
                                <a:rPr lang="en-GB" b="0" i="1" smtClean="0">
                                  <a:latin typeface="Cambria Math" panose="02040503050406030204" pitchFamily="18" charset="0"/>
                                </a:rPr>
                              </m:ctrlPr>
                            </m:sSupPr>
                            <m:e>
                              <m:r>
                                <a:rPr lang="en-GB" b="0" i="1" smtClean="0">
                                  <a:latin typeface="Cambria Math" panose="02040503050406030204" pitchFamily="18" charset="0"/>
                                </a:rPr>
                                <m:t>𝑋</m:t>
                              </m:r>
                              <m:r>
                                <a:rPr lang="en-GB" b="0" i="1" baseline="-25000" smtClean="0">
                                  <a:latin typeface="Cambria Math" panose="02040503050406030204" pitchFamily="18" charset="0"/>
                                </a:rPr>
                                <m:t>𝐿</m:t>
                              </m:r>
                            </m:e>
                            <m:sup>
                              <m:r>
                                <a:rPr lang="en-GB" b="0" i="1" smtClean="0">
                                  <a:latin typeface="Cambria Math" panose="02040503050406030204" pitchFamily="18" charset="0"/>
                                </a:rPr>
                                <m:t>2</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𝑅</m:t>
                              </m:r>
                            </m:e>
                            <m:sup>
                              <m:r>
                                <a:rPr lang="en-GB" b="0" i="1" smtClean="0">
                                  <a:latin typeface="Cambria Math" panose="02040503050406030204" pitchFamily="18" charset="0"/>
                                </a:rPr>
                                <m:t>2</m:t>
                              </m:r>
                            </m:sup>
                          </m:sSup>
                        </m:e>
                      </m:rad>
                    </m:oMath>
                  </m:oMathPara>
                </a14:m>
                <a:endParaRPr lang="en-GB" dirty="0">
                  <a:latin typeface="Sakkal Majalla" panose="02000000000000000000" pitchFamily="2" charset="-78"/>
                  <a:cs typeface="Sakkal Majalla" panose="02000000000000000000" pitchFamily="2" charset="-78"/>
                </a:endParaRPr>
              </a:p>
            </p:txBody>
          </p:sp>
        </mc:Choice>
        <mc:Fallback xmlns="">
          <p:sp>
            <p:nvSpPr>
              <p:cNvPr id="8" name="TextBox 7">
                <a:extLst>
                  <a:ext uri="{FF2B5EF4-FFF2-40B4-BE49-F238E27FC236}">
                    <a16:creationId xmlns:a16="http://schemas.microsoft.com/office/drawing/2014/main" id="{1282C265-E454-B8BD-5799-11CEBFCB3965}"/>
                  </a:ext>
                </a:extLst>
              </p:cNvPr>
              <p:cNvSpPr txBox="1">
                <a:spLocks noRot="1" noChangeAspect="1" noMove="1" noResize="1" noEditPoints="1" noAdjustHandles="1" noChangeArrowheads="1" noChangeShapeType="1" noTextEdit="1"/>
              </p:cNvSpPr>
              <p:nvPr/>
            </p:nvSpPr>
            <p:spPr>
              <a:xfrm>
                <a:off x="6343369" y="5814894"/>
                <a:ext cx="35266" cy="343107"/>
              </a:xfrm>
              <a:prstGeom prst="rect">
                <a:avLst/>
              </a:prstGeom>
              <a:blipFill>
                <a:blip r:embed="rId5"/>
                <a:stretch>
                  <a:fillRect l="-280000" r="-4840000" b="-3571"/>
                </a:stretch>
              </a:blipFill>
            </p:spPr>
            <p:txBody>
              <a:bodyPr/>
              <a:lstStyle/>
              <a:p>
                <a:r>
                  <a:rPr lang="en-GB">
                    <a:noFill/>
                  </a:rPr>
                  <a:t> </a:t>
                </a:r>
              </a:p>
            </p:txBody>
          </p:sp>
        </mc:Fallback>
      </mc:AlternateContent>
      <p:sp>
        <p:nvSpPr>
          <p:cNvPr id="13" name="TextBox 12">
            <a:extLst>
              <a:ext uri="{FF2B5EF4-FFF2-40B4-BE49-F238E27FC236}">
                <a16:creationId xmlns:a16="http://schemas.microsoft.com/office/drawing/2014/main" id="{7F666E89-04EF-B536-F56C-01DB266893A1}"/>
              </a:ext>
            </a:extLst>
          </p:cNvPr>
          <p:cNvSpPr txBox="1"/>
          <p:nvPr/>
        </p:nvSpPr>
        <p:spPr>
          <a:xfrm>
            <a:off x="539552" y="4509120"/>
            <a:ext cx="3096344" cy="132343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يتم حساب المقاومة الكلية للدائرة ذات المقاوم والمكثف المتصلة بالتسلسل باستخدام:</a:t>
            </a:r>
          </a:p>
          <a:p>
            <a:pPr rtl="1"/>
            <a:endParaRPr lang="en-GB" sz="2000" dirty="0">
              <a:latin typeface="Sakkal Majalla" panose="02000000000000000000" pitchFamily="2" charset="-78"/>
              <a:cs typeface="Sakkal Majalla" panose="02000000000000000000" pitchFamily="2" charset="-78"/>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09E306A-E66C-096C-BFFE-BE73D8E23EEE}"/>
                  </a:ext>
                </a:extLst>
              </p:cNvPr>
              <p:cNvSpPr txBox="1"/>
              <p:nvPr/>
            </p:nvSpPr>
            <p:spPr>
              <a:xfrm>
                <a:off x="1649208" y="5762034"/>
                <a:ext cx="35266" cy="343107"/>
              </a:xfrm>
              <a:prstGeom prst="rect">
                <a:avLst/>
              </a:prstGeom>
              <a:noFill/>
            </p:spPr>
            <p:txBody>
              <a:bodyPr wrap="none" lIns="0" tIns="0" rIns="0" bIns="0" rtlCol="1">
                <a:spAutoFit/>
              </a:bodyPr>
              <a:lstStyle/>
              <a:p>
                <a:pPr rtl="1"/>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𝑍</m:t>
                      </m:r>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sSup>
                            <m:sSupPr>
                              <m:ctrlPr>
                                <a:rPr lang="en-GB" b="0" i="1" smtClean="0">
                                  <a:latin typeface="Cambria Math" panose="02040503050406030204" pitchFamily="18" charset="0"/>
                                </a:rPr>
                              </m:ctrlPr>
                            </m:sSupPr>
                            <m:e>
                              <m:r>
                                <a:rPr lang="en-GB" b="0" i="1" smtClean="0">
                                  <a:latin typeface="Cambria Math" panose="02040503050406030204" pitchFamily="18" charset="0"/>
                                </a:rPr>
                                <m:t>𝑋</m:t>
                              </m:r>
                              <m:r>
                                <a:rPr lang="en-GB" b="0" i="1" baseline="-25000" smtClean="0">
                                  <a:latin typeface="Cambria Math" panose="02040503050406030204" pitchFamily="18" charset="0"/>
                                </a:rPr>
                                <m:t>𝐶</m:t>
                              </m:r>
                            </m:e>
                            <m:sup>
                              <m:r>
                                <a:rPr lang="en-GB" b="0" i="1" smtClean="0">
                                  <a:latin typeface="Cambria Math" panose="02040503050406030204" pitchFamily="18" charset="0"/>
                                </a:rPr>
                                <m:t>2</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𝑅</m:t>
                              </m:r>
                            </m:e>
                            <m:sup>
                              <m:r>
                                <a:rPr lang="en-GB" b="0" i="1" smtClean="0">
                                  <a:latin typeface="Cambria Math" panose="02040503050406030204" pitchFamily="18" charset="0"/>
                                </a:rPr>
                                <m:t>2</m:t>
                              </m:r>
                            </m:sup>
                          </m:sSup>
                        </m:e>
                      </m:rad>
                    </m:oMath>
                  </m:oMathPara>
                </a14:m>
                <a:endParaRPr lang="en-GB" dirty="0">
                  <a:latin typeface="Sakkal Majalla" panose="02000000000000000000" pitchFamily="2" charset="-78"/>
                  <a:cs typeface="Sakkal Majalla" panose="02000000000000000000" pitchFamily="2" charset="-78"/>
                </a:endParaRPr>
              </a:p>
            </p:txBody>
          </p:sp>
        </mc:Choice>
        <mc:Fallback xmlns="">
          <p:sp>
            <p:nvSpPr>
              <p:cNvPr id="14" name="TextBox 13">
                <a:extLst>
                  <a:ext uri="{FF2B5EF4-FFF2-40B4-BE49-F238E27FC236}">
                    <a16:creationId xmlns:a16="http://schemas.microsoft.com/office/drawing/2014/main" id="{C09E306A-E66C-096C-BFFE-BE73D8E23EEE}"/>
                  </a:ext>
                </a:extLst>
              </p:cNvPr>
              <p:cNvSpPr txBox="1">
                <a:spLocks noRot="1" noChangeAspect="1" noMove="1" noResize="1" noEditPoints="1" noAdjustHandles="1" noChangeArrowheads="1" noChangeShapeType="1" noTextEdit="1"/>
              </p:cNvSpPr>
              <p:nvPr/>
            </p:nvSpPr>
            <p:spPr>
              <a:xfrm>
                <a:off x="1649208" y="5762034"/>
                <a:ext cx="35266" cy="343107"/>
              </a:xfrm>
              <a:prstGeom prst="rect">
                <a:avLst/>
              </a:prstGeom>
              <a:blipFill>
                <a:blip r:embed="rId7"/>
                <a:stretch>
                  <a:fillRect l="-280000" r="-4960000" b="-3571"/>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09DF6CC8-D97B-CC21-FA94-20ACBBF1DF97}"/>
              </a:ext>
            </a:extLst>
          </p:cNvPr>
          <p:cNvSpPr txBox="1"/>
          <p:nvPr/>
        </p:nvSpPr>
        <p:spPr>
          <a:xfrm>
            <a:off x="6228184" y="4077072"/>
            <a:ext cx="1008112" cy="276999"/>
          </a:xfrm>
          <a:prstGeom prst="rect">
            <a:avLst/>
          </a:prstGeom>
          <a:solidFill>
            <a:schemeClr val="bg1"/>
          </a:solidFill>
        </p:spPr>
        <p:txBody>
          <a:bodyPr wrap="square" rtlCol="1">
            <a:spAutoFit/>
          </a:bodyPr>
          <a:lstStyle/>
          <a:p>
            <a:pPr rtl="1"/>
            <a:r>
              <a:rPr lang="ar" sz="1200" dirty="0">
                <a:latin typeface="Sakkal Majalla" panose="02000000000000000000" pitchFamily="2" charset="-78"/>
                <a:cs typeface="Sakkal Majalla" panose="02000000000000000000" pitchFamily="2" charset="-78"/>
              </a:rPr>
              <a:t>مصدر الطاقة (V</a:t>
            </a:r>
            <a:r>
              <a:rPr lang="ar" sz="1200" baseline="-25000" dirty="0">
                <a:latin typeface="Sakkal Majalla" panose="02000000000000000000" pitchFamily="2" charset="-78"/>
                <a:cs typeface="Sakkal Majalla" panose="02000000000000000000" pitchFamily="2" charset="-78"/>
              </a:rPr>
              <a:t>S</a:t>
            </a:r>
            <a:r>
              <a:rPr lang="ar" sz="1200" dirty="0">
                <a:latin typeface="Sakkal Majalla" panose="02000000000000000000" pitchFamily="2" charset="-78"/>
                <a:cs typeface="Sakkal Majalla" panose="02000000000000000000" pitchFamily="2" charset="-78"/>
              </a:rPr>
              <a:t>)</a:t>
            </a:r>
          </a:p>
        </p:txBody>
      </p:sp>
      <p:sp>
        <p:nvSpPr>
          <p:cNvPr id="2" name="Footer Placeholder 2">
            <a:extLst>
              <a:ext uri="{FF2B5EF4-FFF2-40B4-BE49-F238E27FC236}">
                <a16:creationId xmlns:a16="http://schemas.microsoft.com/office/drawing/2014/main" id="{4EE788F8-59B6-E81F-5313-B4BCAD968D49}"/>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pic>
        <p:nvPicPr>
          <p:cNvPr id="7" name="Picture 6">
            <a:extLst>
              <a:ext uri="{FF2B5EF4-FFF2-40B4-BE49-F238E27FC236}">
                <a16:creationId xmlns:a16="http://schemas.microsoft.com/office/drawing/2014/main" id="{1061EBF3-1422-E7C2-7471-874F2F69F8D6}"/>
              </a:ext>
            </a:extLst>
          </p:cNvPr>
          <p:cNvPicPr>
            <a:picLocks noChangeAspect="1"/>
          </p:cNvPicPr>
          <p:nvPr/>
        </p:nvPicPr>
        <p:blipFill>
          <a:blip r:embed="rId8"/>
          <a:stretch>
            <a:fillRect/>
          </a:stretch>
        </p:blipFill>
        <p:spPr>
          <a:xfrm>
            <a:off x="874711" y="2294650"/>
            <a:ext cx="2956816" cy="2133785"/>
          </a:xfrm>
          <a:prstGeom prst="rect">
            <a:avLst/>
          </a:prstGeom>
        </p:spPr>
      </p:pic>
    </p:spTree>
    <p:extLst>
      <p:ext uri="{BB962C8B-B14F-4D97-AF65-F5344CB8AC3E}">
        <p14:creationId xmlns:p14="http://schemas.microsoft.com/office/powerpoint/2010/main" val="1193772014"/>
      </p:ext>
    </p:extLst>
  </p:cSld>
  <p:clrMapOvr>
    <a:masterClrMapping/>
  </p:clrMapOvr>
  <p:transition>
    <p:sndAc>
      <p:stSnd>
        <p:snd r:embed="rId3" name="click.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897783"/>
          </a:xfrm>
        </p:spPr>
        <p:txBody>
          <a:bodyPr rtlCol="1"/>
          <a:lstStyle/>
          <a:p>
            <a:pPr rtl="1"/>
            <a:r>
              <a:rPr lang="ar" sz="2600" dirty="0">
                <a:latin typeface="Sakkal Majalla" panose="02000000000000000000" pitchFamily="2" charset="-78"/>
                <a:cs typeface="Sakkal Majalla" panose="02000000000000000000" pitchFamily="2" charset="-78"/>
              </a:rPr>
              <a:t>الصور</a:t>
            </a:r>
          </a:p>
          <a:p>
            <a:pPr marL="0" indent="0" rtl="1">
              <a:lnSpc>
                <a:spcPct val="107000"/>
              </a:lnSpc>
              <a:spcAft>
                <a:spcPts val="800"/>
              </a:spcAft>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شركة بيرسون إيديوكيشن ليمتد: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اتش ال استوديوز (لشريحة 10، الشريحة 11، الشريحة 13، الشريحة 18-يمين، الشريحة 28، الشريحة 47-يسار،  الشريحة 48-يسار، الشريحة 50 يسار)، شركة بيرسون إديوكيشن ليمتد (الشريحة 17-اليسار والشريحة 17-الوسط)، غاريث بودين (الشريحة 25)، أكسفورد ديزاينرز اند الاستريتورز ليمتد (الشريحة 42-اليسار، والشريحة 42-اليمين، والشريحة 44)؛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شوترستوك: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كلاوديو ديفيزيا (الشريحة 6)، شارين (الشريحة 17 -يمين)، بيكسارتيستس57 (الشريحة 18 -يسار)، ماتيج كاستيليتش (الشريحة 19)، يورازاجا (الشريحة 27)، زيزو7 (الشريحة 29)، ان ان ال_استوديو (الشريحة 33-أسفل)، انفينسوفت (الشريحة 33-أعلى)، تاتيانا بوبوفا (الشريحة 34)، كيناج (الشريحة 47 إلى اليمين)؛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سيمون جولدن: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(الشريحة 30، الشريحة 35، الشريحة 39، الشريحة 48 -يمين، الشريحة 50 -يمين).</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p:txBody>
      </p:sp>
      <p:sp>
        <p:nvSpPr>
          <p:cNvPr id="4" name="Footer Placeholder 2">
            <a:extLst>
              <a:ext uri="{FF2B5EF4-FFF2-40B4-BE49-F238E27FC236}">
                <a16:creationId xmlns:a16="http://schemas.microsoft.com/office/drawing/2014/main" id="{1D10EE72-FD1D-A59F-E7EA-3A2205566957}"/>
              </a:ext>
            </a:extLst>
          </p:cNvPr>
          <p:cNvSpPr txBox="1">
            <a:spLocks/>
          </p:cNvSpPr>
          <p:nvPr/>
        </p:nvSpPr>
        <p:spPr bwMode="auto">
          <a:xfrm>
            <a:off x="35496" y="664909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A103000399203</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AdditionalInfo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3F4065-73F4-42E4-A1D7-A2CF14917FCF}"/>
</file>

<file path=customXml/itemProps2.xml><?xml version="1.0" encoding="utf-8"?>
<ds:datastoreItem xmlns:ds="http://schemas.openxmlformats.org/officeDocument/2006/customXml" ds:itemID="{4B700610-39F3-4A35-AAF4-C1E1359C0930}">
  <ds:schemaRefs>
    <ds:schemaRef ds:uri="7c1bd8dc-4e40-424f-a15f-9ffcd522197f"/>
    <ds:schemaRef ds:uri="http://purl.org/dc/dcmitype/"/>
    <ds:schemaRef ds:uri="http://www.w3.org/XML/1998/namespace"/>
    <ds:schemaRef ds:uri="http://schemas.microsoft.com/office/2006/documentManagement/types"/>
    <ds:schemaRef ds:uri="http://schemas.microsoft.com/office/infopath/2007/PartnerControls"/>
    <ds:schemaRef ds:uri="http://purl.org/dc/terms/"/>
    <ds:schemaRef ds:uri="http://schemas.microsoft.com/office/2006/metadata/properties"/>
    <ds:schemaRef ds:uri="http://schemas.openxmlformats.org/package/2006/metadata/core-properties"/>
    <ds:schemaRef ds:uri="http://purl.org/dc/elements/1.1/"/>
    <ds:schemaRef ds:uri="6125ffc9-2c56-435e-8267-1393444907b2"/>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783</TotalTime>
  <Words>2965</Words>
  <Application>Microsoft Office PowerPoint</Application>
  <PresentationFormat>On-screen Show (4:3)</PresentationFormat>
  <Paragraphs>478</Paragraphs>
  <Slides>51</Slides>
  <Notes>50</Notes>
  <HiddenSlides>0</HiddenSlides>
  <MMClips>0</MMClips>
  <ScaleCrop>false</ScaleCrop>
  <HeadingPairs>
    <vt:vector size="6" baseType="variant">
      <vt:variant>
        <vt:lpstr>Fonts Used</vt:lpstr>
      </vt:variant>
      <vt:variant>
        <vt:i4>10</vt:i4>
      </vt:variant>
      <vt:variant>
        <vt:lpstr>Theme</vt:lpstr>
      </vt:variant>
      <vt:variant>
        <vt:i4>10</vt:i4>
      </vt:variant>
      <vt:variant>
        <vt:lpstr>Slide Titles</vt:lpstr>
      </vt:variant>
      <vt:variant>
        <vt:i4>51</vt:i4>
      </vt:variant>
    </vt:vector>
  </HeadingPairs>
  <TitlesOfParts>
    <vt:vector size="71" baseType="lpstr">
      <vt:lpstr>Arial</vt:lpstr>
      <vt:lpstr>Calibri</vt:lpstr>
      <vt:lpstr>Cambria Math</vt:lpstr>
      <vt:lpstr>Helvetica</vt:lpstr>
      <vt:lpstr>OpenSans</vt:lpstr>
      <vt:lpstr>Sakkal Majalla</vt:lpstr>
      <vt:lpstr>Times New Roman</vt:lpstr>
      <vt:lpstr>TimesNewRomanPS-ItalicMT</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57: المبادئ الكهربائية   والإلكترونية  </vt:lpstr>
      <vt:lpstr>المبادئ الكهربائية والإلكترونية</vt:lpstr>
      <vt:lpstr>أهداف التعلم</vt:lpstr>
      <vt:lpstr>هدف التعلم (أ)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(أ2) - الدوال المثلثية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(ج)  </vt:lpstr>
      <vt:lpstr>هدف التعلم (ج)  </vt:lpstr>
      <vt:lpstr>هدف التعلم (ج)  </vt:lpstr>
      <vt:lpstr>PowerPoint Presentation</vt:lpstr>
      <vt:lpstr>هدف التعلم (ج)  </vt:lpstr>
      <vt:lpstr>PowerPoint Presentation</vt:lpstr>
      <vt:lpstr>PowerPoint Presentation</vt:lpstr>
      <vt:lpstr>PowerPoint Presentation</vt:lpstr>
      <vt:lpstr>PowerPoint Presentation</vt:lpstr>
      <vt:lpstr>PowerPoint Presentation</vt:lpstr>
      <vt:lpstr>هدف التعلم (د)  </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162</cp:revision>
  <dcterms:created xsi:type="dcterms:W3CDTF">2020-07-15T07:14:47Z</dcterms:created>
  <dcterms:modified xsi:type="dcterms:W3CDTF">2024-05-28T15:45:36Z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