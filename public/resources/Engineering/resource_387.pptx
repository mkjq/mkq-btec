
<file path=[Content_Types].xml><?xml version="1.0" encoding="utf-8"?>
<Types xmlns="http://schemas.openxmlformats.org/package/2006/content-types">
  <Default Extension="bin" ContentType="audio/unknown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3.xml" ContentType="application/vnd.openxmlformats-officedocument.theme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4.xml" ContentType="application/vnd.openxmlformats-officedocument.theme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theme/theme5.xml" ContentType="application/vnd.openxmlformats-officedocument.theme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theme/theme6.xml" ContentType="application/vnd.openxmlformats-officedocument.theme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theme/theme7.xml" ContentType="application/vnd.openxmlformats-officedocument.theme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theme/theme8.xml" ContentType="application/vnd.openxmlformats-officedocument.theme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theme/theme9.xml" ContentType="application/vnd.openxmlformats-officedocument.theme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theme/theme10.xml" ContentType="application/vnd.openxmlformats-officedocument.theme+xml"/>
  <Override PartName="/ppt/theme/theme11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135" r:id="rId4"/>
    <p:sldMasterId id="2147484148" r:id="rId5"/>
    <p:sldMasterId id="2147484825" r:id="rId6"/>
    <p:sldMasterId id="2147484838" r:id="rId7"/>
    <p:sldMasterId id="2147484851" r:id="rId8"/>
    <p:sldMasterId id="2147484864" r:id="rId9"/>
    <p:sldMasterId id="2147484877" r:id="rId10"/>
    <p:sldMasterId id="2147484890" r:id="rId11"/>
    <p:sldMasterId id="2147484903" r:id="rId12"/>
    <p:sldMasterId id="2147484916" r:id="rId13"/>
  </p:sldMasterIdLst>
  <p:notesMasterIdLst>
    <p:notesMasterId r:id="rId48"/>
  </p:notesMasterIdLst>
  <p:sldIdLst>
    <p:sldId id="256" r:id="rId14"/>
    <p:sldId id="257" r:id="rId15"/>
    <p:sldId id="258" r:id="rId16"/>
    <p:sldId id="272" r:id="rId17"/>
    <p:sldId id="305" r:id="rId18"/>
    <p:sldId id="306" r:id="rId19"/>
    <p:sldId id="307" r:id="rId20"/>
    <p:sldId id="308" r:id="rId21"/>
    <p:sldId id="309" r:id="rId22"/>
    <p:sldId id="310" r:id="rId23"/>
    <p:sldId id="311" r:id="rId24"/>
    <p:sldId id="312" r:id="rId25"/>
    <p:sldId id="313" r:id="rId26"/>
    <p:sldId id="314" r:id="rId27"/>
    <p:sldId id="333" r:id="rId28"/>
    <p:sldId id="334" r:id="rId29"/>
    <p:sldId id="335" r:id="rId30"/>
    <p:sldId id="336" r:id="rId31"/>
    <p:sldId id="316" r:id="rId32"/>
    <p:sldId id="317" r:id="rId33"/>
    <p:sldId id="318" r:id="rId34"/>
    <p:sldId id="319" r:id="rId35"/>
    <p:sldId id="320" r:id="rId36"/>
    <p:sldId id="321" r:id="rId37"/>
    <p:sldId id="323" r:id="rId38"/>
    <p:sldId id="324" r:id="rId39"/>
    <p:sldId id="325" r:id="rId40"/>
    <p:sldId id="326" r:id="rId41"/>
    <p:sldId id="327" r:id="rId42"/>
    <p:sldId id="328" r:id="rId43"/>
    <p:sldId id="329" r:id="rId44"/>
    <p:sldId id="330" r:id="rId45"/>
    <p:sldId id="331" r:id="rId46"/>
    <p:sldId id="332" r:id="rId47"/>
  </p:sldIdLst>
  <p:sldSz cx="9144000" cy="6858000" type="screen4x3"/>
  <p:notesSz cx="6858000" cy="9144000"/>
  <p:defaultTextStyle>
    <a:defPPr algn="r" rtl="1">
      <a:defRPr lang="ar-MA"/>
    </a:defPPr>
    <a:lvl1pPr algn="r" rtl="1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r" rtl="1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r" rtl="1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r" rtl="1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r" rtl="1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r" defTabSz="914400" rtl="1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r" defTabSz="914400" rtl="1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r" defTabSz="914400" rtl="1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r" defTabSz="914400" rtl="1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1933">
          <p15:clr>
            <a:srgbClr val="A4A3A4"/>
          </p15:clr>
        </p15:guide>
        <p15:guide id="2" pos="2880">
          <p15:clr>
            <a:srgbClr val="A4A3A4"/>
          </p15:clr>
        </p15:guide>
        <p15:guide id="3" pos="1791">
          <p15:clr>
            <a:srgbClr val="A4A3A4"/>
          </p15:clr>
        </p15:guide>
        <p15:guide id="4" orient="horz" pos="3657">
          <p15:clr>
            <a:srgbClr val="A4A3A4"/>
          </p15:clr>
        </p15:guide>
        <p15:guide id="5" pos="1066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8EA2153-5F6B-B54C-1840-8E0FA623024A}" name="Stephen Singleton" initials="" userId="e969f1b3553b2f56" providerId="Windows Liv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crosoft Office User" initials="Office" lastIdx="1" clrIdx="0"/>
  <p:cmAuthor id="2" name="Microsoft Office User" initials="Office [2]" lastIdx="1" clrIdx="1"/>
  <p:cmAuthor id="3" name="Microsoft Office User" initials="Office [3]" lastIdx="1" clrIdx="2"/>
  <p:cmAuthor id="4" name="Microsoft Office User" initials="Office [4]" lastIdx="1" clrIdx="3"/>
  <p:cmAuthor id="5" name="Microsoft Office User" initials="Office [5]" lastIdx="1" clrIdx="4"/>
  <p:cmAuthor id="6" name="Susan Leaper" initials="" lastIdx="2" clrIdx="5"/>
  <p:cmAuthor id="7" name="Microsoft Office User" initials="Office [8]" lastIdx="1" clrIdx="6"/>
  <p:cmAuthor id="8" name="Microsoft Office User" initials="Office [7]" lastIdx="1" clrIdx="7"/>
  <p:cmAuthor id="9" name="Microsoft Office User" initials="Office [9]" lastIdx="1" clrIdx="8"/>
  <p:cmAuthor id="10" name="Microsoft Office User" initials="Office [10]" lastIdx="1" clrIdx="9"/>
  <p:cmAuthor id="11" name="Microsoft Office User" initials="" lastIdx="1" clrIdx="10"/>
  <p:cmAuthor id="12" name="Unknown User1" initials="Unknown User1" lastIdx="1" clrIdx="11"/>
  <p:cmAuthor id="13" name="Unknown User2" initials="Unknown User2" lastIdx="1" clrIdx="12"/>
  <p:cmAuthor id="14" name="Chetna Somaiya" initials="CS" lastIdx="3" clrIdx="13">
    <p:extLst>
      <p:ext uri="{19B8F6BF-5375-455C-9EA6-DF929625EA0E}">
        <p15:presenceInfo xmlns:p15="http://schemas.microsoft.com/office/powerpoint/2012/main" userId="S::Chetna.Somaiya@pearson.com::beb44317-2430-4ffc-a211-c5eaf33a942a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259F6A6-174B-415B-8F45-538A7D928304}" v="10" dt="2023-10-20T19:30:49.302"/>
  </p1510:revLst>
</p1510:revInfo>
</file>

<file path=ppt/tableStyles.xml><?xml version="1.0" encoding="utf-8"?>
<a:tblStyleLst xmlns:a="http://schemas.openxmlformats.org/drawingml/2006/main" def="{5C22544A-7EE6-4342-B048-85BDC9FD1C3A}"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647" autoAdjust="0"/>
    <p:restoredTop sz="93792" autoAdjust="0"/>
  </p:normalViewPr>
  <p:slideViewPr>
    <p:cSldViewPr>
      <p:cViewPr varScale="1">
        <p:scale>
          <a:sx n="162" d="100"/>
          <a:sy n="162" d="100"/>
        </p:scale>
        <p:origin x="1992" y="144"/>
      </p:cViewPr>
      <p:guideLst>
        <p:guide orient="horz" pos="1933"/>
        <p:guide pos="2880"/>
        <p:guide pos="1791"/>
        <p:guide orient="horz" pos="3657"/>
        <p:guide pos="106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Master" Target="slideMasters/slideMaster10.xml"/><Relationship Id="rId18" Type="http://schemas.openxmlformats.org/officeDocument/2006/relationships/slide" Target="slides/slide5.xml"/><Relationship Id="rId26" Type="http://schemas.openxmlformats.org/officeDocument/2006/relationships/slide" Target="slides/slide13.xml"/><Relationship Id="rId39" Type="http://schemas.openxmlformats.org/officeDocument/2006/relationships/slide" Target="slides/slide26.xml"/><Relationship Id="rId21" Type="http://schemas.openxmlformats.org/officeDocument/2006/relationships/slide" Target="slides/slide8.xml"/><Relationship Id="rId34" Type="http://schemas.openxmlformats.org/officeDocument/2006/relationships/slide" Target="slides/slide21.xml"/><Relationship Id="rId42" Type="http://schemas.openxmlformats.org/officeDocument/2006/relationships/slide" Target="slides/slide29.xml"/><Relationship Id="rId47" Type="http://schemas.openxmlformats.org/officeDocument/2006/relationships/slide" Target="slides/slide34.xml"/><Relationship Id="rId50" Type="http://schemas.openxmlformats.org/officeDocument/2006/relationships/presProps" Target="presProps.xml"/><Relationship Id="rId55" Type="http://schemas.microsoft.com/office/2015/10/relationships/revisionInfo" Target="revisionInfo.xml"/><Relationship Id="rId7" Type="http://schemas.openxmlformats.org/officeDocument/2006/relationships/slideMaster" Target="slideMasters/slideMaster4.xml"/><Relationship Id="rId2" Type="http://schemas.openxmlformats.org/officeDocument/2006/relationships/customXml" Target="../customXml/item2.xml"/><Relationship Id="rId16" Type="http://schemas.openxmlformats.org/officeDocument/2006/relationships/slide" Target="slides/slide3.xml"/><Relationship Id="rId29" Type="http://schemas.openxmlformats.org/officeDocument/2006/relationships/slide" Target="slides/slide16.xml"/><Relationship Id="rId11" Type="http://schemas.openxmlformats.org/officeDocument/2006/relationships/slideMaster" Target="slideMasters/slideMaster8.xml"/><Relationship Id="rId24" Type="http://schemas.openxmlformats.org/officeDocument/2006/relationships/slide" Target="slides/slide11.xml"/><Relationship Id="rId32" Type="http://schemas.openxmlformats.org/officeDocument/2006/relationships/slide" Target="slides/slide19.xml"/><Relationship Id="rId37" Type="http://schemas.openxmlformats.org/officeDocument/2006/relationships/slide" Target="slides/slide24.xml"/><Relationship Id="rId40" Type="http://schemas.openxmlformats.org/officeDocument/2006/relationships/slide" Target="slides/slide27.xml"/><Relationship Id="rId45" Type="http://schemas.openxmlformats.org/officeDocument/2006/relationships/slide" Target="slides/slide32.xml"/><Relationship Id="rId53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0" Type="http://schemas.openxmlformats.org/officeDocument/2006/relationships/slideMaster" Target="slideMasters/slideMaster7.xml"/><Relationship Id="rId19" Type="http://schemas.openxmlformats.org/officeDocument/2006/relationships/slide" Target="slides/slide6.xml"/><Relationship Id="rId31" Type="http://schemas.openxmlformats.org/officeDocument/2006/relationships/slide" Target="slides/slide18.xml"/><Relationship Id="rId44" Type="http://schemas.openxmlformats.org/officeDocument/2006/relationships/slide" Target="slides/slide31.xml"/><Relationship Id="rId52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1.xml"/><Relationship Id="rId22" Type="http://schemas.openxmlformats.org/officeDocument/2006/relationships/slide" Target="slides/slide9.xml"/><Relationship Id="rId27" Type="http://schemas.openxmlformats.org/officeDocument/2006/relationships/slide" Target="slides/slide14.xml"/><Relationship Id="rId30" Type="http://schemas.openxmlformats.org/officeDocument/2006/relationships/slide" Target="slides/slide17.xml"/><Relationship Id="rId35" Type="http://schemas.openxmlformats.org/officeDocument/2006/relationships/slide" Target="slides/slide22.xml"/><Relationship Id="rId43" Type="http://schemas.openxmlformats.org/officeDocument/2006/relationships/slide" Target="slides/slide30.xml"/><Relationship Id="rId48" Type="http://schemas.openxmlformats.org/officeDocument/2006/relationships/notesMaster" Target="notesMasters/notesMaster1.xml"/><Relationship Id="rId56" Type="http://schemas.microsoft.com/office/2018/10/relationships/authors" Target="authors.xml"/><Relationship Id="rId8" Type="http://schemas.openxmlformats.org/officeDocument/2006/relationships/slideMaster" Target="slideMasters/slideMaster5.xml"/><Relationship Id="rId51" Type="http://schemas.openxmlformats.org/officeDocument/2006/relationships/viewProps" Target="viewProps.xml"/><Relationship Id="rId3" Type="http://schemas.openxmlformats.org/officeDocument/2006/relationships/customXml" Target="../customXml/item3.xml"/><Relationship Id="rId12" Type="http://schemas.openxmlformats.org/officeDocument/2006/relationships/slideMaster" Target="slideMasters/slideMaster9.xml"/><Relationship Id="rId17" Type="http://schemas.openxmlformats.org/officeDocument/2006/relationships/slide" Target="slides/slide4.xml"/><Relationship Id="rId25" Type="http://schemas.openxmlformats.org/officeDocument/2006/relationships/slide" Target="slides/slide12.xml"/><Relationship Id="rId33" Type="http://schemas.openxmlformats.org/officeDocument/2006/relationships/slide" Target="slides/slide20.xml"/><Relationship Id="rId38" Type="http://schemas.openxmlformats.org/officeDocument/2006/relationships/slide" Target="slides/slide25.xml"/><Relationship Id="rId46" Type="http://schemas.openxmlformats.org/officeDocument/2006/relationships/slide" Target="slides/slide33.xml"/><Relationship Id="rId20" Type="http://schemas.openxmlformats.org/officeDocument/2006/relationships/slide" Target="slides/slide7.xml"/><Relationship Id="rId41" Type="http://schemas.openxmlformats.org/officeDocument/2006/relationships/slide" Target="slides/slide28.xml"/><Relationship Id="rId54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5" Type="http://schemas.openxmlformats.org/officeDocument/2006/relationships/slide" Target="slides/slide2.xml"/><Relationship Id="rId23" Type="http://schemas.openxmlformats.org/officeDocument/2006/relationships/slide" Target="slides/slide10.xml"/><Relationship Id="rId28" Type="http://schemas.openxmlformats.org/officeDocument/2006/relationships/slide" Target="slides/slide15.xml"/><Relationship Id="rId36" Type="http://schemas.openxmlformats.org/officeDocument/2006/relationships/slide" Target="slides/slide23.xml"/><Relationship Id="rId49" Type="http://schemas.openxmlformats.org/officeDocument/2006/relationships/commentAuthors" Target="comment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 Prince" userId="S::sam.prince1@pearson.com::b8c1c271-dd5b-4079-a09a-81f4ce8be867" providerId="AD" clId="Web-{A1C9A46D-04EA-1462-1C19-9AC76CA26E33}"/>
    <pc:docChg chg="modSld">
      <pc:chgData name="Sam Prince" userId="S::sam.prince1@pearson.com::b8c1c271-dd5b-4079-a09a-81f4ce8be867" providerId="AD" clId="Web-{A1C9A46D-04EA-1462-1C19-9AC76CA26E33}" dt="2023-10-11T13:12:22.451" v="2" actId="20577"/>
      <pc:docMkLst>
        <pc:docMk/>
      </pc:docMkLst>
      <pc:sldChg chg="modSp">
        <pc:chgData name="Sam Prince" userId="S::sam.prince1@pearson.com::b8c1c271-dd5b-4079-a09a-81f4ce8be867" providerId="AD" clId="Web-{A1C9A46D-04EA-1462-1C19-9AC76CA26E33}" dt="2023-10-11T13:12:22.451" v="2" actId="20577"/>
        <pc:sldMkLst>
          <pc:docMk/>
          <pc:sldMk cId="0" sldId="257"/>
        </pc:sldMkLst>
        <pc:spChg chg="mod">
          <ac:chgData name="Sam Prince" userId="S::sam.prince1@pearson.com::b8c1c271-dd5b-4079-a09a-81f4ce8be867" providerId="AD" clId="Web-{A1C9A46D-04EA-1462-1C19-9AC76CA26E33}" dt="2023-10-11T13:12:22.451" v="2" actId="20577"/>
          <ac:spMkLst>
            <pc:docMk/>
            <pc:sldMk cId="0" sldId="257"/>
            <ac:spMk id="30723" creationId="{3C79F714-332C-AB63-03D9-E6D0CAE0623F}"/>
          </ac:spMkLst>
        </pc:spChg>
      </pc:sldChg>
    </pc:docChg>
  </pc:docChgLst>
  <pc:docChgLst>
    <pc:chgData name="Sam Prince" userId="b8c1c271-dd5b-4079-a09a-81f4ce8be867" providerId="ADAL" clId="{7259F6A6-174B-415B-8F45-538A7D928304}"/>
    <pc:docChg chg="custSel delSld modSld">
      <pc:chgData name="Sam Prince" userId="b8c1c271-dd5b-4079-a09a-81f4ce8be867" providerId="ADAL" clId="{7259F6A6-174B-415B-8F45-538A7D928304}" dt="2023-10-20T19:33:24.618" v="194" actId="1076"/>
      <pc:docMkLst>
        <pc:docMk/>
      </pc:docMkLst>
      <pc:sldChg chg="modSp">
        <pc:chgData name="Sam Prince" userId="b8c1c271-dd5b-4079-a09a-81f4ce8be867" providerId="ADAL" clId="{7259F6A6-174B-415B-8F45-538A7D928304}" dt="2023-10-20T19:15:14.211" v="0" actId="1076"/>
        <pc:sldMkLst>
          <pc:docMk/>
          <pc:sldMk cId="4266653199" sldId="306"/>
        </pc:sldMkLst>
        <pc:spChg chg="mod">
          <ac:chgData name="Sam Prince" userId="b8c1c271-dd5b-4079-a09a-81f4ce8be867" providerId="ADAL" clId="{7259F6A6-174B-415B-8F45-538A7D928304}" dt="2023-10-20T19:15:14.211" v="0" actId="1076"/>
          <ac:spMkLst>
            <pc:docMk/>
            <pc:sldMk cId="4266653199" sldId="306"/>
            <ac:spMk id="34820" creationId="{8DCD7CE1-603D-4D59-3DBB-C13C0B6505F0}"/>
          </ac:spMkLst>
        </pc:spChg>
      </pc:sldChg>
      <pc:sldChg chg="modSp mod delCm">
        <pc:chgData name="Sam Prince" userId="b8c1c271-dd5b-4079-a09a-81f4ce8be867" providerId="ADAL" clId="{7259F6A6-174B-415B-8F45-538A7D928304}" dt="2023-10-20T19:33:24.618" v="194" actId="1076"/>
        <pc:sldMkLst>
          <pc:docMk/>
          <pc:sldMk cId="430936024" sldId="311"/>
        </pc:sldMkLst>
        <pc:graphicFrameChg chg="mod">
          <ac:chgData name="Sam Prince" userId="b8c1c271-dd5b-4079-a09a-81f4ce8be867" providerId="ADAL" clId="{7259F6A6-174B-415B-8F45-538A7D928304}" dt="2023-10-20T19:33:24.618" v="194" actId="1076"/>
          <ac:graphicFrameMkLst>
            <pc:docMk/>
            <pc:sldMk cId="430936024" sldId="311"/>
            <ac:graphicFrameMk id="3" creationId="{E3B25AFE-F729-5E6E-2C24-7DFD75AD72DF}"/>
          </ac:graphicFrameMkLst>
        </pc:graphicFrameChg>
      </pc:sldChg>
      <pc:sldChg chg="modSp mod">
        <pc:chgData name="Sam Prince" userId="b8c1c271-dd5b-4079-a09a-81f4ce8be867" providerId="ADAL" clId="{7259F6A6-174B-415B-8F45-538A7D928304}" dt="2023-10-20T19:26:09.574" v="100" actId="20577"/>
        <pc:sldMkLst>
          <pc:docMk/>
          <pc:sldMk cId="588061878" sldId="314"/>
        </pc:sldMkLst>
        <pc:spChg chg="mod">
          <ac:chgData name="Sam Prince" userId="b8c1c271-dd5b-4079-a09a-81f4ce8be867" providerId="ADAL" clId="{7259F6A6-174B-415B-8F45-538A7D928304}" dt="2023-10-20T19:26:09.574" v="100" actId="20577"/>
          <ac:spMkLst>
            <pc:docMk/>
            <pc:sldMk cId="588061878" sldId="314"/>
            <ac:spMk id="34820" creationId="{8DCD7CE1-603D-4D59-3DBB-C13C0B6505F0}"/>
          </ac:spMkLst>
        </pc:spChg>
      </pc:sldChg>
      <pc:sldChg chg="addSp delSp modSp mod delCm modCm">
        <pc:chgData name="Sam Prince" userId="b8c1c271-dd5b-4079-a09a-81f4ce8be867" providerId="ADAL" clId="{7259F6A6-174B-415B-8F45-538A7D928304}" dt="2023-10-20T19:29:37.139" v="178" actId="1076"/>
        <pc:sldMkLst>
          <pc:docMk/>
          <pc:sldMk cId="3334105948" sldId="316"/>
        </pc:sldMkLst>
        <pc:spChg chg="mod">
          <ac:chgData name="Sam Prince" userId="b8c1c271-dd5b-4079-a09a-81f4ce8be867" providerId="ADAL" clId="{7259F6A6-174B-415B-8F45-538A7D928304}" dt="2023-10-20T19:27:11.544" v="136" actId="20577"/>
          <ac:spMkLst>
            <pc:docMk/>
            <pc:sldMk cId="3334105948" sldId="316"/>
            <ac:spMk id="34820" creationId="{8DCD7CE1-603D-4D59-3DBB-C13C0B6505F0}"/>
          </ac:spMkLst>
        </pc:spChg>
        <pc:picChg chg="del">
          <ac:chgData name="Sam Prince" userId="b8c1c271-dd5b-4079-a09a-81f4ce8be867" providerId="ADAL" clId="{7259F6A6-174B-415B-8F45-538A7D928304}" dt="2023-10-20T19:29:10.962" v="169" actId="478"/>
          <ac:picMkLst>
            <pc:docMk/>
            <pc:sldMk cId="3334105948" sldId="316"/>
            <ac:picMk id="3" creationId="{85BFC9BF-AE08-D8E2-5B08-A725A643109C}"/>
          </ac:picMkLst>
        </pc:picChg>
        <pc:picChg chg="add mod">
          <ac:chgData name="Sam Prince" userId="b8c1c271-dd5b-4079-a09a-81f4ce8be867" providerId="ADAL" clId="{7259F6A6-174B-415B-8F45-538A7D928304}" dt="2023-10-20T19:29:37.139" v="178" actId="1076"/>
          <ac:picMkLst>
            <pc:docMk/>
            <pc:sldMk cId="3334105948" sldId="316"/>
            <ac:picMk id="5" creationId="{76BC502E-AB53-66BB-3391-402952FEBB15}"/>
          </ac:picMkLst>
        </pc:picChg>
      </pc:sldChg>
      <pc:sldChg chg="addSp delSp modSp mod">
        <pc:chgData name="Sam Prince" userId="b8c1c271-dd5b-4079-a09a-81f4ce8be867" providerId="ADAL" clId="{7259F6A6-174B-415B-8F45-538A7D928304}" dt="2023-10-20T19:29:57.024" v="183" actId="1076"/>
        <pc:sldMkLst>
          <pc:docMk/>
          <pc:sldMk cId="119958295" sldId="317"/>
        </pc:sldMkLst>
        <pc:spChg chg="mod">
          <ac:chgData name="Sam Prince" userId="b8c1c271-dd5b-4079-a09a-81f4ce8be867" providerId="ADAL" clId="{7259F6A6-174B-415B-8F45-538A7D928304}" dt="2023-10-20T19:27:23.669" v="142" actId="404"/>
          <ac:spMkLst>
            <pc:docMk/>
            <pc:sldMk cId="119958295" sldId="317"/>
            <ac:spMk id="34820" creationId="{8DCD7CE1-603D-4D59-3DBB-C13C0B6505F0}"/>
          </ac:spMkLst>
        </pc:spChg>
        <pc:picChg chg="del">
          <ac:chgData name="Sam Prince" userId="b8c1c271-dd5b-4079-a09a-81f4ce8be867" providerId="ADAL" clId="{7259F6A6-174B-415B-8F45-538A7D928304}" dt="2023-10-20T19:29:50.376" v="179" actId="478"/>
          <ac:picMkLst>
            <pc:docMk/>
            <pc:sldMk cId="119958295" sldId="317"/>
            <ac:picMk id="3" creationId="{D36C9515-4052-527A-3EF4-87FD46BE987A}"/>
          </ac:picMkLst>
        </pc:picChg>
        <pc:picChg chg="add mod">
          <ac:chgData name="Sam Prince" userId="b8c1c271-dd5b-4079-a09a-81f4ce8be867" providerId="ADAL" clId="{7259F6A6-174B-415B-8F45-538A7D928304}" dt="2023-10-20T19:29:57.024" v="183" actId="1076"/>
          <ac:picMkLst>
            <pc:docMk/>
            <pc:sldMk cId="119958295" sldId="317"/>
            <ac:picMk id="4" creationId="{A5BB1BD9-818B-0998-6A05-7F51065C2981}"/>
          </ac:picMkLst>
        </pc:picChg>
      </pc:sldChg>
      <pc:sldChg chg="addSp delSp modSp mod">
        <pc:chgData name="Sam Prince" userId="b8c1c271-dd5b-4079-a09a-81f4ce8be867" providerId="ADAL" clId="{7259F6A6-174B-415B-8F45-538A7D928304}" dt="2023-10-20T19:30:23.506" v="188" actId="14100"/>
        <pc:sldMkLst>
          <pc:docMk/>
          <pc:sldMk cId="1473235118" sldId="318"/>
        </pc:sldMkLst>
        <pc:spChg chg="mod">
          <ac:chgData name="Sam Prince" userId="b8c1c271-dd5b-4079-a09a-81f4ce8be867" providerId="ADAL" clId="{7259F6A6-174B-415B-8F45-538A7D928304}" dt="2023-10-20T19:27:38.566" v="148" actId="404"/>
          <ac:spMkLst>
            <pc:docMk/>
            <pc:sldMk cId="1473235118" sldId="318"/>
            <ac:spMk id="34820" creationId="{8DCD7CE1-603D-4D59-3DBB-C13C0B6505F0}"/>
          </ac:spMkLst>
        </pc:spChg>
        <pc:picChg chg="del">
          <ac:chgData name="Sam Prince" userId="b8c1c271-dd5b-4079-a09a-81f4ce8be867" providerId="ADAL" clId="{7259F6A6-174B-415B-8F45-538A7D928304}" dt="2023-10-20T19:30:13.313" v="184" actId="478"/>
          <ac:picMkLst>
            <pc:docMk/>
            <pc:sldMk cId="1473235118" sldId="318"/>
            <ac:picMk id="3" creationId="{DA52C658-4C28-4D03-7A4D-D75AD6A68AA9}"/>
          </ac:picMkLst>
        </pc:picChg>
        <pc:picChg chg="add mod">
          <ac:chgData name="Sam Prince" userId="b8c1c271-dd5b-4079-a09a-81f4ce8be867" providerId="ADAL" clId="{7259F6A6-174B-415B-8F45-538A7D928304}" dt="2023-10-20T19:30:23.506" v="188" actId="14100"/>
          <ac:picMkLst>
            <pc:docMk/>
            <pc:sldMk cId="1473235118" sldId="318"/>
            <ac:picMk id="4" creationId="{3ED09901-433C-8F94-ACA8-DBA5167ED190}"/>
          </ac:picMkLst>
        </pc:picChg>
      </pc:sldChg>
      <pc:sldChg chg="modSp mod">
        <pc:chgData name="Sam Prince" userId="b8c1c271-dd5b-4079-a09a-81f4ce8be867" providerId="ADAL" clId="{7259F6A6-174B-415B-8F45-538A7D928304}" dt="2023-10-20T19:27:51.686" v="154" actId="20577"/>
        <pc:sldMkLst>
          <pc:docMk/>
          <pc:sldMk cId="3801163753" sldId="319"/>
        </pc:sldMkLst>
        <pc:spChg chg="mod">
          <ac:chgData name="Sam Prince" userId="b8c1c271-dd5b-4079-a09a-81f4ce8be867" providerId="ADAL" clId="{7259F6A6-174B-415B-8F45-538A7D928304}" dt="2023-10-20T19:27:51.686" v="154" actId="20577"/>
          <ac:spMkLst>
            <pc:docMk/>
            <pc:sldMk cId="3801163753" sldId="319"/>
            <ac:spMk id="34820" creationId="{8DCD7CE1-603D-4D59-3DBB-C13C0B6505F0}"/>
          </ac:spMkLst>
        </pc:spChg>
      </pc:sldChg>
      <pc:sldChg chg="modSp mod">
        <pc:chgData name="Sam Prince" userId="b8c1c271-dd5b-4079-a09a-81f4ce8be867" providerId="ADAL" clId="{7259F6A6-174B-415B-8F45-538A7D928304}" dt="2023-10-20T19:28:06.778" v="164" actId="404"/>
        <pc:sldMkLst>
          <pc:docMk/>
          <pc:sldMk cId="24511806" sldId="320"/>
        </pc:sldMkLst>
        <pc:spChg chg="mod">
          <ac:chgData name="Sam Prince" userId="b8c1c271-dd5b-4079-a09a-81f4ce8be867" providerId="ADAL" clId="{7259F6A6-174B-415B-8F45-538A7D928304}" dt="2023-10-20T19:28:06.778" v="164" actId="404"/>
          <ac:spMkLst>
            <pc:docMk/>
            <pc:sldMk cId="24511806" sldId="320"/>
            <ac:spMk id="34820" creationId="{8DCD7CE1-603D-4D59-3DBB-C13C0B6505F0}"/>
          </ac:spMkLst>
        </pc:spChg>
      </pc:sldChg>
      <pc:sldChg chg="addSp delSp modSp mod">
        <pc:chgData name="Sam Prince" userId="b8c1c271-dd5b-4079-a09a-81f4ce8be867" providerId="ADAL" clId="{7259F6A6-174B-415B-8F45-538A7D928304}" dt="2023-10-20T19:21:28.865" v="25" actId="20577"/>
        <pc:sldMkLst>
          <pc:docMk/>
          <pc:sldMk cId="3135037056" sldId="323"/>
        </pc:sldMkLst>
        <pc:spChg chg="mod">
          <ac:chgData name="Sam Prince" userId="b8c1c271-dd5b-4079-a09a-81f4ce8be867" providerId="ADAL" clId="{7259F6A6-174B-415B-8F45-538A7D928304}" dt="2023-10-20T19:21:28.865" v="25" actId="20577"/>
          <ac:spMkLst>
            <pc:docMk/>
            <pc:sldMk cId="3135037056" sldId="323"/>
            <ac:spMk id="34820" creationId="{8DCD7CE1-603D-4D59-3DBB-C13C0B6505F0}"/>
          </ac:spMkLst>
        </pc:spChg>
        <pc:picChg chg="add mod">
          <ac:chgData name="Sam Prince" userId="b8c1c271-dd5b-4079-a09a-81f4ce8be867" providerId="ADAL" clId="{7259F6A6-174B-415B-8F45-538A7D928304}" dt="2023-10-20T19:20:26.287" v="10" actId="1076"/>
          <ac:picMkLst>
            <pc:docMk/>
            <pc:sldMk cId="3135037056" sldId="323"/>
            <ac:picMk id="3" creationId="{B7F59CD1-C9D4-7384-CD7B-6C1EB0B52A99}"/>
          </ac:picMkLst>
        </pc:picChg>
        <pc:picChg chg="del">
          <ac:chgData name="Sam Prince" userId="b8c1c271-dd5b-4079-a09a-81f4ce8be867" providerId="ADAL" clId="{7259F6A6-174B-415B-8F45-538A7D928304}" dt="2023-10-20T19:20:02.595" v="7" actId="478"/>
          <ac:picMkLst>
            <pc:docMk/>
            <pc:sldMk cId="3135037056" sldId="323"/>
            <ac:picMk id="7" creationId="{B01F8FC4-C25E-C767-F583-BFAE865FA7C1}"/>
          </ac:picMkLst>
        </pc:picChg>
      </pc:sldChg>
      <pc:sldChg chg="addSp delSp modSp mod">
        <pc:chgData name="Sam Prince" userId="b8c1c271-dd5b-4079-a09a-81f4ce8be867" providerId="ADAL" clId="{7259F6A6-174B-415B-8F45-538A7D928304}" dt="2023-10-20T19:21:33.500" v="29" actId="20577"/>
        <pc:sldMkLst>
          <pc:docMk/>
          <pc:sldMk cId="2231037599" sldId="324"/>
        </pc:sldMkLst>
        <pc:spChg chg="mod">
          <ac:chgData name="Sam Prince" userId="b8c1c271-dd5b-4079-a09a-81f4ce8be867" providerId="ADAL" clId="{7259F6A6-174B-415B-8F45-538A7D928304}" dt="2023-10-20T19:21:33.500" v="29" actId="20577"/>
          <ac:spMkLst>
            <pc:docMk/>
            <pc:sldMk cId="2231037599" sldId="324"/>
            <ac:spMk id="34820" creationId="{8DCD7CE1-603D-4D59-3DBB-C13C0B6505F0}"/>
          </ac:spMkLst>
        </pc:spChg>
        <pc:picChg chg="add mod">
          <ac:chgData name="Sam Prince" userId="b8c1c271-dd5b-4079-a09a-81f4ce8be867" providerId="ADAL" clId="{7259F6A6-174B-415B-8F45-538A7D928304}" dt="2023-10-20T19:19:59.779" v="6" actId="1076"/>
          <ac:picMkLst>
            <pc:docMk/>
            <pc:sldMk cId="2231037599" sldId="324"/>
            <ac:picMk id="3" creationId="{9A552214-7916-0166-EEE0-BC80B9364FDD}"/>
          </ac:picMkLst>
        </pc:picChg>
        <pc:picChg chg="del">
          <ac:chgData name="Sam Prince" userId="b8c1c271-dd5b-4079-a09a-81f4ce8be867" providerId="ADAL" clId="{7259F6A6-174B-415B-8F45-538A7D928304}" dt="2023-10-20T19:19:47.917" v="3" actId="478"/>
          <ac:picMkLst>
            <pc:docMk/>
            <pc:sldMk cId="2231037599" sldId="324"/>
            <ac:picMk id="4" creationId="{3A22CF42-AB61-AF24-4DD8-55A50E2BFDC0}"/>
          </ac:picMkLst>
        </pc:picChg>
      </pc:sldChg>
      <pc:sldChg chg="addSp delSp modSp mod">
        <pc:chgData name="Sam Prince" userId="b8c1c271-dd5b-4079-a09a-81f4ce8be867" providerId="ADAL" clId="{7259F6A6-174B-415B-8F45-538A7D928304}" dt="2023-10-20T19:21:40.951" v="39" actId="20577"/>
        <pc:sldMkLst>
          <pc:docMk/>
          <pc:sldMk cId="2639881968" sldId="325"/>
        </pc:sldMkLst>
        <pc:spChg chg="mod">
          <ac:chgData name="Sam Prince" userId="b8c1c271-dd5b-4079-a09a-81f4ce8be867" providerId="ADAL" clId="{7259F6A6-174B-415B-8F45-538A7D928304}" dt="2023-10-20T19:21:40.951" v="39" actId="20577"/>
          <ac:spMkLst>
            <pc:docMk/>
            <pc:sldMk cId="2639881968" sldId="325"/>
            <ac:spMk id="34820" creationId="{8DCD7CE1-603D-4D59-3DBB-C13C0B6505F0}"/>
          </ac:spMkLst>
        </pc:spChg>
        <pc:picChg chg="add mod">
          <ac:chgData name="Sam Prince" userId="b8c1c271-dd5b-4079-a09a-81f4ce8be867" providerId="ADAL" clId="{7259F6A6-174B-415B-8F45-538A7D928304}" dt="2023-10-20T19:20:50.977" v="16" actId="1076"/>
          <ac:picMkLst>
            <pc:docMk/>
            <pc:sldMk cId="2639881968" sldId="325"/>
            <ac:picMk id="3" creationId="{308BD7E9-B06F-FBF4-2BA1-E073A639EE21}"/>
          </ac:picMkLst>
        </pc:picChg>
        <pc:picChg chg="del">
          <ac:chgData name="Sam Prince" userId="b8c1c271-dd5b-4079-a09a-81f4ce8be867" providerId="ADAL" clId="{7259F6A6-174B-415B-8F45-538A7D928304}" dt="2023-10-20T19:20:39.818" v="11" actId="478"/>
          <ac:picMkLst>
            <pc:docMk/>
            <pc:sldMk cId="2639881968" sldId="325"/>
            <ac:picMk id="4" creationId="{9F1E3CAD-FDD4-2800-3933-E14334D3FD07}"/>
          </ac:picMkLst>
        </pc:picChg>
      </pc:sldChg>
      <pc:sldChg chg="addSp delSp modSp mod">
        <pc:chgData name="Sam Prince" userId="b8c1c271-dd5b-4079-a09a-81f4ce8be867" providerId="ADAL" clId="{7259F6A6-174B-415B-8F45-538A7D928304}" dt="2023-10-20T19:21:46.641" v="43" actId="20577"/>
        <pc:sldMkLst>
          <pc:docMk/>
          <pc:sldMk cId="3444627597" sldId="326"/>
        </pc:sldMkLst>
        <pc:spChg chg="mod">
          <ac:chgData name="Sam Prince" userId="b8c1c271-dd5b-4079-a09a-81f4ce8be867" providerId="ADAL" clId="{7259F6A6-174B-415B-8F45-538A7D928304}" dt="2023-10-20T19:21:46.641" v="43" actId="20577"/>
          <ac:spMkLst>
            <pc:docMk/>
            <pc:sldMk cId="3444627597" sldId="326"/>
            <ac:spMk id="34820" creationId="{8DCD7CE1-603D-4D59-3DBB-C13C0B6505F0}"/>
          </ac:spMkLst>
        </pc:spChg>
        <pc:picChg chg="add mod">
          <ac:chgData name="Sam Prince" userId="b8c1c271-dd5b-4079-a09a-81f4ce8be867" providerId="ADAL" clId="{7259F6A6-174B-415B-8F45-538A7D928304}" dt="2023-10-20T19:21:19.145" v="21" actId="1076"/>
          <ac:picMkLst>
            <pc:docMk/>
            <pc:sldMk cId="3444627597" sldId="326"/>
            <ac:picMk id="3" creationId="{C49123A1-7013-6145-CDEE-6DD2B6B0623F}"/>
          </ac:picMkLst>
        </pc:picChg>
        <pc:picChg chg="del">
          <ac:chgData name="Sam Prince" userId="b8c1c271-dd5b-4079-a09a-81f4ce8be867" providerId="ADAL" clId="{7259F6A6-174B-415B-8F45-538A7D928304}" dt="2023-10-20T19:21:04.718" v="17" actId="478"/>
          <ac:picMkLst>
            <pc:docMk/>
            <pc:sldMk cId="3444627597" sldId="326"/>
            <ac:picMk id="4" creationId="{888F02CA-4D5A-53C3-D469-95342807B62F}"/>
          </ac:picMkLst>
        </pc:picChg>
      </pc:sldChg>
      <pc:sldChg chg="addSp delSp modSp mod">
        <pc:chgData name="Sam Prince" userId="b8c1c271-dd5b-4079-a09a-81f4ce8be867" providerId="ADAL" clId="{7259F6A6-174B-415B-8F45-538A7D928304}" dt="2023-10-20T19:22:14.476" v="54" actId="1076"/>
        <pc:sldMkLst>
          <pc:docMk/>
          <pc:sldMk cId="2615614203" sldId="327"/>
        </pc:sldMkLst>
        <pc:spChg chg="mod">
          <ac:chgData name="Sam Prince" userId="b8c1c271-dd5b-4079-a09a-81f4ce8be867" providerId="ADAL" clId="{7259F6A6-174B-415B-8F45-538A7D928304}" dt="2023-10-20T19:21:51.837" v="47" actId="20577"/>
          <ac:spMkLst>
            <pc:docMk/>
            <pc:sldMk cId="2615614203" sldId="327"/>
            <ac:spMk id="34820" creationId="{8DCD7CE1-603D-4D59-3DBB-C13C0B6505F0}"/>
          </ac:spMkLst>
        </pc:spChg>
        <pc:picChg chg="del">
          <ac:chgData name="Sam Prince" userId="b8c1c271-dd5b-4079-a09a-81f4ce8be867" providerId="ADAL" clId="{7259F6A6-174B-415B-8F45-538A7D928304}" dt="2023-10-20T19:22:03.483" v="48" actId="478"/>
          <ac:picMkLst>
            <pc:docMk/>
            <pc:sldMk cId="2615614203" sldId="327"/>
            <ac:picMk id="3" creationId="{04AC60AE-1287-21C7-EFBC-98F985FBB092}"/>
          </ac:picMkLst>
        </pc:picChg>
        <pc:picChg chg="add mod">
          <ac:chgData name="Sam Prince" userId="b8c1c271-dd5b-4079-a09a-81f4ce8be867" providerId="ADAL" clId="{7259F6A6-174B-415B-8F45-538A7D928304}" dt="2023-10-20T19:22:14.476" v="54" actId="1076"/>
          <ac:picMkLst>
            <pc:docMk/>
            <pc:sldMk cId="2615614203" sldId="327"/>
            <ac:picMk id="4" creationId="{F14D35F3-EC93-FEA5-F7EE-2D154F21F53A}"/>
          </ac:picMkLst>
        </pc:picChg>
      </pc:sldChg>
      <pc:sldChg chg="addSp delSp modSp mod">
        <pc:chgData name="Sam Prince" userId="b8c1c271-dd5b-4079-a09a-81f4ce8be867" providerId="ADAL" clId="{7259F6A6-174B-415B-8F45-538A7D928304}" dt="2023-10-20T19:22:48.474" v="61" actId="14100"/>
        <pc:sldMkLst>
          <pc:docMk/>
          <pc:sldMk cId="4047624323" sldId="328"/>
        </pc:sldMkLst>
        <pc:picChg chg="add mod">
          <ac:chgData name="Sam Prince" userId="b8c1c271-dd5b-4079-a09a-81f4ce8be867" providerId="ADAL" clId="{7259F6A6-174B-415B-8F45-538A7D928304}" dt="2023-10-20T19:22:48.474" v="61" actId="14100"/>
          <ac:picMkLst>
            <pc:docMk/>
            <pc:sldMk cId="4047624323" sldId="328"/>
            <ac:picMk id="3" creationId="{C4E26A97-DB03-51D7-524B-27EF4649C58B}"/>
          </ac:picMkLst>
        </pc:picChg>
        <pc:picChg chg="del">
          <ac:chgData name="Sam Prince" userId="b8c1c271-dd5b-4079-a09a-81f4ce8be867" providerId="ADAL" clId="{7259F6A6-174B-415B-8F45-538A7D928304}" dt="2023-10-20T19:22:34.436" v="55" actId="478"/>
          <ac:picMkLst>
            <pc:docMk/>
            <pc:sldMk cId="4047624323" sldId="328"/>
            <ac:picMk id="8" creationId="{5B95F961-9867-34DB-FE29-8A2277001BDA}"/>
          </ac:picMkLst>
        </pc:picChg>
      </pc:sldChg>
      <pc:sldChg chg="addSp delSp modSp mod">
        <pc:chgData name="Sam Prince" userId="b8c1c271-dd5b-4079-a09a-81f4ce8be867" providerId="ADAL" clId="{7259F6A6-174B-415B-8F45-538A7D928304}" dt="2023-10-20T19:23:20.655" v="74" actId="20577"/>
        <pc:sldMkLst>
          <pc:docMk/>
          <pc:sldMk cId="1732792372" sldId="329"/>
        </pc:sldMkLst>
        <pc:spChg chg="mod">
          <ac:chgData name="Sam Prince" userId="b8c1c271-dd5b-4079-a09a-81f4ce8be867" providerId="ADAL" clId="{7259F6A6-174B-415B-8F45-538A7D928304}" dt="2023-10-20T19:23:20.655" v="74" actId="20577"/>
          <ac:spMkLst>
            <pc:docMk/>
            <pc:sldMk cId="1732792372" sldId="329"/>
            <ac:spMk id="34820" creationId="{8DCD7CE1-603D-4D59-3DBB-C13C0B6505F0}"/>
          </ac:spMkLst>
        </pc:spChg>
        <pc:picChg chg="del">
          <ac:chgData name="Sam Prince" userId="b8c1c271-dd5b-4079-a09a-81f4ce8be867" providerId="ADAL" clId="{7259F6A6-174B-415B-8F45-538A7D928304}" dt="2023-10-20T19:23:01.350" v="62" actId="478"/>
          <ac:picMkLst>
            <pc:docMk/>
            <pc:sldMk cId="1732792372" sldId="329"/>
            <ac:picMk id="3" creationId="{60A6CFE6-F639-D6FF-82E9-F591C2B6F97B}"/>
          </ac:picMkLst>
        </pc:picChg>
        <pc:picChg chg="add mod">
          <ac:chgData name="Sam Prince" userId="b8c1c271-dd5b-4079-a09a-81f4ce8be867" providerId="ADAL" clId="{7259F6A6-174B-415B-8F45-538A7D928304}" dt="2023-10-20T19:23:09.571" v="66" actId="14100"/>
          <ac:picMkLst>
            <pc:docMk/>
            <pc:sldMk cId="1732792372" sldId="329"/>
            <ac:picMk id="4" creationId="{92BACAD7-90A0-79F2-CE85-761E230A4076}"/>
          </ac:picMkLst>
        </pc:picChg>
      </pc:sldChg>
      <pc:sldChg chg="addSp delSp modSp mod">
        <pc:chgData name="Sam Prince" userId="b8c1c271-dd5b-4079-a09a-81f4ce8be867" providerId="ADAL" clId="{7259F6A6-174B-415B-8F45-538A7D928304}" dt="2023-10-20T19:23:58.815" v="87" actId="1076"/>
        <pc:sldMkLst>
          <pc:docMk/>
          <pc:sldMk cId="3821830225" sldId="330"/>
        </pc:sldMkLst>
        <pc:spChg chg="mod">
          <ac:chgData name="Sam Prince" userId="b8c1c271-dd5b-4079-a09a-81f4ce8be867" providerId="ADAL" clId="{7259F6A6-174B-415B-8F45-538A7D928304}" dt="2023-10-20T19:23:42.252" v="82" actId="20577"/>
          <ac:spMkLst>
            <pc:docMk/>
            <pc:sldMk cId="3821830225" sldId="330"/>
            <ac:spMk id="34820" creationId="{8DCD7CE1-603D-4D59-3DBB-C13C0B6505F0}"/>
          </ac:spMkLst>
        </pc:spChg>
        <pc:picChg chg="add mod">
          <ac:chgData name="Sam Prince" userId="b8c1c271-dd5b-4079-a09a-81f4ce8be867" providerId="ADAL" clId="{7259F6A6-174B-415B-8F45-538A7D928304}" dt="2023-10-20T19:23:58.815" v="87" actId="1076"/>
          <ac:picMkLst>
            <pc:docMk/>
            <pc:sldMk cId="3821830225" sldId="330"/>
            <ac:picMk id="3" creationId="{21A8AEE6-1F57-02DD-5B84-7DBB584AEEED}"/>
          </ac:picMkLst>
        </pc:picChg>
        <pc:picChg chg="del mod">
          <ac:chgData name="Sam Prince" userId="b8c1c271-dd5b-4079-a09a-81f4ce8be867" providerId="ADAL" clId="{7259F6A6-174B-415B-8F45-538A7D928304}" dt="2023-10-20T19:23:52.713" v="84" actId="478"/>
          <ac:picMkLst>
            <pc:docMk/>
            <pc:sldMk cId="3821830225" sldId="330"/>
            <ac:picMk id="6" creationId="{8B163EEB-EFFC-CA33-E42B-C6EE6B043222}"/>
          </ac:picMkLst>
        </pc:picChg>
      </pc:sldChg>
      <pc:sldChg chg="addSp delSp modSp mod">
        <pc:chgData name="Sam Prince" userId="b8c1c271-dd5b-4079-a09a-81f4ce8be867" providerId="ADAL" clId="{7259F6A6-174B-415B-8F45-538A7D928304}" dt="2023-10-20T19:30:59.734" v="193" actId="1076"/>
        <pc:sldMkLst>
          <pc:docMk/>
          <pc:sldMk cId="3011365317" sldId="331"/>
        </pc:sldMkLst>
        <pc:picChg chg="add del mod">
          <ac:chgData name="Sam Prince" userId="b8c1c271-dd5b-4079-a09a-81f4ce8be867" providerId="ADAL" clId="{7259F6A6-174B-415B-8F45-538A7D928304}" dt="2023-10-20T19:30:51.517" v="191" actId="478"/>
          <ac:picMkLst>
            <pc:docMk/>
            <pc:sldMk cId="3011365317" sldId="331"/>
            <ac:picMk id="2" creationId="{8EA5E80C-EF44-ABC3-F2F5-C98A7C06FE88}"/>
          </ac:picMkLst>
        </pc:picChg>
        <pc:picChg chg="del">
          <ac:chgData name="Sam Prince" userId="b8c1c271-dd5b-4079-a09a-81f4ce8be867" providerId="ADAL" clId="{7259F6A6-174B-415B-8F45-538A7D928304}" dt="2023-10-20T19:30:48.578" v="189" actId="21"/>
          <ac:picMkLst>
            <pc:docMk/>
            <pc:sldMk cId="3011365317" sldId="331"/>
            <ac:picMk id="3" creationId="{F8FB7A58-4FD9-91FB-03D9-CE0B97DB82FA}"/>
          </ac:picMkLst>
        </pc:picChg>
        <pc:picChg chg="add mod">
          <ac:chgData name="Sam Prince" userId="b8c1c271-dd5b-4079-a09a-81f4ce8be867" providerId="ADAL" clId="{7259F6A6-174B-415B-8F45-538A7D928304}" dt="2023-10-20T19:30:59.734" v="193" actId="1076"/>
          <ac:picMkLst>
            <pc:docMk/>
            <pc:sldMk cId="3011365317" sldId="331"/>
            <ac:picMk id="5" creationId="{6DEF9C62-3134-747E-5C0F-D420EB195BD6}"/>
          </ac:picMkLst>
        </pc:picChg>
      </pc:sldChg>
      <pc:sldChg chg="addSp delSp modSp mod">
        <pc:chgData name="Sam Prince" userId="b8c1c271-dd5b-4079-a09a-81f4ce8be867" providerId="ADAL" clId="{7259F6A6-174B-415B-8F45-538A7D928304}" dt="2023-10-20T19:26:20.302" v="106" actId="20577"/>
        <pc:sldMkLst>
          <pc:docMk/>
          <pc:sldMk cId="3372734535" sldId="333"/>
        </pc:sldMkLst>
        <pc:spChg chg="mod">
          <ac:chgData name="Sam Prince" userId="b8c1c271-dd5b-4079-a09a-81f4ce8be867" providerId="ADAL" clId="{7259F6A6-174B-415B-8F45-538A7D928304}" dt="2023-10-20T19:26:20.302" v="106" actId="20577"/>
          <ac:spMkLst>
            <pc:docMk/>
            <pc:sldMk cId="3372734535" sldId="333"/>
            <ac:spMk id="34820" creationId="{8DCD7CE1-603D-4D59-3DBB-C13C0B6505F0}"/>
          </ac:spMkLst>
        </pc:spChg>
        <pc:picChg chg="del">
          <ac:chgData name="Sam Prince" userId="b8c1c271-dd5b-4079-a09a-81f4ce8be867" providerId="ADAL" clId="{7259F6A6-174B-415B-8F45-538A7D928304}" dt="2023-10-20T19:24:18.794" v="88" actId="478"/>
          <ac:picMkLst>
            <pc:docMk/>
            <pc:sldMk cId="3372734535" sldId="333"/>
            <ac:picMk id="3" creationId="{A3128887-0B93-E365-757F-7657702A3227}"/>
          </ac:picMkLst>
        </pc:picChg>
        <pc:picChg chg="add mod">
          <ac:chgData name="Sam Prince" userId="b8c1c271-dd5b-4079-a09a-81f4ce8be867" providerId="ADAL" clId="{7259F6A6-174B-415B-8F45-538A7D928304}" dt="2023-10-20T19:24:25.405" v="91" actId="1076"/>
          <ac:picMkLst>
            <pc:docMk/>
            <pc:sldMk cId="3372734535" sldId="333"/>
            <ac:picMk id="4" creationId="{4268D827-27B0-5578-9EDB-5746807B7E95}"/>
          </ac:picMkLst>
        </pc:picChg>
      </pc:sldChg>
      <pc:sldChg chg="addSp delSp modSp mod">
        <pc:chgData name="Sam Prince" userId="b8c1c271-dd5b-4079-a09a-81f4ce8be867" providerId="ADAL" clId="{7259F6A6-174B-415B-8F45-538A7D928304}" dt="2023-10-20T19:26:28.989" v="114" actId="404"/>
        <pc:sldMkLst>
          <pc:docMk/>
          <pc:sldMk cId="706358627" sldId="334"/>
        </pc:sldMkLst>
        <pc:spChg chg="mod">
          <ac:chgData name="Sam Prince" userId="b8c1c271-dd5b-4079-a09a-81f4ce8be867" providerId="ADAL" clId="{7259F6A6-174B-415B-8F45-538A7D928304}" dt="2023-10-20T19:26:28.989" v="114" actId="404"/>
          <ac:spMkLst>
            <pc:docMk/>
            <pc:sldMk cId="706358627" sldId="334"/>
            <ac:spMk id="34820" creationId="{8DCD7CE1-603D-4D59-3DBB-C13C0B6505F0}"/>
          </ac:spMkLst>
        </pc:spChg>
        <pc:picChg chg="add mod">
          <ac:chgData name="Sam Prince" userId="b8c1c271-dd5b-4079-a09a-81f4ce8be867" providerId="ADAL" clId="{7259F6A6-174B-415B-8F45-538A7D928304}" dt="2023-10-20T19:24:49.160" v="96" actId="14100"/>
          <ac:picMkLst>
            <pc:docMk/>
            <pc:sldMk cId="706358627" sldId="334"/>
            <ac:picMk id="3" creationId="{D44A6DCC-15AD-84A4-AD83-CB46C2CAC7EE}"/>
          </ac:picMkLst>
        </pc:picChg>
        <pc:picChg chg="del">
          <ac:chgData name="Sam Prince" userId="b8c1c271-dd5b-4079-a09a-81f4ce8be867" providerId="ADAL" clId="{7259F6A6-174B-415B-8F45-538A7D928304}" dt="2023-10-20T19:24:38.469" v="92" actId="478"/>
          <ac:picMkLst>
            <pc:docMk/>
            <pc:sldMk cId="706358627" sldId="334"/>
            <ac:picMk id="4" creationId="{677B0772-0E30-DAEB-A400-AC4E2A67298E}"/>
          </ac:picMkLst>
        </pc:picChg>
      </pc:sldChg>
      <pc:sldChg chg="modSp mod">
        <pc:chgData name="Sam Prince" userId="b8c1c271-dd5b-4079-a09a-81f4ce8be867" providerId="ADAL" clId="{7259F6A6-174B-415B-8F45-538A7D928304}" dt="2023-10-20T19:26:37.921" v="122" actId="404"/>
        <pc:sldMkLst>
          <pc:docMk/>
          <pc:sldMk cId="1174955199" sldId="335"/>
        </pc:sldMkLst>
        <pc:spChg chg="mod">
          <ac:chgData name="Sam Prince" userId="b8c1c271-dd5b-4079-a09a-81f4ce8be867" providerId="ADAL" clId="{7259F6A6-174B-415B-8F45-538A7D928304}" dt="2023-10-20T19:26:37.921" v="122" actId="404"/>
          <ac:spMkLst>
            <pc:docMk/>
            <pc:sldMk cId="1174955199" sldId="335"/>
            <ac:spMk id="34820" creationId="{8DCD7CE1-603D-4D59-3DBB-C13C0B6505F0}"/>
          </ac:spMkLst>
        </pc:spChg>
      </pc:sldChg>
      <pc:sldChg chg="addSp delSp modSp mod">
        <pc:chgData name="Sam Prince" userId="b8c1c271-dd5b-4079-a09a-81f4ce8be867" providerId="ADAL" clId="{7259F6A6-174B-415B-8F45-538A7D928304}" dt="2023-10-20T19:28:54.630" v="168" actId="1076"/>
        <pc:sldMkLst>
          <pc:docMk/>
          <pc:sldMk cId="96734689" sldId="336"/>
        </pc:sldMkLst>
        <pc:spChg chg="mod">
          <ac:chgData name="Sam Prince" userId="b8c1c271-dd5b-4079-a09a-81f4ce8be867" providerId="ADAL" clId="{7259F6A6-174B-415B-8F45-538A7D928304}" dt="2023-10-20T19:26:54.116" v="130" actId="404"/>
          <ac:spMkLst>
            <pc:docMk/>
            <pc:sldMk cId="96734689" sldId="336"/>
            <ac:spMk id="34820" creationId="{8DCD7CE1-603D-4D59-3DBB-C13C0B6505F0}"/>
          </ac:spMkLst>
        </pc:spChg>
        <pc:picChg chg="del">
          <ac:chgData name="Sam Prince" userId="b8c1c271-dd5b-4079-a09a-81f4ce8be867" providerId="ADAL" clId="{7259F6A6-174B-415B-8F45-538A7D928304}" dt="2023-10-20T19:28:47.764" v="165" actId="478"/>
          <ac:picMkLst>
            <pc:docMk/>
            <pc:sldMk cId="96734689" sldId="336"/>
            <ac:picMk id="3" creationId="{17115379-63EF-55D2-EB7A-569AA06E9D25}"/>
          </ac:picMkLst>
        </pc:picChg>
        <pc:picChg chg="add mod">
          <ac:chgData name="Sam Prince" userId="b8c1c271-dd5b-4079-a09a-81f4ce8be867" providerId="ADAL" clId="{7259F6A6-174B-415B-8F45-538A7D928304}" dt="2023-10-20T19:28:54.630" v="168" actId="1076"/>
          <ac:picMkLst>
            <pc:docMk/>
            <pc:sldMk cId="96734689" sldId="336"/>
            <ac:picMk id="4" creationId="{7689D0F0-A68C-87EC-9395-9A3EFA62BFA6}"/>
          </ac:picMkLst>
        </pc:picChg>
      </pc:sldChg>
      <pc:sldChg chg="del">
        <pc:chgData name="Sam Prince" userId="b8c1c271-dd5b-4079-a09a-81f4ce8be867" providerId="ADAL" clId="{7259F6A6-174B-415B-8F45-538A7D928304}" dt="2023-10-20T19:17:32.207" v="2" actId="47"/>
        <pc:sldMkLst>
          <pc:docMk/>
          <pc:sldMk cId="1715456408" sldId="337"/>
        </pc:sldMkLst>
      </pc:sldChg>
    </pc:docChg>
  </pc:docChgLst>
  <pc:docChgLst>
    <pc:chgData name="Sam Prince" userId="b8c1c271-dd5b-4079-a09a-81f4ce8be867" providerId="ADAL" clId="{2984D622-9AE3-4792-8CE6-810D99D0D583}"/>
    <pc:docChg chg="undo custSel addSld modSld">
      <pc:chgData name="Sam Prince" userId="b8c1c271-dd5b-4079-a09a-81f4ce8be867" providerId="ADAL" clId="{2984D622-9AE3-4792-8CE6-810D99D0D583}" dt="2023-10-17T10:58:42.548" v="362" actId="14100"/>
      <pc:docMkLst>
        <pc:docMk/>
      </pc:docMkLst>
      <pc:sldChg chg="modSp mod">
        <pc:chgData name="Sam Prince" userId="b8c1c271-dd5b-4079-a09a-81f4ce8be867" providerId="ADAL" clId="{2984D622-9AE3-4792-8CE6-810D99D0D583}" dt="2023-10-13T12:46:35.179" v="3" actId="113"/>
        <pc:sldMkLst>
          <pc:docMk/>
          <pc:sldMk cId="0" sldId="257"/>
        </pc:sldMkLst>
        <pc:spChg chg="mod">
          <ac:chgData name="Sam Prince" userId="b8c1c271-dd5b-4079-a09a-81f4ce8be867" providerId="ADAL" clId="{2984D622-9AE3-4792-8CE6-810D99D0D583}" dt="2023-10-13T12:46:35.179" v="3" actId="113"/>
          <ac:spMkLst>
            <pc:docMk/>
            <pc:sldMk cId="0" sldId="257"/>
            <ac:spMk id="30722" creationId="{FC4F7FC9-2CE9-41A9-0CEE-4C8BD93B5782}"/>
          </ac:spMkLst>
        </pc:spChg>
      </pc:sldChg>
      <pc:sldChg chg="modSp mod">
        <pc:chgData name="Sam Prince" userId="b8c1c271-dd5b-4079-a09a-81f4ce8be867" providerId="ADAL" clId="{2984D622-9AE3-4792-8CE6-810D99D0D583}" dt="2023-10-13T12:46:30.108" v="2" actId="113"/>
        <pc:sldMkLst>
          <pc:docMk/>
          <pc:sldMk cId="0" sldId="258"/>
        </pc:sldMkLst>
        <pc:spChg chg="mod">
          <ac:chgData name="Sam Prince" userId="b8c1c271-dd5b-4079-a09a-81f4ce8be867" providerId="ADAL" clId="{2984D622-9AE3-4792-8CE6-810D99D0D583}" dt="2023-10-13T12:46:30.108" v="2" actId="113"/>
          <ac:spMkLst>
            <pc:docMk/>
            <pc:sldMk cId="0" sldId="258"/>
            <ac:spMk id="32770" creationId="{CD9316BF-B3CE-8341-5A0A-249747D6C6E1}"/>
          </ac:spMkLst>
        </pc:spChg>
      </pc:sldChg>
      <pc:sldChg chg="modSp mod">
        <pc:chgData name="Sam Prince" userId="b8c1c271-dd5b-4079-a09a-81f4ce8be867" providerId="ADAL" clId="{2984D622-9AE3-4792-8CE6-810D99D0D583}" dt="2023-10-16T14:14:27.638" v="141" actId="1076"/>
        <pc:sldMkLst>
          <pc:docMk/>
          <pc:sldMk cId="0" sldId="272"/>
        </pc:sldMkLst>
        <pc:spChg chg="mod">
          <ac:chgData name="Sam Prince" userId="b8c1c271-dd5b-4079-a09a-81f4ce8be867" providerId="ADAL" clId="{2984D622-9AE3-4792-8CE6-810D99D0D583}" dt="2023-10-16T14:14:27.638" v="141" actId="1076"/>
          <ac:spMkLst>
            <pc:docMk/>
            <pc:sldMk cId="0" sldId="272"/>
            <ac:spMk id="34819" creationId="{453C7683-8588-7ABC-32E0-8A4E68218620}"/>
          </ac:spMkLst>
        </pc:spChg>
      </pc:sldChg>
      <pc:sldChg chg="modSp mod">
        <pc:chgData name="Sam Prince" userId="b8c1c271-dd5b-4079-a09a-81f4ce8be867" providerId="ADAL" clId="{2984D622-9AE3-4792-8CE6-810D99D0D583}" dt="2023-10-16T14:14:45.951" v="150" actId="20577"/>
        <pc:sldMkLst>
          <pc:docMk/>
          <pc:sldMk cId="884549766" sldId="305"/>
        </pc:sldMkLst>
        <pc:spChg chg="mod">
          <ac:chgData name="Sam Prince" userId="b8c1c271-dd5b-4079-a09a-81f4ce8be867" providerId="ADAL" clId="{2984D622-9AE3-4792-8CE6-810D99D0D583}" dt="2023-10-16T14:14:45.951" v="150" actId="20577"/>
          <ac:spMkLst>
            <pc:docMk/>
            <pc:sldMk cId="884549766" sldId="305"/>
            <ac:spMk id="34819" creationId="{453C7683-8588-7ABC-32E0-8A4E68218620}"/>
          </ac:spMkLst>
        </pc:spChg>
      </pc:sldChg>
      <pc:sldChg chg="modSp mod delCm">
        <pc:chgData name="Sam Prince" userId="b8c1c271-dd5b-4079-a09a-81f4ce8be867" providerId="ADAL" clId="{2984D622-9AE3-4792-8CE6-810D99D0D583}" dt="2023-10-13T12:47:34.710" v="14" actId="255"/>
        <pc:sldMkLst>
          <pc:docMk/>
          <pc:sldMk cId="4266653199" sldId="306"/>
        </pc:sldMkLst>
        <pc:graphicFrameChg chg="mod modGraphic">
          <ac:chgData name="Sam Prince" userId="b8c1c271-dd5b-4079-a09a-81f4ce8be867" providerId="ADAL" clId="{2984D622-9AE3-4792-8CE6-810D99D0D583}" dt="2023-10-13T12:47:34.710" v="14" actId="255"/>
          <ac:graphicFrameMkLst>
            <pc:docMk/>
            <pc:sldMk cId="4266653199" sldId="306"/>
            <ac:graphicFrameMk id="3" creationId="{E3B25AFE-F729-5E6E-2C24-7DFD75AD72DF}"/>
          </ac:graphicFrameMkLst>
        </pc:graphicFrameChg>
      </pc:sldChg>
      <pc:sldChg chg="modSp mod">
        <pc:chgData name="Sam Prince" userId="b8c1c271-dd5b-4079-a09a-81f4ce8be867" providerId="ADAL" clId="{2984D622-9AE3-4792-8CE6-810D99D0D583}" dt="2023-10-13T12:48:06.505" v="22" actId="120"/>
        <pc:sldMkLst>
          <pc:docMk/>
          <pc:sldMk cId="2087899222" sldId="307"/>
        </pc:sldMkLst>
        <pc:graphicFrameChg chg="mod modGraphic">
          <ac:chgData name="Sam Prince" userId="b8c1c271-dd5b-4079-a09a-81f4ce8be867" providerId="ADAL" clId="{2984D622-9AE3-4792-8CE6-810D99D0D583}" dt="2023-10-13T12:48:06.505" v="22" actId="120"/>
          <ac:graphicFrameMkLst>
            <pc:docMk/>
            <pc:sldMk cId="2087899222" sldId="307"/>
            <ac:graphicFrameMk id="3" creationId="{E3B25AFE-F729-5E6E-2C24-7DFD75AD72DF}"/>
          </ac:graphicFrameMkLst>
        </pc:graphicFrameChg>
      </pc:sldChg>
      <pc:sldChg chg="modSp mod">
        <pc:chgData name="Sam Prince" userId="b8c1c271-dd5b-4079-a09a-81f4ce8be867" providerId="ADAL" clId="{2984D622-9AE3-4792-8CE6-810D99D0D583}" dt="2023-10-16T14:06:27.519" v="36" actId="120"/>
        <pc:sldMkLst>
          <pc:docMk/>
          <pc:sldMk cId="2864046407" sldId="308"/>
        </pc:sldMkLst>
        <pc:graphicFrameChg chg="mod modGraphic">
          <ac:chgData name="Sam Prince" userId="b8c1c271-dd5b-4079-a09a-81f4ce8be867" providerId="ADAL" clId="{2984D622-9AE3-4792-8CE6-810D99D0D583}" dt="2023-10-16T14:06:27.519" v="36" actId="120"/>
          <ac:graphicFrameMkLst>
            <pc:docMk/>
            <pc:sldMk cId="2864046407" sldId="308"/>
            <ac:graphicFrameMk id="3" creationId="{E3B25AFE-F729-5E6E-2C24-7DFD75AD72DF}"/>
          </ac:graphicFrameMkLst>
        </pc:graphicFrameChg>
      </pc:sldChg>
      <pc:sldChg chg="modSp mod">
        <pc:chgData name="Sam Prince" userId="b8c1c271-dd5b-4079-a09a-81f4ce8be867" providerId="ADAL" clId="{2984D622-9AE3-4792-8CE6-810D99D0D583}" dt="2023-10-16T14:09:15.576" v="61" actId="14734"/>
        <pc:sldMkLst>
          <pc:docMk/>
          <pc:sldMk cId="2600564642" sldId="309"/>
        </pc:sldMkLst>
        <pc:graphicFrameChg chg="mod modGraphic">
          <ac:chgData name="Sam Prince" userId="b8c1c271-dd5b-4079-a09a-81f4ce8be867" providerId="ADAL" clId="{2984D622-9AE3-4792-8CE6-810D99D0D583}" dt="2023-10-16T14:09:15.576" v="61" actId="14734"/>
          <ac:graphicFrameMkLst>
            <pc:docMk/>
            <pc:sldMk cId="2600564642" sldId="309"/>
            <ac:graphicFrameMk id="3" creationId="{E3B25AFE-F729-5E6E-2C24-7DFD75AD72DF}"/>
          </ac:graphicFrameMkLst>
        </pc:graphicFrameChg>
      </pc:sldChg>
      <pc:sldChg chg="modSp mod delCm">
        <pc:chgData name="Sam Prince" userId="b8c1c271-dd5b-4079-a09a-81f4ce8be867" providerId="ADAL" clId="{2984D622-9AE3-4792-8CE6-810D99D0D583}" dt="2023-10-16T14:10:16.903" v="62"/>
        <pc:sldMkLst>
          <pc:docMk/>
          <pc:sldMk cId="1878802197" sldId="310"/>
        </pc:sldMkLst>
        <pc:graphicFrameChg chg="mod modGraphic">
          <ac:chgData name="Sam Prince" userId="b8c1c271-dd5b-4079-a09a-81f4ce8be867" providerId="ADAL" clId="{2984D622-9AE3-4792-8CE6-810D99D0D583}" dt="2023-10-16T14:10:16.903" v="62"/>
          <ac:graphicFrameMkLst>
            <pc:docMk/>
            <pc:sldMk cId="1878802197" sldId="310"/>
            <ac:graphicFrameMk id="3" creationId="{E3B25AFE-F729-5E6E-2C24-7DFD75AD72DF}"/>
          </ac:graphicFrameMkLst>
        </pc:graphicFrameChg>
      </pc:sldChg>
      <pc:sldChg chg="modSp mod">
        <pc:chgData name="Sam Prince" userId="b8c1c271-dd5b-4079-a09a-81f4ce8be867" providerId="ADAL" clId="{2984D622-9AE3-4792-8CE6-810D99D0D583}" dt="2023-10-16T14:10:40.074" v="71" actId="207"/>
        <pc:sldMkLst>
          <pc:docMk/>
          <pc:sldMk cId="430936024" sldId="311"/>
        </pc:sldMkLst>
        <pc:graphicFrameChg chg="mod modGraphic">
          <ac:chgData name="Sam Prince" userId="b8c1c271-dd5b-4079-a09a-81f4ce8be867" providerId="ADAL" clId="{2984D622-9AE3-4792-8CE6-810D99D0D583}" dt="2023-10-16T14:10:40.074" v="71" actId="207"/>
          <ac:graphicFrameMkLst>
            <pc:docMk/>
            <pc:sldMk cId="430936024" sldId="311"/>
            <ac:graphicFrameMk id="3" creationId="{E3B25AFE-F729-5E6E-2C24-7DFD75AD72DF}"/>
          </ac:graphicFrameMkLst>
        </pc:graphicFrameChg>
      </pc:sldChg>
      <pc:sldChg chg="modSp mod">
        <pc:chgData name="Sam Prince" userId="b8c1c271-dd5b-4079-a09a-81f4ce8be867" providerId="ADAL" clId="{2984D622-9AE3-4792-8CE6-810D99D0D583}" dt="2023-10-16T14:15:03.544" v="151" actId="2711"/>
        <pc:sldMkLst>
          <pc:docMk/>
          <pc:sldMk cId="3550313108" sldId="312"/>
        </pc:sldMkLst>
        <pc:graphicFrameChg chg="mod modGraphic">
          <ac:chgData name="Sam Prince" userId="b8c1c271-dd5b-4079-a09a-81f4ce8be867" providerId="ADAL" clId="{2984D622-9AE3-4792-8CE6-810D99D0D583}" dt="2023-10-16T14:15:03.544" v="151" actId="2711"/>
          <ac:graphicFrameMkLst>
            <pc:docMk/>
            <pc:sldMk cId="3550313108" sldId="312"/>
            <ac:graphicFrameMk id="3" creationId="{E3B25AFE-F729-5E6E-2C24-7DFD75AD72DF}"/>
          </ac:graphicFrameMkLst>
        </pc:graphicFrameChg>
      </pc:sldChg>
      <pc:sldChg chg="modSp mod">
        <pc:chgData name="Sam Prince" userId="b8c1c271-dd5b-4079-a09a-81f4ce8be867" providerId="ADAL" clId="{2984D622-9AE3-4792-8CE6-810D99D0D583}" dt="2023-10-16T14:11:54.508" v="89" actId="404"/>
        <pc:sldMkLst>
          <pc:docMk/>
          <pc:sldMk cId="4173804118" sldId="313"/>
        </pc:sldMkLst>
        <pc:graphicFrameChg chg="mod modGraphic">
          <ac:chgData name="Sam Prince" userId="b8c1c271-dd5b-4079-a09a-81f4ce8be867" providerId="ADAL" clId="{2984D622-9AE3-4792-8CE6-810D99D0D583}" dt="2023-10-16T14:11:54.508" v="89" actId="404"/>
          <ac:graphicFrameMkLst>
            <pc:docMk/>
            <pc:sldMk cId="4173804118" sldId="313"/>
            <ac:graphicFrameMk id="3" creationId="{E3B25AFE-F729-5E6E-2C24-7DFD75AD72DF}"/>
          </ac:graphicFrameMkLst>
        </pc:graphicFrameChg>
      </pc:sldChg>
      <pc:sldChg chg="delSp modSp mod">
        <pc:chgData name="Sam Prince" userId="b8c1c271-dd5b-4079-a09a-81f4ce8be867" providerId="ADAL" clId="{2984D622-9AE3-4792-8CE6-810D99D0D583}" dt="2023-10-16T14:15:49.111" v="160" actId="179"/>
        <pc:sldMkLst>
          <pc:docMk/>
          <pc:sldMk cId="3334105948" sldId="316"/>
        </pc:sldMkLst>
        <pc:spChg chg="mod">
          <ac:chgData name="Sam Prince" userId="b8c1c271-dd5b-4079-a09a-81f4ce8be867" providerId="ADAL" clId="{2984D622-9AE3-4792-8CE6-810D99D0D583}" dt="2023-10-16T14:15:49.111" v="160" actId="179"/>
          <ac:spMkLst>
            <pc:docMk/>
            <pc:sldMk cId="3334105948" sldId="316"/>
            <ac:spMk id="34819" creationId="{453C7683-8588-7ABC-32E0-8A4E68218620}"/>
          </ac:spMkLst>
        </pc:spChg>
        <pc:spChg chg="del">
          <ac:chgData name="Sam Prince" userId="b8c1c271-dd5b-4079-a09a-81f4ce8be867" providerId="ADAL" clId="{2984D622-9AE3-4792-8CE6-810D99D0D583}" dt="2023-10-16T14:13:39.990" v="128" actId="478"/>
          <ac:spMkLst>
            <pc:docMk/>
            <pc:sldMk cId="3334105948" sldId="316"/>
            <ac:spMk id="34827" creationId="{9E04AED9-73A1-0F59-4422-FA13D6B4B8D4}"/>
          </ac:spMkLst>
        </pc:spChg>
      </pc:sldChg>
      <pc:sldChg chg="delSp modSp mod">
        <pc:chgData name="Sam Prince" userId="b8c1c271-dd5b-4079-a09a-81f4ce8be867" providerId="ADAL" clId="{2984D622-9AE3-4792-8CE6-810D99D0D583}" dt="2023-10-16T14:14:10.358" v="138" actId="14100"/>
        <pc:sldMkLst>
          <pc:docMk/>
          <pc:sldMk cId="119958295" sldId="317"/>
        </pc:sldMkLst>
        <pc:spChg chg="mod">
          <ac:chgData name="Sam Prince" userId="b8c1c271-dd5b-4079-a09a-81f4ce8be867" providerId="ADAL" clId="{2984D622-9AE3-4792-8CE6-810D99D0D583}" dt="2023-10-16T14:14:10.358" v="138" actId="14100"/>
          <ac:spMkLst>
            <pc:docMk/>
            <pc:sldMk cId="119958295" sldId="317"/>
            <ac:spMk id="34819" creationId="{453C7683-8588-7ABC-32E0-8A4E68218620}"/>
          </ac:spMkLst>
        </pc:spChg>
        <pc:spChg chg="del">
          <ac:chgData name="Sam Prince" userId="b8c1c271-dd5b-4079-a09a-81f4ce8be867" providerId="ADAL" clId="{2984D622-9AE3-4792-8CE6-810D99D0D583}" dt="2023-10-16T14:13:59.088" v="134" actId="478"/>
          <ac:spMkLst>
            <pc:docMk/>
            <pc:sldMk cId="119958295" sldId="317"/>
            <ac:spMk id="34825" creationId="{56B83481-CA45-6E72-01BD-B6B6F9E61E37}"/>
          </ac:spMkLst>
        </pc:spChg>
      </pc:sldChg>
      <pc:sldChg chg="delSp modSp mod">
        <pc:chgData name="Sam Prince" userId="b8c1c271-dd5b-4079-a09a-81f4ce8be867" providerId="ADAL" clId="{2984D622-9AE3-4792-8CE6-810D99D0D583}" dt="2023-10-16T14:16:19.009" v="169" actId="20577"/>
        <pc:sldMkLst>
          <pc:docMk/>
          <pc:sldMk cId="1473235118" sldId="318"/>
        </pc:sldMkLst>
        <pc:spChg chg="mod">
          <ac:chgData name="Sam Prince" userId="b8c1c271-dd5b-4079-a09a-81f4ce8be867" providerId="ADAL" clId="{2984D622-9AE3-4792-8CE6-810D99D0D583}" dt="2023-10-16T14:16:19.009" v="169" actId="20577"/>
          <ac:spMkLst>
            <pc:docMk/>
            <pc:sldMk cId="1473235118" sldId="318"/>
            <ac:spMk id="34819" creationId="{453C7683-8588-7ABC-32E0-8A4E68218620}"/>
          </ac:spMkLst>
        </pc:spChg>
        <pc:spChg chg="del">
          <ac:chgData name="Sam Prince" userId="b8c1c271-dd5b-4079-a09a-81f4ce8be867" providerId="ADAL" clId="{2984D622-9AE3-4792-8CE6-810D99D0D583}" dt="2023-10-16T14:14:17.457" v="140" actId="478"/>
          <ac:spMkLst>
            <pc:docMk/>
            <pc:sldMk cId="1473235118" sldId="318"/>
            <ac:spMk id="34825" creationId="{8A5F3AB6-7A71-881F-9B9A-8EC467F72380}"/>
          </ac:spMkLst>
        </pc:spChg>
      </pc:sldChg>
      <pc:sldChg chg="addSp delSp modSp mod">
        <pc:chgData name="Sam Prince" userId="b8c1c271-dd5b-4079-a09a-81f4ce8be867" providerId="ADAL" clId="{2984D622-9AE3-4792-8CE6-810D99D0D583}" dt="2023-10-17T10:58:42.548" v="362" actId="14100"/>
        <pc:sldMkLst>
          <pc:docMk/>
          <pc:sldMk cId="3801163753" sldId="319"/>
        </pc:sldMkLst>
        <pc:spChg chg="add del">
          <ac:chgData name="Sam Prince" userId="b8c1c271-dd5b-4079-a09a-81f4ce8be867" providerId="ADAL" clId="{2984D622-9AE3-4792-8CE6-810D99D0D583}" dt="2023-10-17T10:56:48.368" v="358" actId="22"/>
          <ac:spMkLst>
            <pc:docMk/>
            <pc:sldMk cId="3801163753" sldId="319"/>
            <ac:spMk id="4" creationId="{966A3EAC-3DB5-8F15-F1DE-F6329BE84BC6}"/>
          </ac:spMkLst>
        </pc:spChg>
        <pc:spChg chg="mod">
          <ac:chgData name="Sam Prince" userId="b8c1c271-dd5b-4079-a09a-81f4ce8be867" providerId="ADAL" clId="{2984D622-9AE3-4792-8CE6-810D99D0D583}" dt="2023-10-16T14:16:14.631" v="166" actId="20577"/>
          <ac:spMkLst>
            <pc:docMk/>
            <pc:sldMk cId="3801163753" sldId="319"/>
            <ac:spMk id="34819" creationId="{453C7683-8588-7ABC-32E0-8A4E68218620}"/>
          </ac:spMkLst>
        </pc:spChg>
        <pc:spChg chg="del">
          <ac:chgData name="Sam Prince" userId="b8c1c271-dd5b-4079-a09a-81f4ce8be867" providerId="ADAL" clId="{2984D622-9AE3-4792-8CE6-810D99D0D583}" dt="2023-10-16T14:16:05.462" v="162" actId="478"/>
          <ac:spMkLst>
            <pc:docMk/>
            <pc:sldMk cId="3801163753" sldId="319"/>
            <ac:spMk id="34825" creationId="{F52CBA0D-5832-7DE9-E886-3400725B5619}"/>
          </ac:spMkLst>
        </pc:spChg>
        <pc:picChg chg="add mod">
          <ac:chgData name="Sam Prince" userId="b8c1c271-dd5b-4079-a09a-81f4ce8be867" providerId="ADAL" clId="{2984D622-9AE3-4792-8CE6-810D99D0D583}" dt="2023-10-17T10:58:42.548" v="362" actId="14100"/>
          <ac:picMkLst>
            <pc:docMk/>
            <pc:sldMk cId="3801163753" sldId="319"/>
            <ac:picMk id="6" creationId="{9AD2A738-D769-B4FC-87E7-04B78A98B1E8}"/>
          </ac:picMkLst>
        </pc:picChg>
        <pc:picChg chg="del">
          <ac:chgData name="Sam Prince" userId="b8c1c271-dd5b-4079-a09a-81f4ce8be867" providerId="ADAL" clId="{2984D622-9AE3-4792-8CE6-810D99D0D583}" dt="2023-10-17T10:56:46.019" v="356" actId="478"/>
          <ac:picMkLst>
            <pc:docMk/>
            <pc:sldMk cId="3801163753" sldId="319"/>
            <ac:picMk id="1026" creationId="{66646081-E69E-1333-8D30-61507520D17C}"/>
          </ac:picMkLst>
        </pc:picChg>
      </pc:sldChg>
      <pc:sldChg chg="addSp delSp modSp mod">
        <pc:chgData name="Sam Prince" userId="b8c1c271-dd5b-4079-a09a-81f4ce8be867" providerId="ADAL" clId="{2984D622-9AE3-4792-8CE6-810D99D0D583}" dt="2023-10-17T10:55:46.451" v="355" actId="1076"/>
        <pc:sldMkLst>
          <pc:docMk/>
          <pc:sldMk cId="24511806" sldId="320"/>
        </pc:sldMkLst>
        <pc:spChg chg="mod">
          <ac:chgData name="Sam Prince" userId="b8c1c271-dd5b-4079-a09a-81f4ce8be867" providerId="ADAL" clId="{2984D622-9AE3-4792-8CE6-810D99D0D583}" dt="2023-10-16T14:16:29.920" v="174" actId="20577"/>
          <ac:spMkLst>
            <pc:docMk/>
            <pc:sldMk cId="24511806" sldId="320"/>
            <ac:spMk id="34819" creationId="{453C7683-8588-7ABC-32E0-8A4E68218620}"/>
          </ac:spMkLst>
        </pc:spChg>
        <pc:spChg chg="del">
          <ac:chgData name="Sam Prince" userId="b8c1c271-dd5b-4079-a09a-81f4ce8be867" providerId="ADAL" clId="{2984D622-9AE3-4792-8CE6-810D99D0D583}" dt="2023-10-16T14:16:22.521" v="170" actId="478"/>
          <ac:spMkLst>
            <pc:docMk/>
            <pc:sldMk cId="24511806" sldId="320"/>
            <ac:spMk id="34825" creationId="{E55B9B04-2197-81F5-682E-D2CFB35A8668}"/>
          </ac:spMkLst>
        </pc:spChg>
        <pc:picChg chg="add mod">
          <ac:chgData name="Sam Prince" userId="b8c1c271-dd5b-4079-a09a-81f4ce8be867" providerId="ADAL" clId="{2984D622-9AE3-4792-8CE6-810D99D0D583}" dt="2023-10-17T10:55:46.451" v="355" actId="1076"/>
          <ac:picMkLst>
            <pc:docMk/>
            <pc:sldMk cId="24511806" sldId="320"/>
            <ac:picMk id="1026" creationId="{40D0B182-21A6-CBD0-910E-40BC8A001D10}"/>
          </ac:picMkLst>
        </pc:picChg>
        <pc:picChg chg="del">
          <ac:chgData name="Sam Prince" userId="b8c1c271-dd5b-4079-a09a-81f4ce8be867" providerId="ADAL" clId="{2984D622-9AE3-4792-8CE6-810D99D0D583}" dt="2023-10-17T10:55:38.674" v="351" actId="478"/>
          <ac:picMkLst>
            <pc:docMk/>
            <pc:sldMk cId="24511806" sldId="320"/>
            <ac:picMk id="2050" creationId="{C479FB00-DA2D-36B1-6C5E-51CBE2B126A1}"/>
          </ac:picMkLst>
        </pc:picChg>
      </pc:sldChg>
      <pc:sldChg chg="modSp mod modCm">
        <pc:chgData name="Sam Prince" userId="b8c1c271-dd5b-4079-a09a-81f4ce8be867" providerId="ADAL" clId="{2984D622-9AE3-4792-8CE6-810D99D0D583}" dt="2023-10-16T14:17:42.732" v="193" actId="179"/>
        <pc:sldMkLst>
          <pc:docMk/>
          <pc:sldMk cId="3135037056" sldId="323"/>
        </pc:sldMkLst>
        <pc:spChg chg="mod">
          <ac:chgData name="Sam Prince" userId="b8c1c271-dd5b-4079-a09a-81f4ce8be867" providerId="ADAL" clId="{2984D622-9AE3-4792-8CE6-810D99D0D583}" dt="2023-10-16T14:17:42.732" v="193" actId="179"/>
          <ac:spMkLst>
            <pc:docMk/>
            <pc:sldMk cId="3135037056" sldId="323"/>
            <ac:spMk id="34819" creationId="{453C7683-8588-7ABC-32E0-8A4E68218620}"/>
          </ac:spMkLst>
        </pc:spChg>
        <pc:picChg chg="mod">
          <ac:chgData name="Sam Prince" userId="b8c1c271-dd5b-4079-a09a-81f4ce8be867" providerId="ADAL" clId="{2984D622-9AE3-4792-8CE6-810D99D0D583}" dt="2023-10-16T14:17:39.867" v="192" actId="14100"/>
          <ac:picMkLst>
            <pc:docMk/>
            <pc:sldMk cId="3135037056" sldId="323"/>
            <ac:picMk id="7" creationId="{B01F8FC4-C25E-C767-F583-BFAE865FA7C1}"/>
          </ac:picMkLst>
        </pc:picChg>
      </pc:sldChg>
      <pc:sldChg chg="modSp mod modCm">
        <pc:chgData name="Sam Prince" userId="b8c1c271-dd5b-4079-a09a-81f4ce8be867" providerId="ADAL" clId="{2984D622-9AE3-4792-8CE6-810D99D0D583}" dt="2023-10-16T14:17:51.155" v="196" actId="20577"/>
        <pc:sldMkLst>
          <pc:docMk/>
          <pc:sldMk cId="2231037599" sldId="324"/>
        </pc:sldMkLst>
        <pc:spChg chg="mod">
          <ac:chgData name="Sam Prince" userId="b8c1c271-dd5b-4079-a09a-81f4ce8be867" providerId="ADAL" clId="{2984D622-9AE3-4792-8CE6-810D99D0D583}" dt="2023-10-16T14:17:51.155" v="196" actId="20577"/>
          <ac:spMkLst>
            <pc:docMk/>
            <pc:sldMk cId="2231037599" sldId="324"/>
            <ac:spMk id="34819" creationId="{453C7683-8588-7ABC-32E0-8A4E68218620}"/>
          </ac:spMkLst>
        </pc:spChg>
        <pc:picChg chg="mod">
          <ac:chgData name="Sam Prince" userId="b8c1c271-dd5b-4079-a09a-81f4ce8be867" providerId="ADAL" clId="{2984D622-9AE3-4792-8CE6-810D99D0D583}" dt="2023-10-16T14:17:17.329" v="188" actId="14100"/>
          <ac:picMkLst>
            <pc:docMk/>
            <pc:sldMk cId="2231037599" sldId="324"/>
            <ac:picMk id="4" creationId="{3A22CF42-AB61-AF24-4DD8-55A50E2BFDC0}"/>
          </ac:picMkLst>
        </pc:picChg>
      </pc:sldChg>
      <pc:sldChg chg="modSp mod modCm">
        <pc:chgData name="Sam Prince" userId="b8c1c271-dd5b-4079-a09a-81f4ce8be867" providerId="ADAL" clId="{2984D622-9AE3-4792-8CE6-810D99D0D583}" dt="2023-10-16T14:18:11.247" v="202" actId="1076"/>
        <pc:sldMkLst>
          <pc:docMk/>
          <pc:sldMk cId="2639881968" sldId="325"/>
        </pc:sldMkLst>
        <pc:spChg chg="mod">
          <ac:chgData name="Sam Prince" userId="b8c1c271-dd5b-4079-a09a-81f4ce8be867" providerId="ADAL" clId="{2984D622-9AE3-4792-8CE6-810D99D0D583}" dt="2023-10-16T14:18:11.247" v="202" actId="1076"/>
          <ac:spMkLst>
            <pc:docMk/>
            <pc:sldMk cId="2639881968" sldId="325"/>
            <ac:spMk id="34819" creationId="{453C7683-8588-7ABC-32E0-8A4E68218620}"/>
          </ac:spMkLst>
        </pc:spChg>
      </pc:sldChg>
      <pc:sldChg chg="modSp mod delCm">
        <pc:chgData name="Sam Prince" userId="b8c1c271-dd5b-4079-a09a-81f4ce8be867" providerId="ADAL" clId="{2984D622-9AE3-4792-8CE6-810D99D0D583}" dt="2023-10-17T10:53:31.662" v="350"/>
        <pc:sldMkLst>
          <pc:docMk/>
          <pc:sldMk cId="3444627597" sldId="326"/>
        </pc:sldMkLst>
        <pc:spChg chg="mod">
          <ac:chgData name="Sam Prince" userId="b8c1c271-dd5b-4079-a09a-81f4ce8be867" providerId="ADAL" clId="{2984D622-9AE3-4792-8CE6-810D99D0D583}" dt="2023-10-16T14:18:29.897" v="208" actId="14100"/>
          <ac:spMkLst>
            <pc:docMk/>
            <pc:sldMk cId="3444627597" sldId="326"/>
            <ac:spMk id="34819" creationId="{453C7683-8588-7ABC-32E0-8A4E68218620}"/>
          </ac:spMkLst>
        </pc:spChg>
      </pc:sldChg>
      <pc:sldChg chg="modSp mod modCm">
        <pc:chgData name="Sam Prince" userId="b8c1c271-dd5b-4079-a09a-81f4ce8be867" providerId="ADAL" clId="{2984D622-9AE3-4792-8CE6-810D99D0D583}" dt="2023-10-16T14:18:50.596" v="213" actId="1076"/>
        <pc:sldMkLst>
          <pc:docMk/>
          <pc:sldMk cId="2615614203" sldId="327"/>
        </pc:sldMkLst>
        <pc:spChg chg="mod">
          <ac:chgData name="Sam Prince" userId="b8c1c271-dd5b-4079-a09a-81f4ce8be867" providerId="ADAL" clId="{2984D622-9AE3-4792-8CE6-810D99D0D583}" dt="2023-10-16T14:18:50.596" v="213" actId="1076"/>
          <ac:spMkLst>
            <pc:docMk/>
            <pc:sldMk cId="2615614203" sldId="327"/>
            <ac:spMk id="34819" creationId="{453C7683-8588-7ABC-32E0-8A4E68218620}"/>
          </ac:spMkLst>
        </pc:spChg>
      </pc:sldChg>
      <pc:sldChg chg="modSp mod modCm">
        <pc:chgData name="Sam Prince" userId="b8c1c271-dd5b-4079-a09a-81f4ce8be867" providerId="ADAL" clId="{2984D622-9AE3-4792-8CE6-810D99D0D583}" dt="2023-10-16T14:19:36.700" v="227" actId="179"/>
        <pc:sldMkLst>
          <pc:docMk/>
          <pc:sldMk cId="4047624323" sldId="328"/>
        </pc:sldMkLst>
        <pc:spChg chg="mod">
          <ac:chgData name="Sam Prince" userId="b8c1c271-dd5b-4079-a09a-81f4ce8be867" providerId="ADAL" clId="{2984D622-9AE3-4792-8CE6-810D99D0D583}" dt="2023-10-16T14:19:36.700" v="227" actId="179"/>
          <ac:spMkLst>
            <pc:docMk/>
            <pc:sldMk cId="4047624323" sldId="328"/>
            <ac:spMk id="9" creationId="{D7B60173-8033-801A-32A4-C4390D0CC73F}"/>
          </ac:spMkLst>
        </pc:spChg>
      </pc:sldChg>
      <pc:sldChg chg="modSp mod">
        <pc:chgData name="Sam Prince" userId="b8c1c271-dd5b-4079-a09a-81f4ce8be867" providerId="ADAL" clId="{2984D622-9AE3-4792-8CE6-810D99D0D583}" dt="2023-10-16T14:19:51.249" v="233" actId="20577"/>
        <pc:sldMkLst>
          <pc:docMk/>
          <pc:sldMk cId="1732792372" sldId="329"/>
        </pc:sldMkLst>
        <pc:spChg chg="mod">
          <ac:chgData name="Sam Prince" userId="b8c1c271-dd5b-4079-a09a-81f4ce8be867" providerId="ADAL" clId="{2984D622-9AE3-4792-8CE6-810D99D0D583}" dt="2023-10-16T14:19:51.249" v="233" actId="20577"/>
          <ac:spMkLst>
            <pc:docMk/>
            <pc:sldMk cId="1732792372" sldId="329"/>
            <ac:spMk id="9" creationId="{D7B60173-8033-801A-32A4-C4390D0CC73F}"/>
          </ac:spMkLst>
        </pc:spChg>
      </pc:sldChg>
      <pc:sldChg chg="modSp mod modCm">
        <pc:chgData name="Sam Prince" userId="b8c1c271-dd5b-4079-a09a-81f4ce8be867" providerId="ADAL" clId="{2984D622-9AE3-4792-8CE6-810D99D0D583}" dt="2023-10-16T14:19:55.788" v="234" actId="14100"/>
        <pc:sldMkLst>
          <pc:docMk/>
          <pc:sldMk cId="3821830225" sldId="330"/>
        </pc:sldMkLst>
        <pc:spChg chg="mod">
          <ac:chgData name="Sam Prince" userId="b8c1c271-dd5b-4079-a09a-81f4ce8be867" providerId="ADAL" clId="{2984D622-9AE3-4792-8CE6-810D99D0D583}" dt="2023-10-16T14:19:55.788" v="234" actId="14100"/>
          <ac:spMkLst>
            <pc:docMk/>
            <pc:sldMk cId="3821830225" sldId="330"/>
            <ac:spMk id="9" creationId="{D7B60173-8033-801A-32A4-C4390D0CC73F}"/>
          </ac:spMkLst>
        </pc:spChg>
      </pc:sldChg>
      <pc:sldChg chg="modSp mod">
        <pc:chgData name="Sam Prince" userId="b8c1c271-dd5b-4079-a09a-81f4ce8be867" providerId="ADAL" clId="{2984D622-9AE3-4792-8CE6-810D99D0D583}" dt="2023-10-16T14:20:03.209" v="238" actId="20577"/>
        <pc:sldMkLst>
          <pc:docMk/>
          <pc:sldMk cId="3011365317" sldId="331"/>
        </pc:sldMkLst>
        <pc:spChg chg="mod">
          <ac:chgData name="Sam Prince" userId="b8c1c271-dd5b-4079-a09a-81f4ce8be867" providerId="ADAL" clId="{2984D622-9AE3-4792-8CE6-810D99D0D583}" dt="2023-10-16T14:20:03.209" v="238" actId="20577"/>
          <ac:spMkLst>
            <pc:docMk/>
            <pc:sldMk cId="3011365317" sldId="331"/>
            <ac:spMk id="9" creationId="{D7B60173-8033-801A-32A4-C4390D0CC73F}"/>
          </ac:spMkLst>
        </pc:spChg>
      </pc:sldChg>
      <pc:sldChg chg="modSp mod">
        <pc:chgData name="Sam Prince" userId="b8c1c271-dd5b-4079-a09a-81f4ce8be867" providerId="ADAL" clId="{2984D622-9AE3-4792-8CE6-810D99D0D583}" dt="2023-10-16T14:20:52.725" v="251" actId="207"/>
        <pc:sldMkLst>
          <pc:docMk/>
          <pc:sldMk cId="736856030" sldId="332"/>
        </pc:sldMkLst>
        <pc:graphicFrameChg chg="mod modGraphic">
          <ac:chgData name="Sam Prince" userId="b8c1c271-dd5b-4079-a09a-81f4ce8be867" providerId="ADAL" clId="{2984D622-9AE3-4792-8CE6-810D99D0D583}" dt="2023-10-16T14:20:52.725" v="251" actId="207"/>
          <ac:graphicFrameMkLst>
            <pc:docMk/>
            <pc:sldMk cId="736856030" sldId="332"/>
            <ac:graphicFrameMk id="2" creationId="{159D5E72-5EDA-8443-33B2-7D3426C4A685}"/>
          </ac:graphicFrameMkLst>
        </pc:graphicFrameChg>
      </pc:sldChg>
      <pc:sldChg chg="modSp mod">
        <pc:chgData name="Sam Prince" userId="b8c1c271-dd5b-4079-a09a-81f4ce8be867" providerId="ADAL" clId="{2984D622-9AE3-4792-8CE6-810D99D0D583}" dt="2023-10-16T14:12:20.379" v="94" actId="20577"/>
        <pc:sldMkLst>
          <pc:docMk/>
          <pc:sldMk cId="3372734535" sldId="333"/>
        </pc:sldMkLst>
        <pc:spChg chg="mod">
          <ac:chgData name="Sam Prince" userId="b8c1c271-dd5b-4079-a09a-81f4ce8be867" providerId="ADAL" clId="{2984D622-9AE3-4792-8CE6-810D99D0D583}" dt="2023-10-16T14:12:20.379" v="94" actId="20577"/>
          <ac:spMkLst>
            <pc:docMk/>
            <pc:sldMk cId="3372734535" sldId="333"/>
            <ac:spMk id="34819" creationId="{453C7683-8588-7ABC-32E0-8A4E68218620}"/>
          </ac:spMkLst>
        </pc:spChg>
      </pc:sldChg>
      <pc:sldChg chg="delSp modSp mod">
        <pc:chgData name="Sam Prince" userId="b8c1c271-dd5b-4079-a09a-81f4ce8be867" providerId="ADAL" clId="{2984D622-9AE3-4792-8CE6-810D99D0D583}" dt="2023-10-16T14:15:23.110" v="154" actId="20577"/>
        <pc:sldMkLst>
          <pc:docMk/>
          <pc:sldMk cId="706358627" sldId="334"/>
        </pc:sldMkLst>
        <pc:spChg chg="mod">
          <ac:chgData name="Sam Prince" userId="b8c1c271-dd5b-4079-a09a-81f4ce8be867" providerId="ADAL" clId="{2984D622-9AE3-4792-8CE6-810D99D0D583}" dt="2023-10-16T14:15:23.110" v="154" actId="20577"/>
          <ac:spMkLst>
            <pc:docMk/>
            <pc:sldMk cId="706358627" sldId="334"/>
            <ac:spMk id="34819" creationId="{453C7683-8588-7ABC-32E0-8A4E68218620}"/>
          </ac:spMkLst>
        </pc:spChg>
        <pc:spChg chg="del">
          <ac:chgData name="Sam Prince" userId="b8c1c271-dd5b-4079-a09a-81f4ce8be867" providerId="ADAL" clId="{2984D622-9AE3-4792-8CE6-810D99D0D583}" dt="2023-10-16T14:12:25.013" v="95" actId="478"/>
          <ac:spMkLst>
            <pc:docMk/>
            <pc:sldMk cId="706358627" sldId="334"/>
            <ac:spMk id="34825" creationId="{578DA231-82A4-B361-6C10-6CD44D5666A1}"/>
          </ac:spMkLst>
        </pc:spChg>
      </pc:sldChg>
      <pc:sldChg chg="delSp modSp mod">
        <pc:chgData name="Sam Prince" userId="b8c1c271-dd5b-4079-a09a-81f4ce8be867" providerId="ADAL" clId="{2984D622-9AE3-4792-8CE6-810D99D0D583}" dt="2023-10-16T14:13:35.680" v="127" actId="179"/>
        <pc:sldMkLst>
          <pc:docMk/>
          <pc:sldMk cId="1174955199" sldId="335"/>
        </pc:sldMkLst>
        <pc:spChg chg="mod">
          <ac:chgData name="Sam Prince" userId="b8c1c271-dd5b-4079-a09a-81f4ce8be867" providerId="ADAL" clId="{2984D622-9AE3-4792-8CE6-810D99D0D583}" dt="2023-10-16T14:13:35.680" v="127" actId="179"/>
          <ac:spMkLst>
            <pc:docMk/>
            <pc:sldMk cId="1174955199" sldId="335"/>
            <ac:spMk id="34819" creationId="{453C7683-8588-7ABC-32E0-8A4E68218620}"/>
          </ac:spMkLst>
        </pc:spChg>
        <pc:spChg chg="del">
          <ac:chgData name="Sam Prince" userId="b8c1c271-dd5b-4079-a09a-81f4ce8be867" providerId="ADAL" clId="{2984D622-9AE3-4792-8CE6-810D99D0D583}" dt="2023-10-16T14:13:24.033" v="122" actId="478"/>
          <ac:spMkLst>
            <pc:docMk/>
            <pc:sldMk cId="1174955199" sldId="335"/>
            <ac:spMk id="34825" creationId="{E1EEAD73-98A5-66A5-BEB0-DB7C0AB9151C}"/>
          </ac:spMkLst>
        </pc:spChg>
      </pc:sldChg>
      <pc:sldChg chg="delSp modSp mod">
        <pc:chgData name="Sam Prince" userId="b8c1c271-dd5b-4079-a09a-81f4ce8be867" providerId="ADAL" clId="{2984D622-9AE3-4792-8CE6-810D99D0D583}" dt="2023-10-16T14:15:43.580" v="159" actId="14100"/>
        <pc:sldMkLst>
          <pc:docMk/>
          <pc:sldMk cId="96734689" sldId="336"/>
        </pc:sldMkLst>
        <pc:spChg chg="mod">
          <ac:chgData name="Sam Prince" userId="b8c1c271-dd5b-4079-a09a-81f4ce8be867" providerId="ADAL" clId="{2984D622-9AE3-4792-8CE6-810D99D0D583}" dt="2023-10-16T14:15:43.580" v="159" actId="14100"/>
          <ac:spMkLst>
            <pc:docMk/>
            <pc:sldMk cId="96734689" sldId="336"/>
            <ac:spMk id="34819" creationId="{453C7683-8588-7ABC-32E0-8A4E68218620}"/>
          </ac:spMkLst>
        </pc:spChg>
        <pc:spChg chg="del">
          <ac:chgData name="Sam Prince" userId="b8c1c271-dd5b-4079-a09a-81f4ce8be867" providerId="ADAL" clId="{2984D622-9AE3-4792-8CE6-810D99D0D583}" dt="2023-10-16T14:15:32.806" v="155" actId="478"/>
          <ac:spMkLst>
            <pc:docMk/>
            <pc:sldMk cId="96734689" sldId="336"/>
            <ac:spMk id="34825" creationId="{0A653F41-4F62-DA67-4628-9BA58F33FAD9}"/>
          </ac:spMkLst>
        </pc:spChg>
      </pc:sldChg>
      <pc:sldChg chg="addSp modSp new mod">
        <pc:chgData name="Sam Prince" userId="b8c1c271-dd5b-4079-a09a-81f4ce8be867" providerId="ADAL" clId="{2984D622-9AE3-4792-8CE6-810D99D0D583}" dt="2023-10-16T14:24:54.722" v="348" actId="6549"/>
        <pc:sldMkLst>
          <pc:docMk/>
          <pc:sldMk cId="1715456408" sldId="337"/>
        </pc:sldMkLst>
        <pc:spChg chg="mod">
          <ac:chgData name="Sam Prince" userId="b8c1c271-dd5b-4079-a09a-81f4ce8be867" providerId="ADAL" clId="{2984D622-9AE3-4792-8CE6-810D99D0D583}" dt="2023-10-16T14:21:05.610" v="269" actId="113"/>
          <ac:spMkLst>
            <pc:docMk/>
            <pc:sldMk cId="1715456408" sldId="337"/>
            <ac:spMk id="2" creationId="{DAA0130D-A169-4B62-1500-58ED9B079976}"/>
          </ac:spMkLst>
        </pc:spChg>
        <pc:spChg chg="mod">
          <ac:chgData name="Sam Prince" userId="b8c1c271-dd5b-4079-a09a-81f4ce8be867" providerId="ADAL" clId="{2984D622-9AE3-4792-8CE6-810D99D0D583}" dt="2023-10-16T14:24:50.368" v="345" actId="21"/>
          <ac:spMkLst>
            <pc:docMk/>
            <pc:sldMk cId="1715456408" sldId="337"/>
            <ac:spMk id="3" creationId="{CD6FFBE5-F6B5-D991-34E2-A9D32AAD07F4}"/>
          </ac:spMkLst>
        </pc:spChg>
        <pc:spChg chg="add mod">
          <ac:chgData name="Sam Prince" userId="b8c1c271-dd5b-4079-a09a-81f4ce8be867" providerId="ADAL" clId="{2984D622-9AE3-4792-8CE6-810D99D0D583}" dt="2023-10-16T14:24:54.722" v="348" actId="6549"/>
          <ac:spMkLst>
            <pc:docMk/>
            <pc:sldMk cId="1715456408" sldId="337"/>
            <ac:spMk id="5" creationId="{31004A4C-014C-80DC-0792-10972AC2FB1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93AB728B-EDDE-A6C5-D196-B3077ECC974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r" rtl="1" eaLnBrk="1" hangingPunct="1">
              <a:defRPr sz="1200"/>
            </a:lvl1pPr>
          </a:lstStyle>
          <a:p>
            <a:pPr rtl="1">
              <a:defRPr/>
            </a:pPr>
            <a:endParaRPr lang="en-US" altLang="en-US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C1A56322-4069-E1FA-88E7-034F66FE7B8C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r" rtl="1" eaLnBrk="1" hangingPunct="1">
              <a:defRPr sz="1200"/>
            </a:lvl1pPr>
          </a:lstStyle>
          <a:p>
            <a:pPr rtl="1">
              <a:defRPr/>
            </a:pPr>
            <a:endParaRPr lang="en-US" altLang="en-US"/>
          </a:p>
        </p:txBody>
      </p:sp>
      <p:sp>
        <p:nvSpPr>
          <p:cNvPr id="27652" name="Rectangle 4">
            <a:extLst>
              <a:ext uri="{FF2B5EF4-FFF2-40B4-BE49-F238E27FC236}">
                <a16:creationId xmlns:a16="http://schemas.microsoft.com/office/drawing/2014/main" id="{C5D99386-CD4E-9616-9887-3542DB3323EA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A535B185-CC76-5645-CC21-C267467C34E3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 noProof="0"/>
              <a:t>Click to edit Master text styles</a:t>
            </a:r>
          </a:p>
          <a:p>
            <a:pPr lvl="1" rtl="1"/>
            <a:r>
              <a:rPr lang="ar" noProof="0"/>
              <a:t>Second level</a:t>
            </a:r>
          </a:p>
          <a:p>
            <a:pPr lvl="2" rtl="1"/>
            <a:r>
              <a:rPr lang="ar" noProof="0"/>
              <a:t>Third level</a:t>
            </a:r>
          </a:p>
          <a:p>
            <a:pPr lvl="3" rtl="1"/>
            <a:r>
              <a:rPr lang="ar" noProof="0"/>
              <a:t>Fourth level</a:t>
            </a:r>
          </a:p>
          <a:p>
            <a:pPr lvl="4" rtl="1"/>
            <a:r>
              <a:rPr lang="ar" noProof="0"/>
              <a:t>Fifth level</a:t>
            </a:r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C151C7C9-7DD8-CB43-3488-140DE9ADA703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1" anchor="b" anchorCtr="0" compatLnSpc="1">
            <a:prstTxWarp prst="textNoShape">
              <a:avLst/>
            </a:prstTxWarp>
          </a:bodyPr>
          <a:lstStyle>
            <a:lvl1pPr algn="r" rtl="1" eaLnBrk="1" hangingPunct="1">
              <a:defRPr sz="1200"/>
            </a:lvl1pPr>
          </a:lstStyle>
          <a:p>
            <a:pPr rtl="1">
              <a:defRPr/>
            </a:pPr>
            <a:endParaRPr lang="en-US" altLang="en-US"/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0EA804D7-B145-B6C4-EAF9-FBA810DF658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1" anchor="b" anchorCtr="0" compatLnSpc="1">
            <a:prstTxWarp prst="textNoShape">
              <a:avLst/>
            </a:prstTxWarp>
          </a:bodyPr>
          <a:lstStyle>
            <a:lvl1pPr algn="r" rtl="1" eaLnBrk="1" hangingPunct="1">
              <a:defRPr sz="1200"/>
            </a:lvl1pPr>
          </a:lstStyle>
          <a:p>
            <a:pPr rtl="1">
              <a:defRPr/>
            </a:pPr>
            <a:fld id="{4D3E6F70-5D4D-4B7F-8590-7D87CFB0B671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Slide Image Placeholder 1">
            <a:extLst>
              <a:ext uri="{FF2B5EF4-FFF2-40B4-BE49-F238E27FC236}">
                <a16:creationId xmlns:a16="http://schemas.microsoft.com/office/drawing/2014/main" id="{F5058D73-7FD6-09C5-76B9-3C505DF2D38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698" name="Notes Placeholder 2">
            <a:extLst>
              <a:ext uri="{FF2B5EF4-FFF2-40B4-BE49-F238E27FC236}">
                <a16:creationId xmlns:a16="http://schemas.microsoft.com/office/drawing/2014/main" id="{12D40D7A-D6BB-CE8D-DF00-54DBA2F5CDC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29699" name="Slide Number Placeholder 3">
            <a:extLst>
              <a:ext uri="{FF2B5EF4-FFF2-40B4-BE49-F238E27FC236}">
                <a16:creationId xmlns:a16="http://schemas.microsoft.com/office/drawing/2014/main" id="{3E420995-9E0A-E982-F791-9C9605CD7FA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9D6F72BC-0F0F-4CC6-9390-4A76262B3721}" type="slidenum">
              <a:rPr lang="en-GB" altLang="en-US" smtClean="0"/>
              <a:pPr/>
              <a:t>1</a:t>
            </a:fld>
            <a:endParaRPr lang="en-GB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Slide Image Placeholder 1">
            <a:extLst>
              <a:ext uri="{FF2B5EF4-FFF2-40B4-BE49-F238E27FC236}">
                <a16:creationId xmlns:a16="http://schemas.microsoft.com/office/drawing/2014/main" id="{3D8168B1-514D-B744-0AB4-18F401D0F2E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6" name="Notes Placeholder 2">
            <a:extLst>
              <a:ext uri="{FF2B5EF4-FFF2-40B4-BE49-F238E27FC236}">
                <a16:creationId xmlns:a16="http://schemas.microsoft.com/office/drawing/2014/main" id="{2808C18D-CFC6-93E5-A579-22B817EE69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1747" name="Slide Number Placeholder 3">
            <a:extLst>
              <a:ext uri="{FF2B5EF4-FFF2-40B4-BE49-F238E27FC236}">
                <a16:creationId xmlns:a16="http://schemas.microsoft.com/office/drawing/2014/main" id="{D87B04DE-239C-3B08-3E65-22AF4B195E4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C03E5EE9-67E6-4917-B003-BB6C447A0174}" type="slidenum">
              <a:rPr lang="en-GB" altLang="en-US" smtClean="0"/>
              <a:pPr/>
              <a:t>2</a:t>
            </a:fld>
            <a:endParaRPr lang="en-GB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Slide Image Placeholder 1">
            <a:extLst>
              <a:ext uri="{FF2B5EF4-FFF2-40B4-BE49-F238E27FC236}">
                <a16:creationId xmlns:a16="http://schemas.microsoft.com/office/drawing/2014/main" id="{067531E3-7725-4BFC-6978-A4907F20260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4" name="Notes Placeholder 2">
            <a:extLst>
              <a:ext uri="{FF2B5EF4-FFF2-40B4-BE49-F238E27FC236}">
                <a16:creationId xmlns:a16="http://schemas.microsoft.com/office/drawing/2014/main" id="{77188842-F5EB-8E4E-C61A-E4F41BF1A3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marL="0" marR="0" lvl="0" indent="0" algn="l" defTabSz="914400" rtl="1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ar">
                <a:latin typeface="Arial" panose="020B0604020202020204" pitchFamily="34" charset="0"/>
              </a:rPr>
              <a:t>An outline of the three main learning aims in the unit.</a:t>
            </a:r>
          </a:p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3795" name="Slide Number Placeholder 3">
            <a:extLst>
              <a:ext uri="{FF2B5EF4-FFF2-40B4-BE49-F238E27FC236}">
                <a16:creationId xmlns:a16="http://schemas.microsoft.com/office/drawing/2014/main" id="{415CA19B-7BA9-BBB0-E62C-1C0DA5306B0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196034ED-D7F7-483D-8544-ED89FE784A02}" type="slidenum">
              <a:rPr lang="en-GB" altLang="en-US" smtClean="0"/>
              <a:pPr/>
              <a:t>3</a:t>
            </a:fld>
            <a:endParaRPr lang="en-GB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4</a:t>
            </a:fld>
            <a:endParaRPr lang="en-GB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5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5687514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6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4243201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7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7422932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8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8618949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9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5583299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10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09363226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11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69903567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12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71422770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13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8780126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14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56805951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15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69743413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16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55132276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17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5062465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18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01990399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19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1608141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20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76426988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21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54562941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22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67938258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23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91022141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24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22563916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25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75686009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26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28467423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27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1132115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28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25760597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29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08308833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30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61770886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31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14640031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32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6248009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33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02695472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34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4145209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7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7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8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10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1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1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1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1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1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2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2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2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2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0" y="2130425"/>
            <a:ext cx="91440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Unit X: xxxxxxxxxxxxxxxxxxxxx</a:t>
            </a:r>
            <a:endParaRPr lang="en-GB" altLang="en-US" dirty="0"/>
          </a:p>
        </p:txBody>
      </p:sp>
      <p:sp>
        <p:nvSpPr>
          <p:cNvPr id="7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</a:lstStyle>
          <a:p>
            <a:pPr rtl="1"/>
            <a:r>
              <a:rPr lang="ar"/>
              <a:t>Learning aim x</a:t>
            </a:r>
            <a:endParaRPr lang="en-US" alt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C6EB150E-6A8C-9996-298D-28DD3D2ABEF4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0922775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Heading</a:t>
            </a:r>
          </a:p>
        </p:txBody>
      </p:sp>
      <p:sp>
        <p:nvSpPr>
          <p:cNvPr id="6" name="Content Placeholder 6"/>
          <p:cNvSpPr>
            <a:spLocks noGrp="1"/>
          </p:cNvSpPr>
          <p:nvPr>
            <p:ph sz="half" idx="1"/>
          </p:nvPr>
        </p:nvSpPr>
        <p:spPr>
          <a:xfrm>
            <a:off x="468313" y="2212975"/>
            <a:ext cx="2303462" cy="3592513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Subhead</a:t>
            </a:r>
          </a:p>
          <a:p>
            <a:pPr rtl="1"/>
            <a:r>
              <a:rPr lang="ar"/>
              <a:t>Bullet text</a:t>
            </a:r>
          </a:p>
          <a:p>
            <a:pPr rtl="1"/>
            <a:endParaRPr lang="en-GB" dirty="0"/>
          </a:p>
        </p:txBody>
      </p:sp>
      <p:sp>
        <p:nvSpPr>
          <p:cNvPr id="7" name="Content Placeholder 6"/>
          <p:cNvSpPr>
            <a:spLocks noGrp="1"/>
          </p:cNvSpPr>
          <p:nvPr>
            <p:ph sz="half" idx="10"/>
          </p:nvPr>
        </p:nvSpPr>
        <p:spPr>
          <a:xfrm>
            <a:off x="3421063" y="2212975"/>
            <a:ext cx="2303462" cy="3449638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Subhead</a:t>
            </a:r>
          </a:p>
          <a:p>
            <a:pPr rtl="1"/>
            <a:r>
              <a:rPr lang="ar"/>
              <a:t>Bullet text</a:t>
            </a:r>
          </a:p>
          <a:p>
            <a:pPr rtl="1"/>
            <a:endParaRPr lang="en-GB" dirty="0"/>
          </a:p>
        </p:txBody>
      </p:sp>
      <p:sp>
        <p:nvSpPr>
          <p:cNvPr id="8" name="Content Placeholder 6"/>
          <p:cNvSpPr>
            <a:spLocks noGrp="1"/>
          </p:cNvSpPr>
          <p:nvPr>
            <p:ph sz="half" idx="11"/>
          </p:nvPr>
        </p:nvSpPr>
        <p:spPr>
          <a:xfrm>
            <a:off x="6156325" y="2212975"/>
            <a:ext cx="2592388" cy="373697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Subhead</a:t>
            </a:r>
          </a:p>
          <a:p>
            <a:pPr rtl="1"/>
            <a:r>
              <a:rPr lang="ar"/>
              <a:t>Bullet text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5AD71432-24B0-8453-1747-48D9C9A162AD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34855643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0" y="1195388"/>
            <a:ext cx="9144000" cy="8636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Heading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280AFA65-534B-3AE4-50A7-9C86BDCF1EA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47240884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Heading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half" idx="2"/>
          </p:nvPr>
        </p:nvSpPr>
        <p:spPr>
          <a:xfrm>
            <a:off x="684213" y="2195513"/>
            <a:ext cx="7991475" cy="360997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Body text xxxxxxxxxxxxxxxxxxxxxxxxxxxxxxxxxxxxxxxxx:</a:t>
            </a:r>
          </a:p>
          <a:p>
            <a:pPr lvl="1" rtl="1"/>
            <a:r>
              <a:rPr lang="ar"/>
              <a:t>Bullet text</a:t>
            </a:r>
          </a:p>
          <a:p>
            <a:pPr lvl="1" rtl="1"/>
            <a:r>
              <a:rPr lang="ar"/>
              <a:t>Bullet text</a:t>
            </a:r>
          </a:p>
          <a:p>
            <a:pPr lvl="1" rtl="1"/>
            <a:endParaRPr lang="en-GB" alt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7F8C46B-97F2-9941-FA1B-60A0A697ED7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4891031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5" descr="Always Learning">
            <a:extLst>
              <a:ext uri="{FF2B5EF4-FFF2-40B4-BE49-F238E27FC236}">
                <a16:creationId xmlns:a16="http://schemas.microsoft.com/office/drawing/2014/main" id="{9444950F-E59A-A8D3-7314-C784866DE21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Heading</a:t>
            </a:r>
            <a:endParaRPr lang="en-GB" alt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half" idx="1"/>
          </p:nvPr>
        </p:nvSpPr>
        <p:spPr>
          <a:xfrm>
            <a:off x="468313" y="2195513"/>
            <a:ext cx="4027487" cy="3681412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Blue subhead</a:t>
            </a:r>
          </a:p>
          <a:p>
            <a:pPr rtl="1"/>
            <a:r>
              <a:rPr lang="ar"/>
              <a:t>Bullet text</a:t>
            </a:r>
          </a:p>
          <a:p>
            <a:pPr rtl="1"/>
            <a:endParaRPr lang="en-GB" dirty="0"/>
          </a:p>
          <a:p>
            <a:pPr rtl="1"/>
            <a:endParaRPr lang="en-GB" dirty="0"/>
          </a:p>
        </p:txBody>
      </p:sp>
      <p:sp>
        <p:nvSpPr>
          <p:cNvPr id="11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5512"/>
            <a:ext cx="4027488" cy="3681411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Blue subhead</a:t>
            </a:r>
          </a:p>
          <a:p>
            <a:pPr rtl="1"/>
            <a:r>
              <a:rPr lang="ar"/>
              <a:t>Bullet text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6D75EA28-7A23-3108-7470-D2312D0B43D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83655394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7AF04B97-CC31-299F-C1D9-4AD1810429B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61693332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0B917A8A-EC74-8439-7D0C-B004E910A77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06754479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85122E-CC0D-DE46-E6F4-AAE67430FCE8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29105686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A1D94B-CB73-9993-AEF0-ECDA613327D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59765421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36979FB-E9CD-4D7F-ABCE-40BC623DD6ED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1891796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D78BFAD-CC17-3CA0-DBB1-5C8C41D9126F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01435549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91736A9-B278-442F-0C6C-537088E454BA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31463787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55507622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54525289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84416965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9464605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46373342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24083350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48102592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50161041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29311893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08911330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89698890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71633317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Heading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half" idx="2"/>
          </p:nvPr>
        </p:nvSpPr>
        <p:spPr>
          <a:xfrm>
            <a:off x="684213" y="2195513"/>
            <a:ext cx="7991475" cy="360997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Body text xxxxxxxxxxxxxxxxxxxxxxxxxxxxxxxxxxxxxxxxx:</a:t>
            </a:r>
          </a:p>
          <a:p>
            <a:pPr lvl="1" rtl="1"/>
            <a:r>
              <a:rPr lang="ar"/>
              <a:t>Bullet text</a:t>
            </a:r>
          </a:p>
          <a:p>
            <a:pPr lvl="1" rtl="1"/>
            <a:r>
              <a:rPr lang="ar"/>
              <a:t>Bullet text</a:t>
            </a:r>
          </a:p>
          <a:p>
            <a:pPr lvl="1" rtl="1"/>
            <a:endParaRPr lang="en-GB" alt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7F8C46B-97F2-9941-FA1B-60A0A697ED7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14907719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8354849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3092648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56289520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3866800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38706466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2164928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01593109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02315117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4390330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95572074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61559906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66816360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Heading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half" idx="2"/>
          </p:nvPr>
        </p:nvSpPr>
        <p:spPr>
          <a:xfrm>
            <a:off x="684213" y="2195513"/>
            <a:ext cx="7991475" cy="360997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Body text xxxxxxxxxxxxxxxxxxxxxxxxxxxxxxxxxxxxxxxxx:</a:t>
            </a:r>
          </a:p>
          <a:p>
            <a:pPr lvl="1" rtl="1"/>
            <a:r>
              <a:rPr lang="ar"/>
              <a:t>Bullet text</a:t>
            </a:r>
          </a:p>
          <a:p>
            <a:pPr lvl="1" rtl="1"/>
            <a:r>
              <a:rPr lang="ar"/>
              <a:t>Bullet text</a:t>
            </a:r>
          </a:p>
          <a:p>
            <a:pPr lvl="1" rtl="1"/>
            <a:endParaRPr lang="en-GB" alt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7F8C46B-97F2-9941-FA1B-60A0A697ED7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64956666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73874686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2709728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91592001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03814516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62140350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7493989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59324686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988662026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81803065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60647238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40210140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43754738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Heading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half" idx="2"/>
          </p:nvPr>
        </p:nvSpPr>
        <p:spPr>
          <a:xfrm>
            <a:off x="684213" y="2195513"/>
            <a:ext cx="7991475" cy="360997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Body text xxxxxxxxxxxxxxxxxxxxxxxxxxxxxxxxxxxxxxxxx:</a:t>
            </a:r>
          </a:p>
          <a:p>
            <a:pPr lvl="1" rtl="1"/>
            <a:r>
              <a:rPr lang="ar"/>
              <a:t>Bullet text</a:t>
            </a:r>
          </a:p>
          <a:p>
            <a:pPr lvl="1" rtl="1"/>
            <a:r>
              <a:rPr lang="ar"/>
              <a:t>Bullet text</a:t>
            </a:r>
          </a:p>
          <a:p>
            <a:pPr lvl="1" rtl="1"/>
            <a:endParaRPr lang="en-GB" alt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7F8C46B-97F2-9941-FA1B-60A0A697ED7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960485046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7849203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28189699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591361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7368271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42667902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0415480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86937537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52432981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59725271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80230170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06282950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65525115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18993083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5078411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86546021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975168846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02524804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8029150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11214302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82694476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84612630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09128796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254036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53189422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20184758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9905896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375318916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82359597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35596079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51334262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96085842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74360605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8942771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48843480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63065849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26884690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10982271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0733503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58672170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32801202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46143447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09363915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8314548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22680351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7536616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53544828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09556367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66091891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7646543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60132638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18605759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5360313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57165819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6812172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45466716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1382759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34103147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7465027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918494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267096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12659393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65395922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95094335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43709302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09416790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72576267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3738034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87196095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2962851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9874433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96067014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64947810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audio" Target="../media/audio1.bin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6" Type="http://schemas.openxmlformats.org/officeDocument/2006/relationships/image" Target="../media/image3.jpeg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audio" Target="../media/audio1.bin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8.xml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7.xml"/><Relationship Id="rId2" Type="http://schemas.openxmlformats.org/officeDocument/2006/relationships/slideLayout" Target="../slideLayouts/slideLayout27.xml"/><Relationship Id="rId16" Type="http://schemas.openxmlformats.org/officeDocument/2006/relationships/image" Target="../media/image4.jpeg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5" Type="http://schemas.openxmlformats.org/officeDocument/2006/relationships/audio" Target="../media/audio1.bin"/><Relationship Id="rId10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Relationship Id="rId1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6.xml"/><Relationship Id="rId13" Type="http://schemas.openxmlformats.org/officeDocument/2006/relationships/slideLayout" Target="../slideLayouts/slideLayout51.xml"/><Relationship Id="rId3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50.xml"/><Relationship Id="rId2" Type="http://schemas.openxmlformats.org/officeDocument/2006/relationships/slideLayout" Target="../slideLayouts/slideLayout40.xml"/><Relationship Id="rId16" Type="http://schemas.openxmlformats.org/officeDocument/2006/relationships/image" Target="../media/image5.jpeg"/><Relationship Id="rId1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9.xml"/><Relationship Id="rId5" Type="http://schemas.openxmlformats.org/officeDocument/2006/relationships/slideLayout" Target="../slideLayouts/slideLayout43.xml"/><Relationship Id="rId15" Type="http://schemas.openxmlformats.org/officeDocument/2006/relationships/audio" Target="../media/audio1.bin"/><Relationship Id="rId10" Type="http://schemas.openxmlformats.org/officeDocument/2006/relationships/slideLayout" Target="../slideLayouts/slideLayout48.xml"/><Relationship Id="rId4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7.xml"/><Relationship Id="rId14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9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54.xml"/><Relationship Id="rId7" Type="http://schemas.openxmlformats.org/officeDocument/2006/relationships/slideLayout" Target="../slideLayouts/slideLayout58.xml"/><Relationship Id="rId12" Type="http://schemas.openxmlformats.org/officeDocument/2006/relationships/slideLayout" Target="../slideLayouts/slideLayout63.xml"/><Relationship Id="rId2" Type="http://schemas.openxmlformats.org/officeDocument/2006/relationships/slideLayout" Target="../slideLayouts/slideLayout53.xml"/><Relationship Id="rId1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7.xml"/><Relationship Id="rId11" Type="http://schemas.openxmlformats.org/officeDocument/2006/relationships/slideLayout" Target="../slideLayouts/slideLayout62.xml"/><Relationship Id="rId5" Type="http://schemas.openxmlformats.org/officeDocument/2006/relationships/slideLayout" Target="../slideLayouts/slideLayout56.xml"/><Relationship Id="rId15" Type="http://schemas.openxmlformats.org/officeDocument/2006/relationships/image" Target="../media/image6.jpeg"/><Relationship Id="rId10" Type="http://schemas.openxmlformats.org/officeDocument/2006/relationships/slideLayout" Target="../slideLayouts/slideLayout61.xml"/><Relationship Id="rId4" Type="http://schemas.openxmlformats.org/officeDocument/2006/relationships/slideLayout" Target="../slideLayouts/slideLayout55.xml"/><Relationship Id="rId9" Type="http://schemas.openxmlformats.org/officeDocument/2006/relationships/slideLayout" Target="../slideLayouts/slideLayout60.xml"/><Relationship Id="rId14" Type="http://schemas.openxmlformats.org/officeDocument/2006/relationships/audio" Target="../media/audio1.bin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1.xml"/><Relationship Id="rId13" Type="http://schemas.openxmlformats.org/officeDocument/2006/relationships/theme" Target="../theme/theme6.xml"/><Relationship Id="rId3" Type="http://schemas.openxmlformats.org/officeDocument/2006/relationships/slideLayout" Target="../slideLayouts/slideLayout66.xml"/><Relationship Id="rId7" Type="http://schemas.openxmlformats.org/officeDocument/2006/relationships/slideLayout" Target="../slideLayouts/slideLayout70.xml"/><Relationship Id="rId12" Type="http://schemas.openxmlformats.org/officeDocument/2006/relationships/slideLayout" Target="../slideLayouts/slideLayout75.xml"/><Relationship Id="rId2" Type="http://schemas.openxmlformats.org/officeDocument/2006/relationships/slideLayout" Target="../slideLayouts/slideLayout65.xml"/><Relationship Id="rId1" Type="http://schemas.openxmlformats.org/officeDocument/2006/relationships/slideLayout" Target="../slideLayouts/slideLayout64.xml"/><Relationship Id="rId6" Type="http://schemas.openxmlformats.org/officeDocument/2006/relationships/slideLayout" Target="../slideLayouts/slideLayout69.xml"/><Relationship Id="rId11" Type="http://schemas.openxmlformats.org/officeDocument/2006/relationships/slideLayout" Target="../slideLayouts/slideLayout74.xml"/><Relationship Id="rId5" Type="http://schemas.openxmlformats.org/officeDocument/2006/relationships/slideLayout" Target="../slideLayouts/slideLayout68.xml"/><Relationship Id="rId15" Type="http://schemas.openxmlformats.org/officeDocument/2006/relationships/image" Target="../media/image7.jpeg"/><Relationship Id="rId10" Type="http://schemas.openxmlformats.org/officeDocument/2006/relationships/slideLayout" Target="../slideLayouts/slideLayout73.xml"/><Relationship Id="rId4" Type="http://schemas.openxmlformats.org/officeDocument/2006/relationships/slideLayout" Target="../slideLayouts/slideLayout67.xml"/><Relationship Id="rId9" Type="http://schemas.openxmlformats.org/officeDocument/2006/relationships/slideLayout" Target="../slideLayouts/slideLayout72.xml"/><Relationship Id="rId14" Type="http://schemas.openxmlformats.org/officeDocument/2006/relationships/audio" Target="../media/audio1.bin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3.xml"/><Relationship Id="rId13" Type="http://schemas.openxmlformats.org/officeDocument/2006/relationships/theme" Target="../theme/theme7.xml"/><Relationship Id="rId3" Type="http://schemas.openxmlformats.org/officeDocument/2006/relationships/slideLayout" Target="../slideLayouts/slideLayout78.xml"/><Relationship Id="rId7" Type="http://schemas.openxmlformats.org/officeDocument/2006/relationships/slideLayout" Target="../slideLayouts/slideLayout82.xml"/><Relationship Id="rId12" Type="http://schemas.openxmlformats.org/officeDocument/2006/relationships/slideLayout" Target="../slideLayouts/slideLayout87.xml"/><Relationship Id="rId2" Type="http://schemas.openxmlformats.org/officeDocument/2006/relationships/slideLayout" Target="../slideLayouts/slideLayout77.xml"/><Relationship Id="rId1" Type="http://schemas.openxmlformats.org/officeDocument/2006/relationships/slideLayout" Target="../slideLayouts/slideLayout76.xml"/><Relationship Id="rId6" Type="http://schemas.openxmlformats.org/officeDocument/2006/relationships/slideLayout" Target="../slideLayouts/slideLayout81.xml"/><Relationship Id="rId11" Type="http://schemas.openxmlformats.org/officeDocument/2006/relationships/slideLayout" Target="../slideLayouts/slideLayout86.xml"/><Relationship Id="rId5" Type="http://schemas.openxmlformats.org/officeDocument/2006/relationships/slideLayout" Target="../slideLayouts/slideLayout80.xml"/><Relationship Id="rId15" Type="http://schemas.openxmlformats.org/officeDocument/2006/relationships/image" Target="../media/image8.jpeg"/><Relationship Id="rId10" Type="http://schemas.openxmlformats.org/officeDocument/2006/relationships/slideLayout" Target="../slideLayouts/slideLayout85.xml"/><Relationship Id="rId4" Type="http://schemas.openxmlformats.org/officeDocument/2006/relationships/slideLayout" Target="../slideLayouts/slideLayout79.xml"/><Relationship Id="rId9" Type="http://schemas.openxmlformats.org/officeDocument/2006/relationships/slideLayout" Target="../slideLayouts/slideLayout84.xml"/><Relationship Id="rId14" Type="http://schemas.openxmlformats.org/officeDocument/2006/relationships/audio" Target="../media/audio1.bin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5.xml"/><Relationship Id="rId13" Type="http://schemas.openxmlformats.org/officeDocument/2006/relationships/theme" Target="../theme/theme8.xml"/><Relationship Id="rId3" Type="http://schemas.openxmlformats.org/officeDocument/2006/relationships/slideLayout" Target="../slideLayouts/slideLayout90.xml"/><Relationship Id="rId7" Type="http://schemas.openxmlformats.org/officeDocument/2006/relationships/slideLayout" Target="../slideLayouts/slideLayout94.xml"/><Relationship Id="rId12" Type="http://schemas.openxmlformats.org/officeDocument/2006/relationships/slideLayout" Target="../slideLayouts/slideLayout99.xml"/><Relationship Id="rId2" Type="http://schemas.openxmlformats.org/officeDocument/2006/relationships/slideLayout" Target="../slideLayouts/slideLayout89.xml"/><Relationship Id="rId1" Type="http://schemas.openxmlformats.org/officeDocument/2006/relationships/slideLayout" Target="../slideLayouts/slideLayout88.xml"/><Relationship Id="rId6" Type="http://schemas.openxmlformats.org/officeDocument/2006/relationships/slideLayout" Target="../slideLayouts/slideLayout93.xml"/><Relationship Id="rId11" Type="http://schemas.openxmlformats.org/officeDocument/2006/relationships/slideLayout" Target="../slideLayouts/slideLayout98.xml"/><Relationship Id="rId5" Type="http://schemas.openxmlformats.org/officeDocument/2006/relationships/slideLayout" Target="../slideLayouts/slideLayout92.xml"/><Relationship Id="rId15" Type="http://schemas.openxmlformats.org/officeDocument/2006/relationships/image" Target="../media/image9.jpeg"/><Relationship Id="rId10" Type="http://schemas.openxmlformats.org/officeDocument/2006/relationships/slideLayout" Target="../slideLayouts/slideLayout97.xml"/><Relationship Id="rId4" Type="http://schemas.openxmlformats.org/officeDocument/2006/relationships/slideLayout" Target="../slideLayouts/slideLayout91.xml"/><Relationship Id="rId9" Type="http://schemas.openxmlformats.org/officeDocument/2006/relationships/slideLayout" Target="../slideLayouts/slideLayout96.xml"/><Relationship Id="rId14" Type="http://schemas.openxmlformats.org/officeDocument/2006/relationships/audio" Target="../media/audio1.bin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7.xml"/><Relationship Id="rId13" Type="http://schemas.openxmlformats.org/officeDocument/2006/relationships/theme" Target="../theme/theme9.xml"/><Relationship Id="rId3" Type="http://schemas.openxmlformats.org/officeDocument/2006/relationships/slideLayout" Target="../slideLayouts/slideLayout102.xml"/><Relationship Id="rId7" Type="http://schemas.openxmlformats.org/officeDocument/2006/relationships/slideLayout" Target="../slideLayouts/slideLayout106.xml"/><Relationship Id="rId12" Type="http://schemas.openxmlformats.org/officeDocument/2006/relationships/slideLayout" Target="../slideLayouts/slideLayout111.xml"/><Relationship Id="rId2" Type="http://schemas.openxmlformats.org/officeDocument/2006/relationships/slideLayout" Target="../slideLayouts/slideLayout101.xml"/><Relationship Id="rId1" Type="http://schemas.openxmlformats.org/officeDocument/2006/relationships/slideLayout" Target="../slideLayouts/slideLayout100.xml"/><Relationship Id="rId6" Type="http://schemas.openxmlformats.org/officeDocument/2006/relationships/slideLayout" Target="../slideLayouts/slideLayout105.xml"/><Relationship Id="rId11" Type="http://schemas.openxmlformats.org/officeDocument/2006/relationships/slideLayout" Target="../slideLayouts/slideLayout110.xml"/><Relationship Id="rId5" Type="http://schemas.openxmlformats.org/officeDocument/2006/relationships/slideLayout" Target="../slideLayouts/slideLayout104.xml"/><Relationship Id="rId15" Type="http://schemas.openxmlformats.org/officeDocument/2006/relationships/image" Target="../media/image10.jpeg"/><Relationship Id="rId10" Type="http://schemas.openxmlformats.org/officeDocument/2006/relationships/slideLayout" Target="../slideLayouts/slideLayout109.xml"/><Relationship Id="rId4" Type="http://schemas.openxmlformats.org/officeDocument/2006/relationships/slideLayout" Target="../slideLayouts/slideLayout103.xml"/><Relationship Id="rId9" Type="http://schemas.openxmlformats.org/officeDocument/2006/relationships/slideLayout" Target="../slideLayouts/slideLayout108.xml"/><Relationship Id="rId14" Type="http://schemas.openxmlformats.org/officeDocument/2006/relationships/audio" Target="../media/audio1.bin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9.xml"/><Relationship Id="rId13" Type="http://schemas.openxmlformats.org/officeDocument/2006/relationships/theme" Target="../theme/theme10.xml"/><Relationship Id="rId3" Type="http://schemas.openxmlformats.org/officeDocument/2006/relationships/slideLayout" Target="../slideLayouts/slideLayout114.xml"/><Relationship Id="rId7" Type="http://schemas.openxmlformats.org/officeDocument/2006/relationships/slideLayout" Target="../slideLayouts/slideLayout118.xml"/><Relationship Id="rId12" Type="http://schemas.openxmlformats.org/officeDocument/2006/relationships/slideLayout" Target="../slideLayouts/slideLayout123.xml"/><Relationship Id="rId2" Type="http://schemas.openxmlformats.org/officeDocument/2006/relationships/slideLayout" Target="../slideLayouts/slideLayout113.xml"/><Relationship Id="rId1" Type="http://schemas.openxmlformats.org/officeDocument/2006/relationships/slideLayout" Target="../slideLayouts/slideLayout112.xml"/><Relationship Id="rId6" Type="http://schemas.openxmlformats.org/officeDocument/2006/relationships/slideLayout" Target="../slideLayouts/slideLayout117.xml"/><Relationship Id="rId11" Type="http://schemas.openxmlformats.org/officeDocument/2006/relationships/slideLayout" Target="../slideLayouts/slideLayout122.xml"/><Relationship Id="rId5" Type="http://schemas.openxmlformats.org/officeDocument/2006/relationships/slideLayout" Target="../slideLayouts/slideLayout116.xml"/><Relationship Id="rId15" Type="http://schemas.openxmlformats.org/officeDocument/2006/relationships/image" Target="../media/image11.jpeg"/><Relationship Id="rId10" Type="http://schemas.openxmlformats.org/officeDocument/2006/relationships/slideLayout" Target="../slideLayouts/slideLayout121.xml"/><Relationship Id="rId4" Type="http://schemas.openxmlformats.org/officeDocument/2006/relationships/slideLayout" Target="../slideLayouts/slideLayout115.xml"/><Relationship Id="rId9" Type="http://schemas.openxmlformats.org/officeDocument/2006/relationships/slideLayout" Target="../slideLayouts/slideLayout120.xml"/><Relationship Id="rId14" Type="http://schemas.openxmlformats.org/officeDocument/2006/relationships/audio" Target="../media/audio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5" descr="Always Learning">
            <a:extLst>
              <a:ext uri="{FF2B5EF4-FFF2-40B4-BE49-F238E27FC236}">
                <a16:creationId xmlns:a16="http://schemas.microsoft.com/office/drawing/2014/main" id="{3B94A5EC-21A3-C7EE-ADC3-348E4DF7A1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C16AA13-905D-5202-1E26-68E3C21E253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  <p:pic>
        <p:nvPicPr>
          <p:cNvPr id="1028" name="Picture 2">
            <a:extLst>
              <a:ext uri="{FF2B5EF4-FFF2-40B4-BE49-F238E27FC236}">
                <a16:creationId xmlns:a16="http://schemas.microsoft.com/office/drawing/2014/main" id="{96A689FF-8B47-679F-73A4-A5EFC01904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-1390" y="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801" r:id="rId1"/>
    <p:sldLayoutId id="2147484802" r:id="rId2"/>
    <p:sldLayoutId id="2147484803" r:id="rId3"/>
    <p:sldLayoutId id="2147484804" r:id="rId4"/>
    <p:sldLayoutId id="2147484805" r:id="rId5"/>
    <p:sldLayoutId id="2147484806" r:id="rId6"/>
    <p:sldLayoutId id="2147484807" r:id="rId7"/>
    <p:sldLayoutId id="2147484808" r:id="rId8"/>
    <p:sldLayoutId id="2147484809" r:id="rId9"/>
    <p:sldLayoutId id="2147484810" r:id="rId10"/>
    <p:sldLayoutId id="2147484811" r:id="rId11"/>
    <p:sldLayoutId id="2147484812" r:id="rId12"/>
  </p:sldLayoutIdLst>
  <p:transition>
    <p:sndAc>
      <p:stSnd>
        <p:snd r:embed="rId14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Use simple bullet points and lines, with no more than two lines per bullet point if possible.</a:t>
            </a:r>
          </a:p>
          <a:p>
            <a:pPr lvl="0" rtl="1"/>
            <a:r>
              <a:rPr lang="ar"/>
              <a:t>Try to use a maximum of ten words per line. </a:t>
            </a:r>
          </a:p>
          <a:p>
            <a:pPr lvl="0" rtl="1"/>
            <a:r>
              <a:rPr lang="ar"/>
              <a:t>Set up generic formatting on this master. </a:t>
            </a:r>
          </a:p>
          <a:p>
            <a:pPr lvl="0" rtl="1"/>
            <a:r>
              <a:rPr lang="ar"/>
              <a:t>By applying this master to your slides, you’ll maintain consistent font and bullet style.</a:t>
            </a:r>
          </a:p>
          <a:p>
            <a:pPr lvl="0" rtl="1"/>
            <a:r>
              <a:rPr lang="ar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813" r:id="rId1"/>
    <p:sldLayoutId id="2147484814" r:id="rId2"/>
    <p:sldLayoutId id="2147484815" r:id="rId3"/>
    <p:sldLayoutId id="2147484816" r:id="rId4"/>
    <p:sldLayoutId id="2147484817" r:id="rId5"/>
    <p:sldLayoutId id="2147484818" r:id="rId6"/>
    <p:sldLayoutId id="2147484819" r:id="rId7"/>
    <p:sldLayoutId id="2147484820" r:id="rId8"/>
    <p:sldLayoutId id="2147484821" r:id="rId9"/>
    <p:sldLayoutId id="2147484822" r:id="rId10"/>
    <p:sldLayoutId id="2147484823" r:id="rId11"/>
    <p:sldLayoutId id="2147484824" r:id="rId12"/>
    <p:sldLayoutId id="2147484929" r:id="rId13"/>
  </p:sldLayoutIdLst>
  <p:transition>
    <p:sndAc>
      <p:stSnd>
        <p:snd r:embed="rId15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Use simple bullet points and lines, with no more than two lines per bullet point if possible.</a:t>
            </a:r>
          </a:p>
          <a:p>
            <a:pPr lvl="0" rtl="1"/>
            <a:r>
              <a:rPr lang="ar"/>
              <a:t>Try to use a maximum of ten words per line. </a:t>
            </a:r>
          </a:p>
          <a:p>
            <a:pPr lvl="0" rtl="1"/>
            <a:r>
              <a:rPr lang="ar"/>
              <a:t>Set up generic formatting on this master. </a:t>
            </a:r>
          </a:p>
          <a:p>
            <a:pPr lvl="0" rtl="1"/>
            <a:r>
              <a:rPr lang="ar"/>
              <a:t>By applying this master to your slides, you’ll maintain consistent font and bullet style.</a:t>
            </a:r>
          </a:p>
          <a:p>
            <a:pPr lvl="0" rtl="1"/>
            <a:r>
              <a:rPr lang="ar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4551037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26" r:id="rId1"/>
    <p:sldLayoutId id="2147484827" r:id="rId2"/>
    <p:sldLayoutId id="2147484828" r:id="rId3"/>
    <p:sldLayoutId id="2147484829" r:id="rId4"/>
    <p:sldLayoutId id="2147484830" r:id="rId5"/>
    <p:sldLayoutId id="2147484831" r:id="rId6"/>
    <p:sldLayoutId id="2147484832" r:id="rId7"/>
    <p:sldLayoutId id="2147484833" r:id="rId8"/>
    <p:sldLayoutId id="2147484834" r:id="rId9"/>
    <p:sldLayoutId id="2147484835" r:id="rId10"/>
    <p:sldLayoutId id="2147484836" r:id="rId11"/>
    <p:sldLayoutId id="2147484837" r:id="rId12"/>
    <p:sldLayoutId id="2147484930" r:id="rId13"/>
  </p:sldLayoutIdLst>
  <p:transition>
    <p:sndAc>
      <p:stSnd>
        <p:snd r:embed="rId15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Use simple bullet points and lines, with no more than two lines per bullet point if possible.</a:t>
            </a:r>
          </a:p>
          <a:p>
            <a:pPr lvl="0" rtl="1"/>
            <a:r>
              <a:rPr lang="ar"/>
              <a:t>Try to use a maximum of ten words per line. </a:t>
            </a:r>
          </a:p>
          <a:p>
            <a:pPr lvl="0" rtl="1"/>
            <a:r>
              <a:rPr lang="ar"/>
              <a:t>Set up generic formatting on this master. </a:t>
            </a:r>
          </a:p>
          <a:p>
            <a:pPr lvl="0" rtl="1"/>
            <a:r>
              <a:rPr lang="ar"/>
              <a:t>By applying this master to your slides, you’ll maintain consistent font and bullet style.</a:t>
            </a:r>
          </a:p>
          <a:p>
            <a:pPr lvl="0" rtl="1"/>
            <a:r>
              <a:rPr lang="ar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/>
              <a:t>Read the PowerPoint guidelines before creating a slide show.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  <p:pic>
        <p:nvPicPr>
          <p:cNvPr id="2" name="Picture 8">
            <a:extLst>
              <a:ext uri="{FF2B5EF4-FFF2-40B4-BE49-F238E27FC236}">
                <a16:creationId xmlns:a16="http://schemas.microsoft.com/office/drawing/2014/main" id="{75A50F7B-6DCB-CECC-AF2D-BEB6FA0A960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70692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39" r:id="rId1"/>
    <p:sldLayoutId id="2147484840" r:id="rId2"/>
    <p:sldLayoutId id="2147484841" r:id="rId3"/>
    <p:sldLayoutId id="2147484842" r:id="rId4"/>
    <p:sldLayoutId id="2147484843" r:id="rId5"/>
    <p:sldLayoutId id="2147484844" r:id="rId6"/>
    <p:sldLayoutId id="2147484845" r:id="rId7"/>
    <p:sldLayoutId id="2147484846" r:id="rId8"/>
    <p:sldLayoutId id="2147484847" r:id="rId9"/>
    <p:sldLayoutId id="2147484848" r:id="rId10"/>
    <p:sldLayoutId id="2147484849" r:id="rId11"/>
    <p:sldLayoutId id="2147484850" r:id="rId12"/>
    <p:sldLayoutId id="2147484931" r:id="rId13"/>
  </p:sldLayoutIdLst>
  <p:transition>
    <p:sndAc>
      <p:stSnd>
        <p:snd r:embed="rId15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Use simple bullet points and lines, with no more than two lines per bullet point if possible.</a:t>
            </a:r>
          </a:p>
          <a:p>
            <a:pPr lvl="0" rtl="1"/>
            <a:r>
              <a:rPr lang="ar"/>
              <a:t>Try to use a maximum of ten words per line. </a:t>
            </a:r>
          </a:p>
          <a:p>
            <a:pPr lvl="0" rtl="1"/>
            <a:r>
              <a:rPr lang="ar"/>
              <a:t>Set up generic formatting on this master. </a:t>
            </a:r>
          </a:p>
          <a:p>
            <a:pPr lvl="0" rtl="1"/>
            <a:r>
              <a:rPr lang="ar"/>
              <a:t>By applying this master to your slides, you’ll maintain consistent font and bullet style.</a:t>
            </a:r>
          </a:p>
          <a:p>
            <a:pPr lvl="0" rtl="1"/>
            <a:r>
              <a:rPr lang="ar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9093568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52" r:id="rId1"/>
    <p:sldLayoutId id="2147484853" r:id="rId2"/>
    <p:sldLayoutId id="2147484854" r:id="rId3"/>
    <p:sldLayoutId id="2147484855" r:id="rId4"/>
    <p:sldLayoutId id="2147484856" r:id="rId5"/>
    <p:sldLayoutId id="2147484857" r:id="rId6"/>
    <p:sldLayoutId id="2147484858" r:id="rId7"/>
    <p:sldLayoutId id="2147484859" r:id="rId8"/>
    <p:sldLayoutId id="2147484860" r:id="rId9"/>
    <p:sldLayoutId id="2147484861" r:id="rId10"/>
    <p:sldLayoutId id="2147484862" r:id="rId11"/>
    <p:sldLayoutId id="2147484863" r:id="rId12"/>
  </p:sldLayoutIdLst>
  <p:transition>
    <p:sndAc>
      <p:stSnd>
        <p:snd r:embed="rId14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Use simple bullet points and lines, with no more than two lines per bullet point if possible.</a:t>
            </a:r>
          </a:p>
          <a:p>
            <a:pPr lvl="0" rtl="1"/>
            <a:r>
              <a:rPr lang="ar"/>
              <a:t>Try to use a maximum of ten words per line. </a:t>
            </a:r>
          </a:p>
          <a:p>
            <a:pPr lvl="0" rtl="1"/>
            <a:r>
              <a:rPr lang="ar"/>
              <a:t>Set up generic formatting on this master. </a:t>
            </a:r>
          </a:p>
          <a:p>
            <a:pPr lvl="0" rtl="1"/>
            <a:r>
              <a:rPr lang="ar"/>
              <a:t>By applying this master to your slides, you’ll maintain consistent font and bullet style.</a:t>
            </a:r>
          </a:p>
          <a:p>
            <a:pPr lvl="0" rtl="1"/>
            <a:r>
              <a:rPr lang="ar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0288252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65" r:id="rId1"/>
    <p:sldLayoutId id="2147484866" r:id="rId2"/>
    <p:sldLayoutId id="2147484867" r:id="rId3"/>
    <p:sldLayoutId id="2147484868" r:id="rId4"/>
    <p:sldLayoutId id="2147484869" r:id="rId5"/>
    <p:sldLayoutId id="2147484870" r:id="rId6"/>
    <p:sldLayoutId id="2147484871" r:id="rId7"/>
    <p:sldLayoutId id="2147484872" r:id="rId8"/>
    <p:sldLayoutId id="2147484873" r:id="rId9"/>
    <p:sldLayoutId id="2147484874" r:id="rId10"/>
    <p:sldLayoutId id="2147484875" r:id="rId11"/>
    <p:sldLayoutId id="2147484876" r:id="rId12"/>
  </p:sldLayoutIdLst>
  <p:transition>
    <p:sndAc>
      <p:stSnd>
        <p:snd r:embed="rId14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Use simple bullet points and lines, with no more than two lines per bullet point if possible.</a:t>
            </a:r>
          </a:p>
          <a:p>
            <a:pPr lvl="0" rtl="1"/>
            <a:r>
              <a:rPr lang="ar"/>
              <a:t>Try to use a maximum of ten words per line. </a:t>
            </a:r>
          </a:p>
          <a:p>
            <a:pPr lvl="0" rtl="1"/>
            <a:r>
              <a:rPr lang="ar"/>
              <a:t>Set up generic formatting on this master. </a:t>
            </a:r>
          </a:p>
          <a:p>
            <a:pPr lvl="0" rtl="1"/>
            <a:r>
              <a:rPr lang="ar"/>
              <a:t>By applying this master to your slides, you’ll maintain consistent font and bullet style.</a:t>
            </a:r>
          </a:p>
          <a:p>
            <a:pPr lvl="0" rtl="1"/>
            <a:r>
              <a:rPr lang="ar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7018971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78" r:id="rId1"/>
    <p:sldLayoutId id="2147484879" r:id="rId2"/>
    <p:sldLayoutId id="2147484880" r:id="rId3"/>
    <p:sldLayoutId id="2147484881" r:id="rId4"/>
    <p:sldLayoutId id="2147484882" r:id="rId5"/>
    <p:sldLayoutId id="2147484883" r:id="rId6"/>
    <p:sldLayoutId id="2147484884" r:id="rId7"/>
    <p:sldLayoutId id="2147484885" r:id="rId8"/>
    <p:sldLayoutId id="2147484886" r:id="rId9"/>
    <p:sldLayoutId id="2147484887" r:id="rId10"/>
    <p:sldLayoutId id="2147484888" r:id="rId11"/>
    <p:sldLayoutId id="2147484889" r:id="rId12"/>
  </p:sldLayoutIdLst>
  <p:transition>
    <p:sndAc>
      <p:stSnd>
        <p:snd r:embed="rId14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Use simple bullet points and lines, with no more than two lines per bullet point if possible.</a:t>
            </a:r>
          </a:p>
          <a:p>
            <a:pPr lvl="0" rtl="1"/>
            <a:r>
              <a:rPr lang="ar"/>
              <a:t>Try to use a maximum of ten words per line. </a:t>
            </a:r>
          </a:p>
          <a:p>
            <a:pPr lvl="0" rtl="1"/>
            <a:r>
              <a:rPr lang="ar"/>
              <a:t>Set up generic formatting on this master. </a:t>
            </a:r>
          </a:p>
          <a:p>
            <a:pPr lvl="0" rtl="1"/>
            <a:r>
              <a:rPr lang="ar"/>
              <a:t>By applying this master to your slides, you’ll maintain consistent font and bullet style.</a:t>
            </a:r>
          </a:p>
          <a:p>
            <a:pPr lvl="0" rtl="1"/>
            <a:r>
              <a:rPr lang="ar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824710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91" r:id="rId1"/>
    <p:sldLayoutId id="2147484892" r:id="rId2"/>
    <p:sldLayoutId id="2147484893" r:id="rId3"/>
    <p:sldLayoutId id="2147484894" r:id="rId4"/>
    <p:sldLayoutId id="2147484895" r:id="rId5"/>
    <p:sldLayoutId id="2147484896" r:id="rId6"/>
    <p:sldLayoutId id="2147484897" r:id="rId7"/>
    <p:sldLayoutId id="2147484898" r:id="rId8"/>
    <p:sldLayoutId id="2147484899" r:id="rId9"/>
    <p:sldLayoutId id="2147484900" r:id="rId10"/>
    <p:sldLayoutId id="2147484901" r:id="rId11"/>
    <p:sldLayoutId id="2147484902" r:id="rId12"/>
  </p:sldLayoutIdLst>
  <p:transition>
    <p:sndAc>
      <p:stSnd>
        <p:snd r:embed="rId14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Use simple bullet points and lines, with no more than two lines per bullet point if possible.</a:t>
            </a:r>
          </a:p>
          <a:p>
            <a:pPr lvl="0" rtl="1"/>
            <a:r>
              <a:rPr lang="ar"/>
              <a:t>Try to use a maximum of ten words per line. </a:t>
            </a:r>
          </a:p>
          <a:p>
            <a:pPr lvl="0" rtl="1"/>
            <a:r>
              <a:rPr lang="ar"/>
              <a:t>Set up generic formatting on this master. </a:t>
            </a:r>
          </a:p>
          <a:p>
            <a:pPr lvl="0" rtl="1"/>
            <a:r>
              <a:rPr lang="ar"/>
              <a:t>By applying this master to your slides, you’ll maintain consistent font and bullet style.</a:t>
            </a:r>
          </a:p>
          <a:p>
            <a:pPr lvl="0" rtl="1"/>
            <a:r>
              <a:rPr lang="ar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3103220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04" r:id="rId1"/>
    <p:sldLayoutId id="2147484905" r:id="rId2"/>
    <p:sldLayoutId id="2147484906" r:id="rId3"/>
    <p:sldLayoutId id="2147484907" r:id="rId4"/>
    <p:sldLayoutId id="2147484908" r:id="rId5"/>
    <p:sldLayoutId id="2147484909" r:id="rId6"/>
    <p:sldLayoutId id="2147484910" r:id="rId7"/>
    <p:sldLayoutId id="2147484911" r:id="rId8"/>
    <p:sldLayoutId id="2147484912" r:id="rId9"/>
    <p:sldLayoutId id="2147484913" r:id="rId10"/>
    <p:sldLayoutId id="2147484914" r:id="rId11"/>
    <p:sldLayoutId id="2147484915" r:id="rId12"/>
  </p:sldLayoutIdLst>
  <p:transition>
    <p:sndAc>
      <p:stSnd>
        <p:snd r:embed="rId14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Use simple bullet points and lines, with no more than two lines per bullet point if possible.</a:t>
            </a:r>
          </a:p>
          <a:p>
            <a:pPr lvl="0" rtl="1"/>
            <a:r>
              <a:rPr lang="ar"/>
              <a:t>Try to use a maximum of ten words per line. </a:t>
            </a:r>
          </a:p>
          <a:p>
            <a:pPr lvl="0" rtl="1"/>
            <a:r>
              <a:rPr lang="ar"/>
              <a:t>Set up generic formatting on this master. </a:t>
            </a:r>
          </a:p>
          <a:p>
            <a:pPr lvl="0" rtl="1"/>
            <a:r>
              <a:rPr lang="ar"/>
              <a:t>By applying this master to your slides, you’ll maintain consistent font and bullet style.</a:t>
            </a:r>
          </a:p>
          <a:p>
            <a:pPr lvl="0" rtl="1"/>
            <a:r>
              <a:rPr lang="ar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512674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17" r:id="rId1"/>
    <p:sldLayoutId id="2147484918" r:id="rId2"/>
    <p:sldLayoutId id="2147484919" r:id="rId3"/>
    <p:sldLayoutId id="2147484920" r:id="rId4"/>
    <p:sldLayoutId id="2147484921" r:id="rId5"/>
    <p:sldLayoutId id="2147484922" r:id="rId6"/>
    <p:sldLayoutId id="2147484923" r:id="rId7"/>
    <p:sldLayoutId id="2147484924" r:id="rId8"/>
    <p:sldLayoutId id="2147484925" r:id="rId9"/>
    <p:sldLayoutId id="2147484926" r:id="rId10"/>
    <p:sldLayoutId id="2147484927" r:id="rId11"/>
    <p:sldLayoutId id="2147484928" r:id="rId12"/>
  </p:sldLayoutIdLst>
  <p:transition>
    <p:sndAc>
      <p:stSnd>
        <p:snd r:embed="rId14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2.xml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2.xml"/><Relationship Id="rId4" Type="http://schemas.openxmlformats.org/officeDocument/2006/relationships/image" Target="../media/image13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2.xml"/><Relationship Id="rId4" Type="http://schemas.openxmlformats.org/officeDocument/2006/relationships/image" Target="../media/image14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2.xml"/><Relationship Id="rId4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2.xml"/><Relationship Id="rId4" Type="http://schemas.openxmlformats.org/officeDocument/2006/relationships/image" Target="../media/image16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2.xml"/><Relationship Id="rId4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2.xml"/><Relationship Id="rId4" Type="http://schemas.openxmlformats.org/officeDocument/2006/relationships/image" Target="../media/image18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2.xml"/><Relationship Id="rId4" Type="http://schemas.openxmlformats.org/officeDocument/2006/relationships/image" Target="../media/image19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2.xml"/><Relationship Id="rId4" Type="http://schemas.openxmlformats.org/officeDocument/2006/relationships/image" Target="../media/image20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1.xml"/><Relationship Id="rId4" Type="http://schemas.openxmlformats.org/officeDocument/2006/relationships/image" Target="../media/image21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1.xml"/><Relationship Id="rId4" Type="http://schemas.openxmlformats.org/officeDocument/2006/relationships/image" Target="../media/image22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1.xml"/><Relationship Id="rId4" Type="http://schemas.openxmlformats.org/officeDocument/2006/relationships/image" Target="../media/image23.jpe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1.xml"/><Relationship Id="rId4" Type="http://schemas.openxmlformats.org/officeDocument/2006/relationships/image" Target="../media/image24.jpe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1.xml"/><Relationship Id="rId4" Type="http://schemas.openxmlformats.org/officeDocument/2006/relationships/image" Target="../media/image2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1.xml"/><Relationship Id="rId4" Type="http://schemas.openxmlformats.org/officeDocument/2006/relationships/image" Target="../media/image2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51.xml"/><Relationship Id="rId4" Type="http://schemas.openxmlformats.org/officeDocument/2006/relationships/image" Target="../media/image27.jpe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51.xml"/><Relationship Id="rId4" Type="http://schemas.openxmlformats.org/officeDocument/2006/relationships/image" Target="../media/image28.jpe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51.xml"/><Relationship Id="rId4" Type="http://schemas.openxmlformats.org/officeDocument/2006/relationships/image" Target="../media/image29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5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86D29E0-B089-110D-BF1E-B3C37F2C37F9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 bwMode="auto">
          <a:xfrm>
            <a:off x="685800" y="2130426"/>
            <a:ext cx="7772400" cy="14700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/>
            <a:r>
              <a:rPr lang="ar" b="1">
                <a:latin typeface="Sakkal Majalla" panose="02000000000000000000" pitchFamily="2" charset="-78"/>
                <a:cs typeface="Sakkal Majalla" panose="02000000000000000000" pitchFamily="2" charset="-78"/>
              </a:rPr>
              <a:t>الوحدة 6</a:t>
            </a:r>
            <a:br>
              <a:rPr lang="en-GB" altLang="en-US" b="1" dirty="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br>
              <a:rPr lang="en-GB" altLang="en-US" b="1" dirty="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b="1">
                <a:latin typeface="Sakkal Majalla" panose="02000000000000000000" pitchFamily="2" charset="-78"/>
                <a:cs typeface="Sakkal Majalla" panose="02000000000000000000" pitchFamily="2" charset="-78"/>
              </a:rPr>
              <a:t>المواد الهندسية</a:t>
            </a:r>
            <a:br>
              <a:rPr lang="en-GB" altLang="en-US" dirty="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br>
              <a:rPr lang="en-US" altLang="en-US" dirty="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28680" name="Footer Placeholder 2">
            <a:extLst>
              <a:ext uri="{FF2B5EF4-FFF2-40B4-BE49-F238E27FC236}">
                <a16:creationId xmlns:a16="http://schemas.microsoft.com/office/drawing/2014/main" id="{250B1923-7747-07CF-317E-05CAA217CFC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0" y="6459538"/>
            <a:ext cx="9144000" cy="287337"/>
          </a:xfrm>
        </p:spPr>
        <p:txBody>
          <a:bodyPr wrap="square" rtlCol="1" anchor="t">
            <a:normAutofit lnSpcReduction="10000"/>
          </a:bodyPr>
          <a:lstStyle/>
          <a:p>
            <a:pPr algn="ctr" rtl="1">
              <a:lnSpc>
                <a:spcPct val="90000"/>
              </a:lnSpc>
              <a:spcAft>
                <a:spcPts val="600"/>
              </a:spcAft>
              <a:defRPr/>
            </a:pPr>
            <a:r>
              <a:rPr lang="ar" sz="14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© حقوق التأليف والنشر لعام 2023 محفوظة لشركة بيرسون إديوكيشن ليمتد يُسمح بالنسخ للمؤسسة المشترية فقط. 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2AA3DEE8-D09E-6534-7356-DC0F78860612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A103000360249</a:t>
            </a:r>
            <a:endParaRPr lang="ar" sz="1000" dirty="0"/>
          </a:p>
        </p:txBody>
      </p:sp>
    </p:spTree>
  </p:cSld>
  <p:clrMapOvr>
    <a:masterClrMapping/>
  </p:clrMapOvr>
  <p:transition>
    <p:sndAc>
      <p:stSnd>
        <p:snd r:embed="rId3" name="click.wav"/>
      </p:stSnd>
    </p:sndAc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2">
            <a:extLst>
              <a:ext uri="{FF2B5EF4-FFF2-40B4-BE49-F238E27FC236}">
                <a16:creationId xmlns:a16="http://schemas.microsoft.com/office/drawing/2014/main" id="{FC4F7FC9-2CE9-41A9-0CEE-4C8BD93B57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23528" y="1195388"/>
            <a:ext cx="8640960" cy="863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/>
            <a:r>
              <a:rPr lang="ar" b="1">
                <a:latin typeface="Sakkal Majalla" panose="02000000000000000000" pitchFamily="2" charset="-78"/>
                <a:cs typeface="Sakkal Majalla" panose="02000000000000000000" pitchFamily="2" charset="-78"/>
              </a:rPr>
              <a:t>المواد الهندسية</a:t>
            </a:r>
          </a:p>
        </p:txBody>
      </p:sp>
      <p:sp>
        <p:nvSpPr>
          <p:cNvPr id="30723" name="Content Placeholder 3">
            <a:extLst>
              <a:ext uri="{FF2B5EF4-FFF2-40B4-BE49-F238E27FC236}">
                <a16:creationId xmlns:a16="http://schemas.microsoft.com/office/drawing/2014/main" id="{3C79F714-332C-AB63-03D9-E6D0CAE0623F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323529" y="2636912"/>
            <a:ext cx="8424935" cy="38258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/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ستتعرف في هذه الوحدة على الأنواع المختلفة من المواد وكيف تجعلها خصائصها مناسبة للتطبيقات ضمن الهندسة.</a:t>
            </a:r>
          </a:p>
          <a:p>
            <a:pPr rtl="1"/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وستتعرف على العمليات الهندسية التي تغير خصائص المواد، وتُجري اختبارات لقياس فعالية تلك التغييرات.</a:t>
            </a:r>
          </a:p>
          <a:p>
            <a:pPr rtl="1"/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سوف تتعرف على تأثير اختيار المواد على البيئة وتقنيات الإدارة التي يمكن نشرها للحد من هذا التأثير.</a:t>
            </a:r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0DEAF601-B5CE-3026-8D41-76C3178F1E65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A103000360249</a:t>
            </a:r>
            <a:endParaRPr lang="ar" sz="1000" dirty="0"/>
          </a:p>
        </p:txBody>
      </p:sp>
    </p:spTree>
  </p:cSld>
  <p:clrMapOvr>
    <a:masterClrMapping/>
  </p:clrMapOvr>
  <p:transition>
    <p:sndAc>
      <p:stSnd>
        <p:snd r:embed="rId3" name="click.wav"/>
      </p:stSnd>
    </p:sndAc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2">
            <a:extLst>
              <a:ext uri="{FF2B5EF4-FFF2-40B4-BE49-F238E27FC236}">
                <a16:creationId xmlns:a16="http://schemas.microsoft.com/office/drawing/2014/main" id="{CD9316BF-B3CE-8341-5A0A-249747D6C6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195388"/>
            <a:ext cx="8229600" cy="863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/>
            <a:r>
              <a:rPr lang="ar" b="1">
                <a:latin typeface="Sakkal Majalla" panose="02000000000000000000" pitchFamily="2" charset="-78"/>
                <a:cs typeface="Sakkal Majalla" panose="02000000000000000000" pitchFamily="2" charset="-78"/>
              </a:rPr>
              <a:t>أهداف التعلم</a:t>
            </a:r>
            <a:endParaRPr lang="en-GB" altLang="en-US" b="1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2771" name="Content Placeholder 3">
            <a:extLst>
              <a:ext uri="{FF2B5EF4-FFF2-40B4-BE49-F238E27FC236}">
                <a16:creationId xmlns:a16="http://schemas.microsoft.com/office/drawing/2014/main" id="{44DFA49F-83B7-E61C-00EB-D6046D571A05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491061" y="2276872"/>
            <a:ext cx="7991475" cy="36099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404813" indent="-387350" defTabSz="431800" rtl="1">
              <a:buNone/>
            </a:pPr>
            <a:r>
              <a:rPr lang="ar" b="1">
                <a:latin typeface="Sakkal Majalla" panose="02000000000000000000" pitchFamily="2" charset="-78"/>
                <a:cs typeface="Sakkal Majalla" panose="02000000000000000000" pitchFamily="2" charset="-78"/>
              </a:rPr>
              <a:t>(أ)	</a:t>
            </a:r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دراسة خصائص المواد الهندسية والمعالجة الحرارية لها واختبارها</a:t>
            </a:r>
          </a:p>
          <a:p>
            <a:pPr marL="404813" indent="-404813" defTabSz="431800" rtl="1">
              <a:spcBef>
                <a:spcPts val="1200"/>
              </a:spcBef>
              <a:buNone/>
            </a:pPr>
            <a:r>
              <a:rPr lang="ar" b="1">
                <a:latin typeface="Sakkal Majalla" panose="02000000000000000000" pitchFamily="2" charset="-78"/>
                <a:cs typeface="Sakkal Majalla" panose="02000000000000000000" pitchFamily="2" charset="-78"/>
              </a:rPr>
              <a:t>(ب)	</a:t>
            </a:r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دراسة التحديد والاستخدام المستدام للمواد الهندسية وأشكال التوريد</a:t>
            </a:r>
            <a:endParaRPr lang="en-GB" altLang="en-US" b="1" dirty="0">
              <a:highlight>
                <a:srgbClr val="FFFF00"/>
              </a:highlight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defTabSz="431800" rtl="1">
              <a:spcBef>
                <a:spcPts val="1200"/>
              </a:spcBef>
              <a:buFont typeface="Wingdings" panose="05000000000000000000" pitchFamily="2" charset="2"/>
              <a:buNone/>
            </a:pPr>
            <a:br>
              <a:rPr lang="en-GB" altLang="en-US" dirty="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	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0B388C4E-E65F-8187-8C7D-1BD734AAA476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A103000360249</a:t>
            </a:r>
            <a:endParaRPr lang="ar" sz="1000" dirty="0"/>
          </a:p>
        </p:txBody>
      </p:sp>
    </p:spTree>
  </p:cSld>
  <p:clrMapOvr>
    <a:masterClrMapping/>
  </p:clrMapOvr>
  <p:transition>
    <p:sndAc>
      <p:stSnd>
        <p:snd r:embed="rId3" name="click.wav"/>
      </p:stSnd>
    </p:sndAc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2">
            <a:extLst>
              <a:ext uri="{FF2B5EF4-FFF2-40B4-BE49-F238E27FC236}">
                <a16:creationId xmlns:a16="http://schemas.microsoft.com/office/drawing/2014/main" id="{DF8F9D08-DF4C-4351-F6A0-75D9B8290D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843088"/>
            <a:ext cx="8229600" cy="5064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>
              <a:spcBef>
                <a:spcPts val="1200"/>
              </a:spcBef>
              <a:spcAft>
                <a:spcPts val="1500"/>
              </a:spcAft>
            </a:pPr>
            <a:r>
              <a:rPr lang="ar" sz="2400">
                <a:latin typeface="Sakkal Majalla" panose="02000000000000000000" pitchFamily="2" charset="-78"/>
                <a:cs typeface="Sakkal Majalla" panose="02000000000000000000" pitchFamily="2" charset="-78"/>
              </a:rPr>
              <a:t>هدف التعلم (أ)</a:t>
            </a:r>
            <a:br>
              <a:rPr lang="en-US" altLang="en-US" sz="2400" dirty="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br>
              <a:rPr lang="en-US" altLang="en-US" sz="2400" dirty="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endParaRPr lang="en-GB" altLang="en-US" sz="36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1403300" y="3714116"/>
            <a:ext cx="6769100" cy="216093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355600" rtl="1"/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خصائص واستخدامات أنواع مختلفة من المواد الهندسية </a:t>
            </a:r>
          </a:p>
          <a:p>
            <a:pPr marL="355600" rtl="1"/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المعالجة الحرارية للمواد الهندسية</a:t>
            </a:r>
          </a:p>
          <a:p>
            <a:pPr marL="355600" rtl="1"/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الاختبارات مقابل المواد الهندسية</a:t>
            </a:r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2493963"/>
            <a:ext cx="7991475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3200" b="1">
                <a:latin typeface="Sakkal Majalla" panose="02000000000000000000" pitchFamily="2" charset="-78"/>
                <a:cs typeface="Sakkal Majalla" panose="02000000000000000000" pitchFamily="2" charset="-78"/>
              </a:rPr>
              <a:t>دراسة خصائص المواد الهندسية والمعالجة الحرارية لها واختبارها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FBFB36C2-8CA1-6669-D15B-D32ADC95DFE1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A103000360249</a:t>
            </a:r>
            <a:endParaRPr lang="ar" sz="1000" dirty="0"/>
          </a:p>
        </p:txBody>
      </p:sp>
    </p:spTree>
  </p:cSld>
  <p:clrMapOvr>
    <a:masterClrMapping/>
  </p:clrMapOvr>
  <p:transition>
    <p:sndAc>
      <p:stSnd>
        <p:snd r:embed="rId3" name="click.wav"/>
      </p:stSnd>
    </p:sndAc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122359" y="2292951"/>
            <a:ext cx="8785074" cy="457250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685800" rtl="1"/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مجموعات أو تصنيفات المواد المختلفة داخل المواد الهندسية:</a:t>
            </a:r>
          </a:p>
          <a:p>
            <a:pPr marL="1076325" lvl="1" indent="-342900" defTabSz="179388" rtl="1">
              <a:buFont typeface="Courier New" panose="02070309020205020404" pitchFamily="49" charset="0"/>
              <a:buChar char="o"/>
            </a:pPr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حديدية - تحتوي على كميات كبيرة من الحديد</a:t>
            </a:r>
          </a:p>
          <a:p>
            <a:pPr marL="1076325" lvl="1" indent="-342900" defTabSz="179388" rtl="1">
              <a:buFont typeface="Courier New" panose="02070309020205020404" pitchFamily="49" charset="0"/>
              <a:buChar char="o"/>
            </a:pPr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غير حديدية - معدن نقي وخلائط معدنية منخفضة في الحديد</a:t>
            </a:r>
          </a:p>
          <a:p>
            <a:pPr marL="1076325" lvl="1" indent="-342900" defTabSz="179388" rtl="1">
              <a:buFont typeface="Courier New" panose="02070309020205020404" pitchFamily="49" charset="0"/>
              <a:buChar char="o"/>
            </a:pPr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الخلائط المعدنية الفائقة - خلائط النيكل والكوبالت</a:t>
            </a:r>
          </a:p>
          <a:p>
            <a:pPr marL="1076325" lvl="1" indent="-342900" defTabSz="179388" rtl="1">
              <a:buFont typeface="Courier New" panose="02070309020205020404" pitchFamily="49" charset="0"/>
              <a:buChar char="o"/>
            </a:pPr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السيراميك - مركبات غير عضوية وغير معدنية</a:t>
            </a:r>
          </a:p>
          <a:p>
            <a:pPr marL="1076325" lvl="1" indent="-342900" defTabSz="179388" rtl="1">
              <a:buFont typeface="Courier New" panose="02070309020205020404" pitchFamily="49" charset="0"/>
              <a:buChar char="o"/>
            </a:pPr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المواد المركبة - مزيج من مادتين أو أكثر</a:t>
            </a:r>
          </a:p>
          <a:p>
            <a:pPr marL="1076325" lvl="1" indent="-342900" defTabSz="179388" rtl="1">
              <a:buFont typeface="Courier New" panose="02070309020205020404" pitchFamily="49" charset="0"/>
              <a:buChar char="o"/>
            </a:pPr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البوليمرات - اللدائن الحرارية والبلاستيك المتصلد بالحرارة</a:t>
            </a:r>
          </a:p>
          <a:p>
            <a:pPr marL="1076325" lvl="1" indent="-342900" defTabSz="179388" rtl="1">
              <a:buFont typeface="Courier New" panose="02070309020205020404" pitchFamily="49" charset="0"/>
              <a:buChar char="o"/>
            </a:pPr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المواد الذكية - تتفاعل وتتكيف مع البيئة المحيطة بها. </a:t>
            </a:r>
          </a:p>
          <a:p>
            <a:pPr marL="1085850" lvl="1" rtl="1"/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1085850" lvl="1" rtl="1"/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685800" rtl="1"/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3600" b="1">
                <a:latin typeface="Sakkal Majalla" panose="02000000000000000000" pitchFamily="2" charset="-78"/>
                <a:cs typeface="Sakkal Majalla" panose="02000000000000000000" pitchFamily="2" charset="-78"/>
              </a:rPr>
              <a:t>أنواع المواد الهندسية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71673A74-6FBF-7D94-2E9E-C13B858D9E71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A103000360249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884549766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530" y="1052736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3600" b="1">
                <a:latin typeface="Sakkal Majalla" panose="02000000000000000000" pitchFamily="2" charset="-78"/>
                <a:cs typeface="Sakkal Majalla" panose="02000000000000000000" pitchFamily="2" charset="-78"/>
              </a:rPr>
              <a:t>مواد حديدية</a:t>
            </a:r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E3B25AFE-F729-5E6E-2C24-7DFD75AD72DF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98334154"/>
              </p:ext>
            </p:extLst>
          </p:nvPr>
        </p:nvGraphicFramePr>
        <p:xfrm>
          <a:off x="233517" y="1844824"/>
          <a:ext cx="8676964" cy="4097453"/>
        </p:xfrm>
        <a:graphic>
          <a:graphicData uri="http://schemas.openxmlformats.org/drawingml/2006/table">
            <a:tbl>
              <a:tblPr rtl="1" firstRow="1" bandRow="1">
                <a:tableStyleId>{7E9639D4-E3E2-4D34-9284-5A2195B3D0D7}</a:tableStyleId>
              </a:tblPr>
              <a:tblGrid>
                <a:gridCol w="2501209">
                  <a:extLst>
                    <a:ext uri="{9D8B030D-6E8A-4147-A177-3AD203B41FA5}">
                      <a16:colId xmlns:a16="http://schemas.microsoft.com/office/drawing/2014/main" val="4165340555"/>
                    </a:ext>
                  </a:extLst>
                </a:gridCol>
                <a:gridCol w="3518310">
                  <a:extLst>
                    <a:ext uri="{9D8B030D-6E8A-4147-A177-3AD203B41FA5}">
                      <a16:colId xmlns:a16="http://schemas.microsoft.com/office/drawing/2014/main" val="908866617"/>
                    </a:ext>
                  </a:extLst>
                </a:gridCol>
                <a:gridCol w="2657445">
                  <a:extLst>
                    <a:ext uri="{9D8B030D-6E8A-4147-A177-3AD203B41FA5}">
                      <a16:colId xmlns:a16="http://schemas.microsoft.com/office/drawing/2014/main" val="1410885879"/>
                    </a:ext>
                  </a:extLst>
                </a:gridCol>
              </a:tblGrid>
              <a:tr h="339080">
                <a:tc>
                  <a:txBody>
                    <a:bodyPr/>
                    <a:lstStyle/>
                    <a:p>
                      <a:pPr rtl="1"/>
                      <a:r>
                        <a:rPr lang="ar" sz="2000">
                          <a:solidFill>
                            <a:schemeClr val="bg1"/>
                          </a:solidFill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المادة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ar" sz="2000">
                          <a:solidFill>
                            <a:schemeClr val="bg1"/>
                          </a:solidFill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الخواص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ar" sz="2000">
                          <a:solidFill>
                            <a:schemeClr val="bg1"/>
                          </a:solidFill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التطبيق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9126608"/>
                  </a:ext>
                </a:extLst>
              </a:tr>
              <a:tr h="426700">
                <a:tc>
                  <a:txBody>
                    <a:bodyPr/>
                    <a:lstStyle/>
                    <a:p>
                      <a:pPr rtl="1"/>
                      <a:r>
                        <a:rPr lang="ar" sz="2000">
                          <a:solidFill>
                            <a:schemeClr val="tx1"/>
                          </a:solidFill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حديد نقي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ar" sz="2000">
                          <a:solidFill>
                            <a:schemeClr val="tx1"/>
                          </a:solidFill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ضعيف وناعم ومغناطيسي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ar" sz="2000">
                          <a:solidFill>
                            <a:schemeClr val="tx1"/>
                          </a:solidFill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لا يوجد استخدام تجاري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90519799"/>
                  </a:ext>
                </a:extLst>
              </a:tr>
              <a:tr h="576064">
                <a:tc>
                  <a:txBody>
                    <a:bodyPr/>
                    <a:lstStyle/>
                    <a:p>
                      <a:pPr rtl="1"/>
                      <a:r>
                        <a:rPr lang="ar" sz="2000" dirty="0">
                          <a:solidFill>
                            <a:schemeClr val="tx1"/>
                          </a:solidFill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الفولاذ منخفض الكربون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ar" sz="2000">
                          <a:solidFill>
                            <a:schemeClr val="tx1"/>
                          </a:solidFill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منخفضة التكلفة وناعمة ومغناطيسية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ar" sz="2000">
                          <a:solidFill>
                            <a:schemeClr val="tx1"/>
                          </a:solidFill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الصواميل والمسامير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53530225"/>
                  </a:ext>
                </a:extLst>
              </a:tr>
              <a:tr h="593390">
                <a:tc>
                  <a:txBody>
                    <a:bodyPr/>
                    <a:lstStyle/>
                    <a:p>
                      <a:pPr rtl="1"/>
                      <a:r>
                        <a:rPr lang="ar" sz="2000">
                          <a:solidFill>
                            <a:schemeClr val="tx1"/>
                          </a:solidFill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الفولاذ متوسط الكربون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ar" sz="2000">
                          <a:solidFill>
                            <a:schemeClr val="tx1"/>
                          </a:solidFill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قوي وصلب ومغناطيسي حديدي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ar" sz="2000">
                          <a:solidFill>
                            <a:schemeClr val="tx1"/>
                          </a:solidFill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المطارق والأزاميل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6631567"/>
                  </a:ext>
                </a:extLst>
              </a:tr>
              <a:tr h="627690">
                <a:tc>
                  <a:txBody>
                    <a:bodyPr/>
                    <a:lstStyle/>
                    <a:p>
                      <a:pPr rtl="1"/>
                      <a:r>
                        <a:rPr lang="ar" sz="2000">
                          <a:solidFill>
                            <a:schemeClr val="tx1"/>
                          </a:solidFill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الفولاذ عالي الكربون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ar" sz="2000">
                          <a:solidFill>
                            <a:schemeClr val="tx1"/>
                          </a:solidFill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صلب وقوي ومقاوم للتآكل والاهتراء ومغناطيسي حديدي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ar" sz="2000">
                          <a:solidFill>
                            <a:schemeClr val="tx1"/>
                          </a:solidFill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المبارد وقواطع الطحن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02479924"/>
                  </a:ext>
                </a:extLst>
              </a:tr>
              <a:tr h="576064">
                <a:tc>
                  <a:txBody>
                    <a:bodyPr/>
                    <a:lstStyle/>
                    <a:p>
                      <a:pPr rtl="1"/>
                      <a:r>
                        <a:rPr lang="ar" sz="2000">
                          <a:solidFill>
                            <a:schemeClr val="tx1"/>
                          </a:solidFill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الفولاذ المقاوم للصدأ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ar" sz="2000">
                          <a:solidFill>
                            <a:schemeClr val="tx1"/>
                          </a:solidFill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صلب وقوي ومقاوم للتآكل والصدأ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ar" sz="2000">
                          <a:solidFill>
                            <a:schemeClr val="tx1"/>
                          </a:solidFill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الثلاجات والدعامات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79418810"/>
                  </a:ext>
                </a:extLst>
              </a:tr>
              <a:tr h="827955">
                <a:tc>
                  <a:txBody>
                    <a:bodyPr/>
                    <a:lstStyle/>
                    <a:p>
                      <a:pPr rtl="1"/>
                      <a:r>
                        <a:rPr lang="ar" sz="2000">
                          <a:solidFill>
                            <a:schemeClr val="tx1"/>
                          </a:solidFill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حديد الزهر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ar" sz="2000">
                          <a:solidFill>
                            <a:schemeClr val="tx1"/>
                          </a:solidFill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لين ولكن قصيف، موصلية حرارية جيدة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ar" sz="2000" dirty="0">
                          <a:solidFill>
                            <a:schemeClr val="tx1"/>
                          </a:solidFill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أحواض المطبخ، براميل الغسالة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9220561"/>
                  </a:ext>
                </a:extLst>
              </a:tr>
            </a:tbl>
          </a:graphicData>
        </a:graphic>
      </p:graphicFrame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7E84FFF6-E055-CB2F-E9AE-7CF61935634B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A103000360249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4266653199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3600" b="1">
                <a:latin typeface="Sakkal Majalla" panose="02000000000000000000" pitchFamily="2" charset="-78"/>
                <a:cs typeface="Sakkal Majalla" panose="02000000000000000000" pitchFamily="2" charset="-78"/>
              </a:rPr>
              <a:t>مواد غير حديدية</a:t>
            </a:r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E3B25AFE-F729-5E6E-2C24-7DFD75AD72DF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292572329"/>
              </p:ext>
            </p:extLst>
          </p:nvPr>
        </p:nvGraphicFramePr>
        <p:xfrm>
          <a:off x="468312" y="2420888"/>
          <a:ext cx="7991475" cy="3169920"/>
        </p:xfrm>
        <a:graphic>
          <a:graphicData uri="http://schemas.openxmlformats.org/drawingml/2006/table">
            <a:tbl>
              <a:tblPr rtl="1" firstRow="1" bandRow="1">
                <a:tableStyleId>{7E9639D4-E3E2-4D34-9284-5A2195B3D0D7}</a:tableStyleId>
              </a:tblPr>
              <a:tblGrid>
                <a:gridCol w="2015579">
                  <a:extLst>
                    <a:ext uri="{9D8B030D-6E8A-4147-A177-3AD203B41FA5}">
                      <a16:colId xmlns:a16="http://schemas.microsoft.com/office/drawing/2014/main" val="4165340555"/>
                    </a:ext>
                  </a:extLst>
                </a:gridCol>
                <a:gridCol w="3312071">
                  <a:extLst>
                    <a:ext uri="{9D8B030D-6E8A-4147-A177-3AD203B41FA5}">
                      <a16:colId xmlns:a16="http://schemas.microsoft.com/office/drawing/2014/main" val="908866617"/>
                    </a:ext>
                  </a:extLst>
                </a:gridCol>
                <a:gridCol w="2663825">
                  <a:extLst>
                    <a:ext uri="{9D8B030D-6E8A-4147-A177-3AD203B41FA5}">
                      <a16:colId xmlns:a16="http://schemas.microsoft.com/office/drawing/2014/main" val="1410885879"/>
                    </a:ext>
                  </a:extLst>
                </a:gridCol>
              </a:tblGrid>
              <a:tr h="145465">
                <a:tc>
                  <a:txBody>
                    <a:bodyPr/>
                    <a:lstStyle/>
                    <a:p>
                      <a:pPr algn="l" rtl="1"/>
                      <a:r>
                        <a:rPr lang="ar" sz="2000">
                          <a:solidFill>
                            <a:schemeClr val="bg1"/>
                          </a:solidFill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المادة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1"/>
                      <a:r>
                        <a:rPr lang="ar" sz="2000">
                          <a:solidFill>
                            <a:schemeClr val="bg1"/>
                          </a:solidFill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الخواص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1"/>
                      <a:r>
                        <a:rPr lang="ar" sz="2000">
                          <a:solidFill>
                            <a:schemeClr val="bg1"/>
                          </a:solidFill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التطبيق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91266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1"/>
                      <a:r>
                        <a:rPr lang="ar" sz="2000" dirty="0">
                          <a:solidFill>
                            <a:schemeClr val="tx1"/>
                          </a:solidFill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الألومنيوم</a:t>
                      </a:r>
                      <a:endParaRPr lang="en-US" sz="2000" dirty="0">
                        <a:solidFill>
                          <a:schemeClr val="tx1"/>
                        </a:solidFill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ar" sz="2000">
                          <a:solidFill>
                            <a:schemeClr val="tx1"/>
                          </a:solidFill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خفيف الوزن وناعم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ar" sz="2000">
                          <a:solidFill>
                            <a:schemeClr val="tx1"/>
                          </a:solidFill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الاستخدامات البحرية والفضائية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905197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1"/>
                      <a:r>
                        <a:rPr lang="ar" sz="2000">
                          <a:solidFill>
                            <a:schemeClr val="tx1"/>
                          </a:solidFill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النحاس الأحمر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ar" sz="2000">
                          <a:solidFill>
                            <a:schemeClr val="tx1"/>
                          </a:solidFill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ناعم، موصل كهربائي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ar" sz="2000">
                          <a:solidFill>
                            <a:schemeClr val="tx1"/>
                          </a:solidFill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مكونات إلكترونية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535302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1"/>
                      <a:r>
                        <a:rPr lang="ar" sz="2000">
                          <a:solidFill>
                            <a:schemeClr val="tx1"/>
                          </a:solidFill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الزنك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ar" sz="2000">
                          <a:solidFill>
                            <a:schemeClr val="tx1"/>
                          </a:solidFill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يمكن أن يكون مخلوطًا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ar" sz="2000">
                          <a:solidFill>
                            <a:schemeClr val="tx1"/>
                          </a:solidFill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الصب في قوالب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66315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1"/>
                      <a:r>
                        <a:rPr lang="ar" sz="2000">
                          <a:solidFill>
                            <a:schemeClr val="tx1"/>
                          </a:solidFill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النحاس الأصفر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ar" sz="2000">
                          <a:solidFill>
                            <a:schemeClr val="tx1"/>
                          </a:solidFill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مرن للغاية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ar" sz="2000">
                          <a:solidFill>
                            <a:schemeClr val="tx1"/>
                          </a:solidFill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الصنابير والأقفال والمسامير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38491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1"/>
                      <a:r>
                        <a:rPr lang="ar" sz="2000">
                          <a:solidFill>
                            <a:schemeClr val="tx1"/>
                          </a:solidFill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الرصاص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ar" sz="2000">
                          <a:solidFill>
                            <a:schemeClr val="tx1"/>
                          </a:solidFill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ثقيل وناعم للغاية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ar" sz="2000">
                          <a:solidFill>
                            <a:schemeClr val="tx1"/>
                          </a:solidFill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بطاريات السيارات والأوزان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520965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1"/>
                      <a:r>
                        <a:rPr lang="ar" sz="2000">
                          <a:solidFill>
                            <a:schemeClr val="tx1"/>
                          </a:solidFill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التيتانيوم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ar" sz="2000">
                          <a:solidFill>
                            <a:schemeClr val="tx1"/>
                          </a:solidFill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يمكن أن يكون مخلوطًا، قوي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ar" sz="2000">
                          <a:solidFill>
                            <a:schemeClr val="tx1"/>
                          </a:solidFill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الدراجات وزراعة الأسنان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650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1"/>
                      <a:r>
                        <a:rPr lang="ar" sz="2000">
                          <a:solidFill>
                            <a:schemeClr val="tx1"/>
                          </a:solidFill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كربيد التنجستن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ar" sz="2000">
                          <a:solidFill>
                            <a:schemeClr val="tx1"/>
                          </a:solidFill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قاسي جدًا وكثيف جدًا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ar" sz="2000" dirty="0">
                          <a:solidFill>
                            <a:schemeClr val="tx1"/>
                          </a:solidFill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أدوات القطع، المجوهرات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83312181"/>
                  </a:ext>
                </a:extLst>
              </a:tr>
            </a:tbl>
          </a:graphicData>
        </a:graphic>
      </p:graphicFrame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F429AEC8-8771-DA14-2D21-E2E3F1443056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A103000360249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2087899222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3600" b="1">
                <a:latin typeface="Sakkal Majalla" panose="02000000000000000000" pitchFamily="2" charset="-78"/>
                <a:cs typeface="Sakkal Majalla" panose="02000000000000000000" pitchFamily="2" charset="-78"/>
              </a:rPr>
              <a:t>الخلائط المعدنية الفائقة</a:t>
            </a:r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E3B25AFE-F729-5E6E-2C24-7DFD75AD72DF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878715925"/>
              </p:ext>
            </p:extLst>
          </p:nvPr>
        </p:nvGraphicFramePr>
        <p:xfrm>
          <a:off x="468312" y="2195513"/>
          <a:ext cx="7991475" cy="2468880"/>
        </p:xfrm>
        <a:graphic>
          <a:graphicData uri="http://schemas.openxmlformats.org/drawingml/2006/table">
            <a:tbl>
              <a:tblPr rtl="1" firstRow="1" bandRow="1">
                <a:tableStyleId>{7E9639D4-E3E2-4D34-9284-5A2195B3D0D7}</a:tableStyleId>
              </a:tblPr>
              <a:tblGrid>
                <a:gridCol w="2663825">
                  <a:extLst>
                    <a:ext uri="{9D8B030D-6E8A-4147-A177-3AD203B41FA5}">
                      <a16:colId xmlns:a16="http://schemas.microsoft.com/office/drawing/2014/main" val="4165340555"/>
                    </a:ext>
                  </a:extLst>
                </a:gridCol>
                <a:gridCol w="2663825">
                  <a:extLst>
                    <a:ext uri="{9D8B030D-6E8A-4147-A177-3AD203B41FA5}">
                      <a16:colId xmlns:a16="http://schemas.microsoft.com/office/drawing/2014/main" val="908866617"/>
                    </a:ext>
                  </a:extLst>
                </a:gridCol>
                <a:gridCol w="2663825">
                  <a:extLst>
                    <a:ext uri="{9D8B030D-6E8A-4147-A177-3AD203B41FA5}">
                      <a16:colId xmlns:a16="http://schemas.microsoft.com/office/drawing/2014/main" val="141088587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 rtl="1"/>
                      <a:r>
                        <a:rPr lang="ar" sz="2400" dirty="0">
                          <a:solidFill>
                            <a:schemeClr val="bg1"/>
                          </a:solidFill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المادة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ar" sz="2400" dirty="0">
                          <a:solidFill>
                            <a:schemeClr val="bg1"/>
                          </a:solidFill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الخواص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ar" sz="2400" dirty="0">
                          <a:solidFill>
                            <a:schemeClr val="bg1"/>
                          </a:solidFill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التطبيق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91266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1"/>
                      <a:r>
                        <a:rPr lang="ar" sz="2400">
                          <a:solidFill>
                            <a:schemeClr val="tx1"/>
                          </a:solidFill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الخلائط المعدنية الفائقة القائمة على النيكل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ar" sz="2400">
                          <a:solidFill>
                            <a:schemeClr val="tx1"/>
                          </a:solidFill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مقاومة عالية للتآكل ودرجات الحرارة القصوى، يلزم خبرة في التعامل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ar" sz="2400">
                          <a:solidFill>
                            <a:schemeClr val="tx1"/>
                          </a:solidFill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الفضاء، التوربينات الغازية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905197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1"/>
                      <a:r>
                        <a:rPr lang="ar" sz="2400">
                          <a:solidFill>
                            <a:schemeClr val="tx1"/>
                          </a:solidFill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الخلائط المعدنية الفائقة القائمة على الكوبالت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ar" sz="2400">
                          <a:solidFill>
                            <a:schemeClr val="tx1"/>
                          </a:solidFill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مقاومة عالية للتآكل والحرارة العالية، يلزم خبرة في التعامل.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ar" sz="2400" dirty="0">
                          <a:solidFill>
                            <a:schemeClr val="tx1"/>
                          </a:solidFill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الشواحن التوربينية، الأعمدة، المراوح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53530225"/>
                  </a:ext>
                </a:extLst>
              </a:tr>
            </a:tbl>
          </a:graphicData>
        </a:graphic>
      </p:graphicFrame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A77784DA-7204-B310-30A3-87714DE51406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A103000360249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2864046407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3600" b="1">
                <a:latin typeface="Sakkal Majalla" panose="02000000000000000000" pitchFamily="2" charset="-78"/>
                <a:cs typeface="Sakkal Majalla" panose="02000000000000000000" pitchFamily="2" charset="-78"/>
              </a:rPr>
              <a:t>الخزف</a:t>
            </a:r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E3B25AFE-F729-5E6E-2C24-7DFD75AD72DF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957954506"/>
              </p:ext>
            </p:extLst>
          </p:nvPr>
        </p:nvGraphicFramePr>
        <p:xfrm>
          <a:off x="468312" y="2449592"/>
          <a:ext cx="7991475" cy="2834640"/>
        </p:xfrm>
        <a:graphic>
          <a:graphicData uri="http://schemas.openxmlformats.org/drawingml/2006/table">
            <a:tbl>
              <a:tblPr rtl="1" firstRow="1" bandRow="1">
                <a:tableStyleId>{7E9639D4-E3E2-4D34-9284-5A2195B3D0D7}</a:tableStyleId>
              </a:tblPr>
              <a:tblGrid>
                <a:gridCol w="2663651">
                  <a:extLst>
                    <a:ext uri="{9D8B030D-6E8A-4147-A177-3AD203B41FA5}">
                      <a16:colId xmlns:a16="http://schemas.microsoft.com/office/drawing/2014/main" val="4165340555"/>
                    </a:ext>
                  </a:extLst>
                </a:gridCol>
                <a:gridCol w="2663999">
                  <a:extLst>
                    <a:ext uri="{9D8B030D-6E8A-4147-A177-3AD203B41FA5}">
                      <a16:colId xmlns:a16="http://schemas.microsoft.com/office/drawing/2014/main" val="908866617"/>
                    </a:ext>
                  </a:extLst>
                </a:gridCol>
                <a:gridCol w="2663825">
                  <a:extLst>
                    <a:ext uri="{9D8B030D-6E8A-4147-A177-3AD203B41FA5}">
                      <a16:colId xmlns:a16="http://schemas.microsoft.com/office/drawing/2014/main" val="141088587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rtl="1"/>
                      <a:r>
                        <a:rPr lang="ar" sz="2400">
                          <a:solidFill>
                            <a:schemeClr val="bg1"/>
                          </a:solidFill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المادة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ar" sz="2400">
                          <a:solidFill>
                            <a:schemeClr val="bg1"/>
                          </a:solidFill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الخواص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ar" sz="2400">
                          <a:solidFill>
                            <a:schemeClr val="bg1"/>
                          </a:solidFill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التطبيق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91266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1"/>
                      <a:r>
                        <a:rPr lang="ar" sz="2400" dirty="0">
                          <a:solidFill>
                            <a:schemeClr val="tx1"/>
                          </a:solidFill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كربيد بورون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ar" sz="2400">
                          <a:solidFill>
                            <a:schemeClr val="tx1"/>
                          </a:solidFill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شديد الصلابة، خامل كيميائيًا، امتصاص عالي للنيوترونات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ar" sz="2400">
                          <a:solidFill>
                            <a:schemeClr val="tx1"/>
                          </a:solidFill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الحجب النووي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905197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1"/>
                      <a:r>
                        <a:rPr lang="ar" sz="2400">
                          <a:solidFill>
                            <a:schemeClr val="tx1"/>
                          </a:solidFill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نيتريد البورون المكعب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ar" sz="2400">
                          <a:solidFill>
                            <a:schemeClr val="tx1"/>
                          </a:solidFill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شديدة الصلابة، مقاومة عالية للتآكل والاهتراء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ar" sz="2400" dirty="0">
                          <a:solidFill>
                            <a:schemeClr val="tx1"/>
                          </a:solidFill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أدوات القطع، المواد الكاشطة، الطلاءات المقاومة للتآكل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53530225"/>
                  </a:ext>
                </a:extLst>
              </a:tr>
            </a:tbl>
          </a:graphicData>
        </a:graphic>
      </p:graphicFrame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7C6A991B-A61F-E96B-F2C0-7451E8009EF7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A103000360249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2600564642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3600" b="1">
                <a:latin typeface="Sakkal Majalla" panose="02000000000000000000" pitchFamily="2" charset="-78"/>
                <a:cs typeface="Sakkal Majalla" panose="02000000000000000000" pitchFamily="2" charset="-78"/>
              </a:rPr>
              <a:t>المواد المركبة</a:t>
            </a:r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E3B25AFE-F729-5E6E-2C24-7DFD75AD72DF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867500830"/>
              </p:ext>
            </p:extLst>
          </p:nvPr>
        </p:nvGraphicFramePr>
        <p:xfrm>
          <a:off x="396949" y="1996029"/>
          <a:ext cx="7991475" cy="3901440"/>
        </p:xfrm>
        <a:graphic>
          <a:graphicData uri="http://schemas.openxmlformats.org/drawingml/2006/table">
            <a:tbl>
              <a:tblPr rtl="1" firstRow="1" bandRow="1">
                <a:tableStyleId>{7E9639D4-E3E2-4D34-9284-5A2195B3D0D7}</a:tableStyleId>
              </a:tblPr>
              <a:tblGrid>
                <a:gridCol w="2592288">
                  <a:extLst>
                    <a:ext uri="{9D8B030D-6E8A-4147-A177-3AD203B41FA5}">
                      <a16:colId xmlns:a16="http://schemas.microsoft.com/office/drawing/2014/main" val="4165340555"/>
                    </a:ext>
                  </a:extLst>
                </a:gridCol>
                <a:gridCol w="2519635">
                  <a:extLst>
                    <a:ext uri="{9D8B030D-6E8A-4147-A177-3AD203B41FA5}">
                      <a16:colId xmlns:a16="http://schemas.microsoft.com/office/drawing/2014/main" val="908866617"/>
                    </a:ext>
                  </a:extLst>
                </a:gridCol>
                <a:gridCol w="2879552">
                  <a:extLst>
                    <a:ext uri="{9D8B030D-6E8A-4147-A177-3AD203B41FA5}">
                      <a16:colId xmlns:a16="http://schemas.microsoft.com/office/drawing/2014/main" val="141088587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rtl="1"/>
                      <a:r>
                        <a:rPr lang="ar" sz="2200">
                          <a:solidFill>
                            <a:schemeClr val="bg1"/>
                          </a:solidFill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المادة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ar" sz="2200">
                          <a:solidFill>
                            <a:schemeClr val="bg1"/>
                          </a:solidFill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الخواص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ar" sz="2200">
                          <a:solidFill>
                            <a:schemeClr val="bg1"/>
                          </a:solidFill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التطبيق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91266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1"/>
                      <a:r>
                        <a:rPr lang="ar" sz="2200" dirty="0">
                          <a:solidFill>
                            <a:schemeClr val="tx1"/>
                          </a:solidFill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الخشب الرقائقي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ar" sz="2200">
                          <a:solidFill>
                            <a:schemeClr val="tx1"/>
                          </a:solidFill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متين، قاسي، قوي، يمكن أن يكون مقاوم للماء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ar" sz="2200">
                          <a:solidFill>
                            <a:schemeClr val="tx1"/>
                          </a:solidFill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الأرضيات، دعامات الأجنحة، الأبواب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905197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1"/>
                      <a:r>
                        <a:rPr lang="ar" sz="2200">
                          <a:solidFill>
                            <a:schemeClr val="tx1"/>
                          </a:solidFill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البلاستيك المقوى بالألياف الزجاجية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ar" sz="2200">
                          <a:solidFill>
                            <a:schemeClr val="tx1"/>
                          </a:solidFill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قوي، مرن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ar" sz="2200">
                          <a:solidFill>
                            <a:schemeClr val="tx1"/>
                          </a:solidFill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الأبواب، الأسوار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535302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1"/>
                      <a:r>
                        <a:rPr lang="ar" sz="2200">
                          <a:solidFill>
                            <a:schemeClr val="tx1"/>
                          </a:solidFill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اللوح الليفي متوسط الكثافة (MDF)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ar" sz="2200">
                          <a:solidFill>
                            <a:schemeClr val="tx1"/>
                          </a:solidFill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قوي وكثيف، مقاومة منخفضة للرطوبة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ar" sz="2200">
                          <a:solidFill>
                            <a:schemeClr val="tx1"/>
                          </a:solidFill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الأثاث، تجهيزات المتاجر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66315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1"/>
                      <a:r>
                        <a:rPr lang="ar" sz="2200">
                          <a:solidFill>
                            <a:schemeClr val="tx1"/>
                          </a:solidFill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ألياف الكربون.د</a:t>
                      </a:r>
                      <a:endParaRPr lang="en-US" sz="2200" dirty="0">
                        <a:solidFill>
                          <a:schemeClr val="tx1"/>
                        </a:solidFill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ar" sz="2200">
                          <a:solidFill>
                            <a:schemeClr val="tx1"/>
                          </a:solidFill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وزن منخفض، صلب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ar" sz="2200">
                          <a:solidFill>
                            <a:schemeClr val="tx1"/>
                          </a:solidFill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ألواح أجسام سيارات السباق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40322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1"/>
                      <a:r>
                        <a:rPr lang="ar" sz="2200">
                          <a:solidFill>
                            <a:schemeClr val="tx1"/>
                          </a:solidFill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ألياف الأراميد</a:t>
                      </a:r>
                      <a:endParaRPr lang="en-US" sz="2200" dirty="0">
                        <a:solidFill>
                          <a:schemeClr val="tx1"/>
                        </a:solidFill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ar" sz="2200">
                          <a:solidFill>
                            <a:schemeClr val="tx1"/>
                          </a:solidFill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قوة شد عالية، قوية وخفيفة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ar" sz="2200" dirty="0">
                          <a:solidFill>
                            <a:schemeClr val="tx1"/>
                          </a:solidFill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أشرعة القوارب، الدروع الواقية للبدن</a:t>
                      </a:r>
                      <a:endParaRPr lang="en-US" sz="2200" dirty="0">
                        <a:solidFill>
                          <a:schemeClr val="tx1"/>
                        </a:solidFill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69568577"/>
                  </a:ext>
                </a:extLst>
              </a:tr>
            </a:tbl>
          </a:graphicData>
        </a:graphic>
      </p:graphicFrame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D4BB78B7-429A-265F-97ED-189DE293D33D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A103000360249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1878802197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3600" b="1">
                <a:latin typeface="Sakkal Majalla" panose="02000000000000000000" pitchFamily="2" charset="-78"/>
                <a:cs typeface="Sakkal Majalla" panose="02000000000000000000" pitchFamily="2" charset="-78"/>
              </a:rPr>
              <a:t>البوليمرات اللدنة الحرارية</a:t>
            </a:r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E3B25AFE-F729-5E6E-2C24-7DFD75AD72DF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19576696"/>
              </p:ext>
            </p:extLst>
          </p:nvPr>
        </p:nvGraphicFramePr>
        <p:xfrm>
          <a:off x="468957" y="1988840"/>
          <a:ext cx="7991475" cy="3688080"/>
        </p:xfrm>
        <a:graphic>
          <a:graphicData uri="http://schemas.openxmlformats.org/drawingml/2006/table">
            <a:tbl>
              <a:tblPr rtl="1" firstRow="1" bandRow="1">
                <a:tableStyleId>{7E9639D4-E3E2-4D34-9284-5A2195B3D0D7}</a:tableStyleId>
              </a:tblPr>
              <a:tblGrid>
                <a:gridCol w="2663825">
                  <a:extLst>
                    <a:ext uri="{9D8B030D-6E8A-4147-A177-3AD203B41FA5}">
                      <a16:colId xmlns:a16="http://schemas.microsoft.com/office/drawing/2014/main" val="4165340555"/>
                    </a:ext>
                  </a:extLst>
                </a:gridCol>
                <a:gridCol w="2663825">
                  <a:extLst>
                    <a:ext uri="{9D8B030D-6E8A-4147-A177-3AD203B41FA5}">
                      <a16:colId xmlns:a16="http://schemas.microsoft.com/office/drawing/2014/main" val="908866617"/>
                    </a:ext>
                  </a:extLst>
                </a:gridCol>
                <a:gridCol w="2663825">
                  <a:extLst>
                    <a:ext uri="{9D8B030D-6E8A-4147-A177-3AD203B41FA5}">
                      <a16:colId xmlns:a16="http://schemas.microsoft.com/office/drawing/2014/main" val="141088587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rtl="1"/>
                      <a:r>
                        <a:rPr lang="ar" sz="2000">
                          <a:solidFill>
                            <a:schemeClr val="bg1"/>
                          </a:solidFill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المادة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ar" sz="2000">
                          <a:solidFill>
                            <a:schemeClr val="bg1"/>
                          </a:solidFill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الخواص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ar" sz="2000">
                          <a:solidFill>
                            <a:schemeClr val="bg1"/>
                          </a:solidFill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التطبيق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91266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1"/>
                      <a:r>
                        <a:rPr lang="ar" sz="2000">
                          <a:solidFill>
                            <a:schemeClr val="tx1"/>
                          </a:solidFill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الأكريليك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ar" sz="2000">
                          <a:solidFill>
                            <a:schemeClr val="tx1"/>
                          </a:solidFill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صلب وقاسي، سهل الخدش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ar" sz="2000">
                          <a:solidFill>
                            <a:schemeClr val="tx1"/>
                          </a:solidFill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الطلاء، زجاج النافذة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905197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1"/>
                      <a:r>
                        <a:rPr lang="ar" sz="2000" dirty="0">
                          <a:solidFill>
                            <a:schemeClr val="tx1"/>
                          </a:solidFill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كلوريد متعدد الفينيل (PVC)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ar" sz="2000">
                          <a:solidFill>
                            <a:schemeClr val="tx1"/>
                          </a:solidFill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قوي، خفيف الوزن، مقاومة كيميائية جيدة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ar" sz="2000">
                          <a:solidFill>
                            <a:schemeClr val="tx1"/>
                          </a:solidFill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أنابيب الصرف، الخراطيم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535302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1"/>
                      <a:r>
                        <a:rPr lang="ar" sz="2000">
                          <a:solidFill>
                            <a:schemeClr val="tx1"/>
                          </a:solidFill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البوليثين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ar" sz="2000">
                          <a:solidFill>
                            <a:schemeClr val="tx1"/>
                          </a:solidFill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صلب، متين، مرن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ar" sz="2000">
                          <a:solidFill>
                            <a:schemeClr val="tx1"/>
                          </a:solidFill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مواد التعبئة والتغليف، أدوات المائدة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66315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1"/>
                      <a:r>
                        <a:rPr lang="ar" sz="2000">
                          <a:solidFill>
                            <a:schemeClr val="tx1"/>
                          </a:solidFill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البوليسترين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ar" sz="2000">
                          <a:solidFill>
                            <a:schemeClr val="tx1"/>
                          </a:solidFill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خفيف الوزن، صلبة، متين، ممتص للصدمات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ar" sz="2000">
                          <a:solidFill>
                            <a:schemeClr val="tx1"/>
                          </a:solidFill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التعبئة والتغليف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712954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1"/>
                      <a:r>
                        <a:rPr lang="ar" sz="2000">
                          <a:solidFill>
                            <a:schemeClr val="tx1"/>
                          </a:solidFill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النايلون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ar" sz="2000">
                          <a:solidFill>
                            <a:schemeClr val="tx1"/>
                          </a:solidFill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صلب ومقاوم للتآكل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ar" sz="2000">
                          <a:solidFill>
                            <a:schemeClr val="tx1"/>
                          </a:solidFill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المحامل، وعجلات التروس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84984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1"/>
                      <a:r>
                        <a:rPr lang="ar" sz="2000">
                          <a:solidFill>
                            <a:schemeClr val="tx1"/>
                          </a:solidFill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البولي كربونات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ar" sz="2000">
                          <a:solidFill>
                            <a:schemeClr val="tx1"/>
                          </a:solidFill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مرونة جيدة، سهلة التشكيل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ar" sz="2000" dirty="0">
                          <a:solidFill>
                            <a:schemeClr val="tx1"/>
                          </a:solidFill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المصدات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9552372"/>
                  </a:ext>
                </a:extLst>
              </a:tr>
            </a:tbl>
          </a:graphicData>
        </a:graphic>
      </p:graphicFrame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7B319474-79AB-6FA9-027E-44A877120937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A103000360249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430936024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3600" b="1">
                <a:latin typeface="Sakkal Majalla" panose="02000000000000000000" pitchFamily="2" charset="-78"/>
                <a:cs typeface="Sakkal Majalla" panose="02000000000000000000" pitchFamily="2" charset="-78"/>
              </a:rPr>
              <a:t>البوليمرات المتصلبة بالحرارة</a:t>
            </a:r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E3B25AFE-F729-5E6E-2C24-7DFD75AD72DF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365413438"/>
              </p:ext>
            </p:extLst>
          </p:nvPr>
        </p:nvGraphicFramePr>
        <p:xfrm>
          <a:off x="468312" y="2195513"/>
          <a:ext cx="7991475" cy="3139440"/>
        </p:xfrm>
        <a:graphic>
          <a:graphicData uri="http://schemas.openxmlformats.org/drawingml/2006/table">
            <a:tbl>
              <a:tblPr rtl="1" firstRow="1" bandRow="1">
                <a:tableStyleId>{7E9639D4-E3E2-4D34-9284-5A2195B3D0D7}</a:tableStyleId>
              </a:tblPr>
              <a:tblGrid>
                <a:gridCol w="2087587">
                  <a:extLst>
                    <a:ext uri="{9D8B030D-6E8A-4147-A177-3AD203B41FA5}">
                      <a16:colId xmlns:a16="http://schemas.microsoft.com/office/drawing/2014/main" val="4165340555"/>
                    </a:ext>
                  </a:extLst>
                </a:gridCol>
                <a:gridCol w="2592288">
                  <a:extLst>
                    <a:ext uri="{9D8B030D-6E8A-4147-A177-3AD203B41FA5}">
                      <a16:colId xmlns:a16="http://schemas.microsoft.com/office/drawing/2014/main" val="908866617"/>
                    </a:ext>
                  </a:extLst>
                </a:gridCol>
                <a:gridCol w="3311600">
                  <a:extLst>
                    <a:ext uri="{9D8B030D-6E8A-4147-A177-3AD203B41FA5}">
                      <a16:colId xmlns:a16="http://schemas.microsoft.com/office/drawing/2014/main" val="141088587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rtl="1"/>
                      <a:r>
                        <a:rPr lang="ar" sz="2200">
                          <a:solidFill>
                            <a:schemeClr val="bg1"/>
                          </a:solidFill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المادة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ar" sz="2200">
                          <a:solidFill>
                            <a:schemeClr val="bg1"/>
                          </a:solidFill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الخواص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ar" sz="2200">
                          <a:solidFill>
                            <a:schemeClr val="bg1"/>
                          </a:solidFill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التطبيق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91266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1"/>
                      <a:r>
                        <a:rPr lang="ar" sz="2200" dirty="0">
                          <a:solidFill>
                            <a:schemeClr val="tx1"/>
                          </a:solidFill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فورميكا®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ar" sz="2200">
                          <a:solidFill>
                            <a:schemeClr val="tx1"/>
                          </a:solidFill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قوي، يمكن تنظيفه بالمسح، مقاوم للحرارة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ar" sz="2200">
                          <a:solidFill>
                            <a:schemeClr val="tx1"/>
                          </a:solidFill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أسطح سطح العمل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905197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1"/>
                      <a:r>
                        <a:rPr lang="ar" sz="2200">
                          <a:solidFill>
                            <a:schemeClr val="tx1"/>
                          </a:solidFill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ميلامين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ar" sz="2200">
                          <a:solidFill>
                            <a:schemeClr val="tx1"/>
                          </a:solidFill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متين للغاية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ar" sz="2200">
                          <a:solidFill>
                            <a:schemeClr val="tx1"/>
                          </a:solidFill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الأثاث، أواني الطعام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535302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1"/>
                      <a:r>
                        <a:rPr lang="ar" sz="2200">
                          <a:solidFill>
                            <a:schemeClr val="tx1"/>
                          </a:solidFill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راتنج الإيبوكسي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ar" sz="2200">
                          <a:solidFill>
                            <a:schemeClr val="tx1"/>
                          </a:solidFill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صلب، مقاومة كيميائية وكهربائية جيدة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ar" sz="2200">
                          <a:solidFill>
                            <a:schemeClr val="tx1"/>
                          </a:solidFill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المواد اللاصقة، الربط، الدهانات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66315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1"/>
                      <a:r>
                        <a:rPr lang="ar" sz="2200">
                          <a:solidFill>
                            <a:schemeClr val="tx1"/>
                          </a:solidFill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راتنج البوليستر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ar" sz="2200">
                          <a:solidFill>
                            <a:schemeClr val="tx1"/>
                          </a:solidFill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صلب، متين، مقاومة كيميائية جيدة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ar" sz="2200" dirty="0">
                          <a:solidFill>
                            <a:schemeClr val="tx1"/>
                          </a:solidFill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ربط المواد والصب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09030925"/>
                  </a:ext>
                </a:extLst>
              </a:tr>
            </a:tbl>
          </a:graphicData>
        </a:graphic>
      </p:graphicFrame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D1ED6112-02DA-00CD-F8D8-FFCC2000FD30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A103000360249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3550313108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3600" b="1">
                <a:latin typeface="Sakkal Majalla" panose="02000000000000000000" pitchFamily="2" charset="-78"/>
                <a:cs typeface="Sakkal Majalla" panose="02000000000000000000" pitchFamily="2" charset="-78"/>
              </a:rPr>
              <a:t>مواد ذكية.</a:t>
            </a:r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E3B25AFE-F729-5E6E-2C24-7DFD75AD72DF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823002079"/>
              </p:ext>
            </p:extLst>
          </p:nvPr>
        </p:nvGraphicFramePr>
        <p:xfrm>
          <a:off x="612268" y="1916832"/>
          <a:ext cx="7991475" cy="2519680"/>
        </p:xfrm>
        <a:graphic>
          <a:graphicData uri="http://schemas.openxmlformats.org/drawingml/2006/table">
            <a:tbl>
              <a:tblPr rtl="1" firstRow="1" bandRow="1">
                <a:tableStyleId>{7E9639D4-E3E2-4D34-9284-5A2195B3D0D7}</a:tableStyleId>
              </a:tblPr>
              <a:tblGrid>
                <a:gridCol w="2015579">
                  <a:extLst>
                    <a:ext uri="{9D8B030D-6E8A-4147-A177-3AD203B41FA5}">
                      <a16:colId xmlns:a16="http://schemas.microsoft.com/office/drawing/2014/main" val="4165340555"/>
                    </a:ext>
                  </a:extLst>
                </a:gridCol>
                <a:gridCol w="3312368">
                  <a:extLst>
                    <a:ext uri="{9D8B030D-6E8A-4147-A177-3AD203B41FA5}">
                      <a16:colId xmlns:a16="http://schemas.microsoft.com/office/drawing/2014/main" val="908866617"/>
                    </a:ext>
                  </a:extLst>
                </a:gridCol>
                <a:gridCol w="2663528">
                  <a:extLst>
                    <a:ext uri="{9D8B030D-6E8A-4147-A177-3AD203B41FA5}">
                      <a16:colId xmlns:a16="http://schemas.microsoft.com/office/drawing/2014/main" val="141088587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rtl="1"/>
                      <a:r>
                        <a:rPr lang="ar" sz="2000">
                          <a:solidFill>
                            <a:schemeClr val="bg1"/>
                          </a:solidFill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المادة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ar" sz="2000">
                          <a:solidFill>
                            <a:schemeClr val="bg1"/>
                          </a:solidFill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الخواص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ar" sz="2000">
                          <a:solidFill>
                            <a:schemeClr val="bg1"/>
                          </a:solidFill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التطبيق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91266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1"/>
                      <a:r>
                        <a:rPr lang="ar" sz="1800" dirty="0">
                          <a:solidFill>
                            <a:schemeClr val="tx1"/>
                          </a:solidFill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الخلائط المتذكرة للشكل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ar" sz="1800">
                          <a:solidFill>
                            <a:schemeClr val="tx1"/>
                          </a:solidFill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تغيير الشكل بالضغط، والعودة إلى الشكل الأصلي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ar" sz="1800">
                          <a:solidFill>
                            <a:schemeClr val="tx1"/>
                          </a:solidFill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أجهزة استشعار درجة الحرارة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905197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1"/>
                      <a:r>
                        <a:rPr lang="ar" sz="1800">
                          <a:solidFill>
                            <a:schemeClr val="tx1"/>
                          </a:solidFill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بوليمرات متذكرة للشكل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ar" sz="1800">
                          <a:solidFill>
                            <a:schemeClr val="tx1"/>
                          </a:solidFill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تغيير الشكل بالضغط، والعودة إلى الشكل الأصلي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ar" sz="1800">
                          <a:solidFill>
                            <a:schemeClr val="tx1"/>
                          </a:solidFill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الدعامات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535302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1"/>
                      <a:r>
                        <a:rPr lang="ar" sz="1800">
                          <a:solidFill>
                            <a:schemeClr val="tx1"/>
                          </a:solidFill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كهروكرومي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ar" sz="1800">
                          <a:solidFill>
                            <a:schemeClr val="tx1"/>
                          </a:solidFill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نحيفة، موصلية كهربائية، تغيير اللون أو الشفافية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ar" sz="1800">
                          <a:solidFill>
                            <a:schemeClr val="tx1"/>
                          </a:solidFill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زجاج ذكي، نوافذ ذكية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66315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1"/>
                      <a:r>
                        <a:rPr lang="ar" sz="1800">
                          <a:solidFill>
                            <a:schemeClr val="tx1"/>
                          </a:solidFill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كهرباء انضغاطية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ar" sz="1800">
                          <a:solidFill>
                            <a:schemeClr val="tx1"/>
                          </a:solidFill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قوة تشكل شحنة كهربائية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ar" sz="1800">
                          <a:solidFill>
                            <a:schemeClr val="tx1"/>
                          </a:solidFill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الماسحات الضوئية، الميكروفونات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078660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1"/>
                      <a:r>
                        <a:rPr lang="ar" sz="1800">
                          <a:solidFill>
                            <a:schemeClr val="tx1"/>
                          </a:solidFill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مركب النفق الكمي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ar" sz="1800">
                          <a:solidFill>
                            <a:schemeClr val="tx1"/>
                          </a:solidFill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مرن، قابل للتعديل، عازل وموصل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ar" sz="1800" dirty="0">
                          <a:solidFill>
                            <a:schemeClr val="tx1"/>
                          </a:solidFill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مفاتيح الغشاء/الضغط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14798302"/>
                  </a:ext>
                </a:extLst>
              </a:tr>
            </a:tbl>
          </a:graphicData>
        </a:graphic>
      </p:graphicFrame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1CBE06E4-50ED-3294-9828-4BB3A153DC6B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A103000360249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4173804118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122359" y="2292951"/>
            <a:ext cx="8785074" cy="457250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685800" rtl="1"/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تُستخدم مع المواد الحديدية لتغيير الخصائص</a:t>
            </a:r>
          </a:p>
          <a:p>
            <a:pPr marL="685800" rtl="1"/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تعتمد على وقت معين ودرجة حرارة وتبريد لتكون فعالة</a:t>
            </a:r>
          </a:p>
          <a:p>
            <a:pPr marL="685800" rtl="1"/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التلدين</a:t>
            </a:r>
          </a:p>
          <a:p>
            <a:pPr marL="685800" rtl="1"/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التطبيع</a:t>
            </a:r>
          </a:p>
          <a:p>
            <a:pPr marL="685800" rtl="1"/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التقسية</a:t>
            </a:r>
          </a:p>
          <a:p>
            <a:pPr marL="685800" rtl="1"/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المرونة</a:t>
            </a:r>
          </a:p>
          <a:p>
            <a:pPr marL="685800" rtl="1"/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تقسية المعادن</a:t>
            </a:r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685800" rtl="1"/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3600" b="1">
                <a:latin typeface="Sakkal Majalla" panose="02000000000000000000" pitchFamily="2" charset="-78"/>
                <a:cs typeface="Sakkal Majalla" panose="02000000000000000000" pitchFamily="2" charset="-78"/>
              </a:rPr>
              <a:t>المعالجة الحرارية للمواد (1)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834BF65F-28BB-5735-69A3-95C70DBEED62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A103000360249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588061878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195200"/>
            <a:ext cx="8229600" cy="86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  <a:norm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>
              <a:spcAft>
                <a:spcPts val="600"/>
              </a:spcAft>
            </a:pPr>
            <a:r>
              <a:rPr lang="ar" sz="3600" b="1">
                <a:solidFill>
                  <a:schemeClr val="tx2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المعالجة الحرارية للمواد (2)</a:t>
            </a:r>
          </a:p>
        </p:txBody>
      </p:sp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4648199" y="2196001"/>
            <a:ext cx="4027487" cy="40241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/>
          </a:bodyPr>
          <a:lstStyle/>
          <a:p>
            <a:pPr indent="0" rtl="1">
              <a:buNone/>
            </a:pPr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التلدين يزيل الإجهادات الداخلية:</a:t>
            </a:r>
          </a:p>
          <a:p>
            <a:pPr marL="685800" rtl="1"/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لجعل المعدن أكثر نعومة وأكثر ليونة</a:t>
            </a:r>
          </a:p>
          <a:p>
            <a:pPr marL="685800" rtl="1"/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لاستخدامات الصفائح المعدنية</a:t>
            </a:r>
          </a:p>
          <a:p>
            <a:pPr marL="685800" rtl="1"/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تُستخدم في إنتاج الفولاذ المجلفن.</a:t>
            </a:r>
          </a:p>
          <a:p>
            <a:pPr marL="685800" rtl="1"/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EE3C9729-4201-6830-367D-F8964332F6A7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A103000360249</a:t>
            </a:r>
            <a:endParaRPr lang="ar" sz="1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682F573-8F91-748D-7611-3E6935278DAD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3927" y="2708920"/>
            <a:ext cx="4139952" cy="2759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2734535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195200"/>
            <a:ext cx="8229600" cy="86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  <a:norm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>
              <a:spcAft>
                <a:spcPts val="600"/>
              </a:spcAft>
            </a:pPr>
            <a:r>
              <a:rPr lang="ar" sz="3600" b="1">
                <a:solidFill>
                  <a:schemeClr val="tx2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المعالجة الحرارية للمواد (3)</a:t>
            </a:r>
          </a:p>
        </p:txBody>
      </p:sp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468312" y="2196001"/>
            <a:ext cx="4027488" cy="40241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/>
          </a:bodyPr>
          <a:lstStyle/>
          <a:p>
            <a:pPr marL="803275" indent="-355600" rtl="1"/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يزيد التصلب من الصلابة ولكنه يقلل من المتانة. </a:t>
            </a:r>
          </a:p>
          <a:p>
            <a:pPr marL="803275" lvl="1" indent="-355600" rtl="1"/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تستخدم في أدوات مثل المثقاب والخرامات المركزية.</a:t>
            </a:r>
          </a:p>
          <a:p>
            <a:pPr marL="803275" lvl="1" indent="-355600" rtl="1"/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يتطلب التقسية بعد التصلب.</a:t>
            </a:r>
          </a:p>
          <a:p>
            <a:pPr marL="685800" rtl="1"/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F4D6D2-A77A-8C5A-1CAC-18C9F9CDD1F6}"/>
              </a:ext>
            </a:extLst>
          </p:cNvPr>
          <p:cNvSpPr txBox="1"/>
          <p:nvPr/>
        </p:nvSpPr>
        <p:spPr>
          <a:xfrm>
            <a:off x="3076663" y="5574268"/>
            <a:ext cx="4375657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rtl="1"/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الخرامة المركزية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F1179A37-1595-45AD-8EF2-3CC983135DA0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A103000360249</a:t>
            </a:r>
            <a:endParaRPr lang="ar" sz="1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C36D7BB-DD20-1AA3-88F3-AE286F42024B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56042" y="2319221"/>
            <a:ext cx="4388782" cy="2937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6358627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195200"/>
            <a:ext cx="8229600" cy="86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  <a:norm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>
              <a:spcAft>
                <a:spcPts val="600"/>
              </a:spcAft>
            </a:pPr>
            <a:r>
              <a:rPr lang="ar" sz="3600" b="1">
                <a:solidFill>
                  <a:schemeClr val="tx2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المعالجة الحرارية للمواد (4)</a:t>
            </a:r>
          </a:p>
        </p:txBody>
      </p:sp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4648199" y="2196001"/>
            <a:ext cx="4027487" cy="40241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/>
          </a:bodyPr>
          <a:lstStyle/>
          <a:p>
            <a:pPr marL="355600" rtl="1"/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تشمل التقسية تسخين وتبريد الحديد أو الفولاذ.</a:t>
            </a:r>
          </a:p>
          <a:p>
            <a:pPr marL="355600" rtl="1"/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تجعله أكثر صلابة وقوة.</a:t>
            </a:r>
          </a:p>
          <a:p>
            <a:pPr marL="355600" rtl="1"/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للاستخدام في الفولاذ والأدوات الإنشائية.</a:t>
            </a:r>
          </a:p>
          <a:p>
            <a:pPr marL="685800" rtl="1"/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074CA0-D828-3FDC-8C54-3FDC39B7C4CA}"/>
              </a:ext>
            </a:extLst>
          </p:cNvPr>
          <p:cNvSpPr txBox="1"/>
          <p:nvPr/>
        </p:nvSpPr>
        <p:spPr>
          <a:xfrm>
            <a:off x="559297" y="5013176"/>
            <a:ext cx="3220615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rtl="1"/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ألواح من الزجاج المقسى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A9F674C5-8859-776E-C06C-9283B473349B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A103000360249</a:t>
            </a:r>
            <a:endParaRPr lang="ar" sz="1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DEBEA21-CB94-D62D-F080-4547D916ADFD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1560" y="2348880"/>
            <a:ext cx="3793265" cy="2529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4955199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195200"/>
            <a:ext cx="8229600" cy="86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  <a:norm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>
              <a:spcAft>
                <a:spcPts val="600"/>
              </a:spcAft>
            </a:pPr>
            <a:r>
              <a:rPr lang="ar" sz="3600" b="1">
                <a:solidFill>
                  <a:schemeClr val="tx2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المعالجة الحرارية للمواد (5)</a:t>
            </a:r>
          </a:p>
        </p:txBody>
      </p:sp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251520" y="2196001"/>
            <a:ext cx="4244280" cy="40241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/>
          </a:bodyPr>
          <a:lstStyle/>
          <a:p>
            <a:pPr marL="355600" rtl="1"/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يضيف تصلب الغلاف طبقة صلبة إلى الفولاذ الكربوني الناعم</a:t>
            </a:r>
          </a:p>
          <a:p>
            <a:pPr marL="355600" rtl="1"/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يقوي الطبقة الخارجية من الفولاذ عالي الكربون</a:t>
            </a:r>
          </a:p>
          <a:p>
            <a:pPr marL="355600" rtl="1"/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القسم الداخلي أكثر مرونة مما يسمح للسطح الخارجي بمقاومة التآكل والجزء الداخلي للصدمات</a:t>
            </a:r>
          </a:p>
          <a:p>
            <a:pPr marL="355600" rtl="1"/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تستخدم في علب تروس المركبات والتروس والأعمدة</a:t>
            </a:r>
          </a:p>
          <a:p>
            <a:pPr marL="685800" rtl="1"/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89D0F0-A68C-87EC-9395-9A3EFA62BFA6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95800" y="2348880"/>
            <a:ext cx="4495800" cy="2986935"/>
          </a:xfrm>
          <a:prstGeom prst="rect">
            <a:avLst/>
          </a:prstGeom>
        </p:spPr>
      </p:pic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E44724AE-208A-B7FF-E9F6-0ECFD002D729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A103000360249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96734689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195200"/>
            <a:ext cx="8229600" cy="86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  <a:norm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>
              <a:spcAft>
                <a:spcPts val="600"/>
              </a:spcAft>
            </a:pPr>
            <a:r>
              <a:rPr lang="ar" sz="3600" b="1">
                <a:solidFill>
                  <a:schemeClr val="tx2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اختبار المواد (1)</a:t>
            </a:r>
          </a:p>
        </p:txBody>
      </p:sp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4648199" y="2196001"/>
            <a:ext cx="4027487" cy="40241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/>
          </a:bodyPr>
          <a:lstStyle/>
          <a:p>
            <a:pPr marL="355600" rtl="1"/>
            <a:r>
              <a:rPr lang="ar" b="1">
                <a:latin typeface="Sakkal Majalla" panose="02000000000000000000" pitchFamily="2" charset="-78"/>
                <a:cs typeface="Sakkal Majalla" panose="02000000000000000000" pitchFamily="2" charset="-78"/>
              </a:rPr>
              <a:t>اختبار الشد/الليونة </a:t>
            </a:r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يؤكد القوة والليونة.</a:t>
            </a:r>
          </a:p>
          <a:p>
            <a:pPr marL="355600" rtl="1"/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يتم تثبيت العينة على شكل قضيب في أحد الطرفين، ويتم تطبيق الحمل على الطرف الآخر، ويتم زيادتها حتى تتشوه أو تنكسر.</a:t>
            </a:r>
          </a:p>
          <a:p>
            <a:pPr marL="685800" rtl="1"/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685800" rtl="1"/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C8D29DF-926E-E80E-B123-86815E1AFFE0}"/>
              </a:ext>
            </a:extLst>
          </p:cNvPr>
          <p:cNvSpPr txBox="1"/>
          <p:nvPr/>
        </p:nvSpPr>
        <p:spPr>
          <a:xfrm>
            <a:off x="1149910" y="6083300"/>
            <a:ext cx="2664296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rtl="1"/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آلة اختبار الشد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BC502E-AB53-66BB-3391-402952FEBB15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4298" y="3140968"/>
            <a:ext cx="4103686" cy="2739428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1F7F9C1-668F-2A48-EBE0-D013DE9D29CB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A103000360249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3334105948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195200"/>
            <a:ext cx="8229600" cy="86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  <a:norm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>
              <a:spcAft>
                <a:spcPts val="600"/>
              </a:spcAft>
            </a:pPr>
            <a:r>
              <a:rPr lang="ar" sz="3600" b="1">
                <a:solidFill>
                  <a:schemeClr val="tx2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اختبار المواد (2)</a:t>
            </a:r>
          </a:p>
        </p:txBody>
      </p:sp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4495800" y="1916832"/>
            <a:ext cx="4324672" cy="40241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/>
          </a:bodyPr>
          <a:lstStyle/>
          <a:p>
            <a:pPr marL="355600" rtl="1"/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يقيس </a:t>
            </a:r>
            <a:r>
              <a:rPr lang="ar" b="1">
                <a:latin typeface="Sakkal Majalla" panose="02000000000000000000" pitchFamily="2" charset="-78"/>
                <a:cs typeface="Sakkal Majalla" panose="02000000000000000000" pitchFamily="2" charset="-78"/>
              </a:rPr>
              <a:t>اختبار قوة القص</a:t>
            </a:r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 القوة المطلوبة لقص مادة حول مخطط.</a:t>
            </a:r>
          </a:p>
          <a:p>
            <a:pPr marL="355600" rtl="1"/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تزداد القوة المطبقة على الحافة اليمنى العليا من المادة، والقوة المعاكسة المطبقة على الحافة اليسرى السفلية للمادة، حتى يتم قص المواد. </a:t>
            </a:r>
          </a:p>
          <a:p>
            <a:pPr marL="685800" rtl="1"/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685800" rtl="1"/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5BB1BD9-818B-0998-6A05-7F51065C2981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6698" y="3429000"/>
            <a:ext cx="4005262" cy="2833687"/>
          </a:xfrm>
          <a:prstGeom prst="rect">
            <a:avLst/>
          </a:prstGeom>
        </p:spPr>
      </p:pic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748E554D-B0F2-D9C5-4A22-FEC391F1E5D1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A103000360249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119958295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195200"/>
            <a:ext cx="8229600" cy="86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  <a:norm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>
              <a:spcAft>
                <a:spcPts val="600"/>
              </a:spcAft>
            </a:pPr>
            <a:r>
              <a:rPr lang="ar" sz="3600" b="1">
                <a:solidFill>
                  <a:schemeClr val="tx2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اختبار المواد (3)</a:t>
            </a:r>
          </a:p>
        </p:txBody>
      </p:sp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4648199" y="2196001"/>
            <a:ext cx="4027487" cy="40241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/>
          </a:bodyPr>
          <a:lstStyle/>
          <a:p>
            <a:pPr marL="355600" rtl="1"/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يقيس </a:t>
            </a:r>
            <a:r>
              <a:rPr lang="ar" b="1">
                <a:latin typeface="Sakkal Majalla" panose="02000000000000000000" pitchFamily="2" charset="-78"/>
                <a:cs typeface="Sakkal Majalla" panose="02000000000000000000" pitchFamily="2" charset="-78"/>
              </a:rPr>
              <a:t>اختبار الصلابة</a:t>
            </a:r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 مدى صلابة المادة.</a:t>
            </a:r>
          </a:p>
          <a:p>
            <a:pPr marL="355600" rtl="1"/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يتضمن الضغط على مثلم بحجم محدد في سطح المادة.</a:t>
            </a:r>
          </a:p>
          <a:p>
            <a:pPr marL="355600" rtl="1"/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يتم قياس المسافة البادئة اليسرى لإعطاء مؤشر أو صلابة.</a:t>
            </a:r>
          </a:p>
          <a:p>
            <a:pPr marL="685800" rtl="1"/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ED09901-433C-8F94-ACA8-DBA5167ED190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1600" y="2194081"/>
            <a:ext cx="2664296" cy="4003970"/>
          </a:xfrm>
          <a:prstGeom prst="rect">
            <a:avLst/>
          </a:prstGeom>
        </p:spPr>
      </p:pic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25131E3F-2B83-01EC-0B8F-901E81F2FE3A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A103000360249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1473235118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195200"/>
            <a:ext cx="8229600" cy="86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  <a:norm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>
              <a:spcAft>
                <a:spcPts val="600"/>
              </a:spcAft>
            </a:pPr>
            <a:r>
              <a:rPr lang="ar" sz="3600" b="1">
                <a:solidFill>
                  <a:schemeClr val="tx2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اختبار المواد (4)</a:t>
            </a:r>
          </a:p>
        </p:txBody>
      </p:sp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4648199" y="2196001"/>
            <a:ext cx="4027487" cy="40241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/>
          </a:bodyPr>
          <a:lstStyle/>
          <a:p>
            <a:pPr marL="355600" rtl="1"/>
            <a:r>
              <a:rPr lang="ar" b="1">
                <a:latin typeface="Sakkal Majalla" panose="02000000000000000000" pitchFamily="2" charset="-78"/>
                <a:cs typeface="Sakkal Majalla" panose="02000000000000000000" pitchFamily="2" charset="-78"/>
              </a:rPr>
              <a:t>اختبار الارتطام</a:t>
            </a:r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 هو مقياس لامتصاص الطاقة لمادة ما عند ضربها. </a:t>
            </a:r>
          </a:p>
          <a:p>
            <a:pPr marL="355600" rtl="1"/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يتضمن ضرب المادة بوزن ثابت من ارتفاع معين.</a:t>
            </a:r>
          </a:p>
          <a:p>
            <a:pPr marL="355600" rtl="1"/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يتم قياس حجم وتأثيرات الارتطام.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66641A5-8E8E-5D6F-7905-3F321ADAEB30}"/>
              </a:ext>
            </a:extLst>
          </p:cNvPr>
          <p:cNvSpPr txBox="1"/>
          <p:nvPr/>
        </p:nvSpPr>
        <p:spPr>
          <a:xfrm>
            <a:off x="611560" y="5763739"/>
            <a:ext cx="3528392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/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آلة اختبار الارتطام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E893CDF-69AC-3121-2E15-1A048127AD42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A103000360249</a:t>
            </a:r>
            <a:endParaRPr lang="ar" sz="1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AA0BFC5-8F2F-7FFA-9757-4C16D2DECDDD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6191" y="2450448"/>
            <a:ext cx="4143886" cy="2953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1163753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195200"/>
            <a:ext cx="8229600" cy="86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  <a:norm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>
              <a:spcAft>
                <a:spcPts val="600"/>
              </a:spcAft>
            </a:pPr>
            <a:r>
              <a:rPr lang="ar" sz="3600" b="1">
                <a:solidFill>
                  <a:schemeClr val="tx2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اختبار المواد (5</a:t>
            </a:r>
            <a:r>
              <a:rPr lang="ar" sz="4400" b="1">
                <a:solidFill>
                  <a:schemeClr val="tx2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)</a:t>
            </a:r>
          </a:p>
        </p:txBody>
      </p:sp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4648199" y="2196001"/>
            <a:ext cx="4027487" cy="40241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/>
          </a:bodyPr>
          <a:lstStyle/>
          <a:p>
            <a:pPr marL="355600" rtl="1"/>
            <a:r>
              <a:rPr lang="ar" b="1">
                <a:latin typeface="Sakkal Majalla" panose="02000000000000000000" pitchFamily="2" charset="-78"/>
                <a:cs typeface="Sakkal Majalla" panose="02000000000000000000" pitchFamily="2" charset="-78"/>
              </a:rPr>
              <a:t>اختبار صلابة الانحناء</a:t>
            </a:r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 يقيس المقاومة ضد انحناء المادة.</a:t>
            </a:r>
          </a:p>
          <a:p>
            <a:pPr marL="355600" rtl="1"/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يتم تثبيت المواد بين نقطتين وحنيهما بقوة.</a:t>
            </a:r>
          </a:p>
          <a:p>
            <a:pPr marL="355600" rtl="1"/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يتم قياس الانحراف كنتيجة للاختبار.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693E6D1-FCC1-DC0F-264C-5A4036EF0144}"/>
              </a:ext>
            </a:extLst>
          </p:cNvPr>
          <p:cNvSpPr txBox="1"/>
          <p:nvPr/>
        </p:nvSpPr>
        <p:spPr>
          <a:xfrm>
            <a:off x="611560" y="5763739"/>
            <a:ext cx="3528392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/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آلة الانحناء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A75E9A0-39C3-A19E-A181-990F4E928726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A103000360249</a:t>
            </a:r>
            <a:endParaRPr lang="ar" sz="1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9405383-B57C-AD74-FEB6-63016B896962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4513" y="2546987"/>
            <a:ext cx="4027487" cy="3020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11806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2">
            <a:extLst>
              <a:ext uri="{FF2B5EF4-FFF2-40B4-BE49-F238E27FC236}">
                <a16:creationId xmlns:a16="http://schemas.microsoft.com/office/drawing/2014/main" id="{DF8F9D08-DF4C-4351-F6A0-75D9B8290D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843088"/>
            <a:ext cx="8229600" cy="5064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>
              <a:spcBef>
                <a:spcPts val="1200"/>
              </a:spcBef>
              <a:spcAft>
                <a:spcPts val="1500"/>
              </a:spcAft>
            </a:pPr>
            <a:r>
              <a:rPr lang="ar" sz="2400">
                <a:latin typeface="Sakkal Majalla" panose="02000000000000000000" pitchFamily="2" charset="-78"/>
                <a:cs typeface="Sakkal Majalla" panose="02000000000000000000" pitchFamily="2" charset="-78"/>
              </a:rPr>
              <a:t>هدف التعلم (ب)</a:t>
            </a:r>
            <a:br>
              <a:rPr lang="en-US" altLang="en-US" sz="2400" dirty="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br>
              <a:rPr lang="en-US" altLang="en-US" sz="2400" dirty="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endParaRPr lang="en-GB" altLang="en-US" sz="36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1150938" y="4077072"/>
            <a:ext cx="6769100" cy="216093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685800" rtl="1"/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تحديد المواد للأنشطة والمنتجات الهندسية</a:t>
            </a:r>
          </a:p>
          <a:p>
            <a:pPr marL="685800" rtl="1"/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الاستخدام المستدام للمواد</a:t>
            </a:r>
          </a:p>
          <a:p>
            <a:pPr marL="685800" rtl="1"/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دراسة أشكال التوريد</a:t>
            </a:r>
          </a:p>
          <a:p>
            <a:pPr marL="685800" rtl="1"/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indent="0" rtl="1">
              <a:buNone/>
            </a:pPr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2493963"/>
            <a:ext cx="7991475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32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دراسة التحديد والاستخدام المستدام للمواد </a:t>
            </a:r>
            <a:br>
              <a:rPr lang="en-US" sz="3200" b="1" dirty="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sz="32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الهندسية وأشكال التوريد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E832A34B-26CF-2056-C01C-3A54D46935D6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A103000360249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2804255594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5076057" y="2292951"/>
            <a:ext cx="3672407" cy="457250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indent="0" rtl="1">
              <a:buNone/>
            </a:pPr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None/>
            </a:pPr>
            <a:r>
              <a:rPr lang="ar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تصميم دعامة الجسر</a:t>
            </a:r>
          </a:p>
          <a:p>
            <a:pPr marL="0" indent="0" rtl="1">
              <a:buNone/>
            </a:pPr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المتطلبات:</a:t>
            </a:r>
          </a:p>
          <a:p>
            <a:pPr marL="355600" rtl="1"/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غير مكلف في الإنتاج</a:t>
            </a:r>
          </a:p>
          <a:p>
            <a:pPr marL="355600" rtl="1"/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من السهل تشغيله آليًا </a:t>
            </a:r>
          </a:p>
          <a:p>
            <a:pPr marL="355600" rtl="1"/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صلبة ومقاومة انضغاط عالية.</a:t>
            </a:r>
          </a:p>
          <a:p>
            <a:pPr marL="685800" rtl="1"/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algn="ctr" rtl="1">
              <a:buNone/>
            </a:pPr>
            <a:r>
              <a:rPr lang="ar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يتطلب الفولاذ</a:t>
            </a:r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3600" b="1">
                <a:latin typeface="Sakkal Majalla" panose="02000000000000000000" pitchFamily="2" charset="-78"/>
                <a:cs typeface="Sakkal Majalla" panose="02000000000000000000" pitchFamily="2" charset="-78"/>
              </a:rPr>
              <a:t>تحديد المواد للأنشطة الهندسية (1)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7F59CD1-C9D4-7384-CD7B-6C1EB0B52A99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1888" y="2780928"/>
            <a:ext cx="4320480" cy="2880320"/>
          </a:xfrm>
          <a:prstGeom prst="rect">
            <a:avLst/>
          </a:prstGeom>
        </p:spPr>
      </p:pic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2444764B-9972-7D4A-EACA-92B65344A550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A103000360249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3135037056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5119326" y="2276364"/>
            <a:ext cx="3803346" cy="457250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0" indent="0" rtl="1">
              <a:buNone/>
            </a:pPr>
            <a:r>
              <a:rPr lang="ar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بناء حاوية شحن</a:t>
            </a:r>
            <a:r>
              <a:rPr lang="en-US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 </a:t>
            </a:r>
            <a:endParaRPr lang="ar" b="1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None/>
            </a:pPr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المتطلبات:</a:t>
            </a:r>
          </a:p>
          <a:p>
            <a:pPr marL="355600" rtl="1"/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مقاومة انضغاط عالية</a:t>
            </a:r>
          </a:p>
          <a:p>
            <a:pPr marL="355600" rtl="1"/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رخيصة وسهلة التصنيع</a:t>
            </a:r>
          </a:p>
          <a:p>
            <a:pPr marL="355600" rtl="1"/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مقاومة عالية للتآكل.</a:t>
            </a:r>
          </a:p>
          <a:p>
            <a:pPr marL="0" indent="0" algn="ctr" rtl="1">
              <a:buNone/>
            </a:pPr>
            <a:endParaRPr lang="en-GB" altLang="en-US" b="1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algn="ctr" rtl="1">
              <a:buNone/>
            </a:pPr>
            <a:r>
              <a:rPr lang="ar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يتطلب الفولاذ</a:t>
            </a:r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3600" b="1">
                <a:latin typeface="Sakkal Majalla" panose="02000000000000000000" pitchFamily="2" charset="-78"/>
                <a:cs typeface="Sakkal Majalla" panose="02000000000000000000" pitchFamily="2" charset="-78"/>
              </a:rPr>
              <a:t>تحديد المواد للأنشطة الهندسية (2)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A552214-7916-0166-EEE0-BC80B9364FDD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3568" y="2636912"/>
            <a:ext cx="4435758" cy="2712837"/>
          </a:xfrm>
          <a:prstGeom prst="rect">
            <a:avLst/>
          </a:prstGeom>
        </p:spPr>
      </p:pic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52F5E91E-05D0-9F98-3B97-C6DAA8F1A7E0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A103000360249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2231037599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4445128" y="2555776"/>
            <a:ext cx="4355975" cy="457250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0" indent="0" rtl="1">
              <a:buNone/>
            </a:pPr>
            <a:r>
              <a:rPr lang="ar" b="1">
                <a:latin typeface="Sakkal Majalla" panose="02000000000000000000" pitchFamily="2" charset="-78"/>
                <a:cs typeface="Sakkal Majalla" panose="02000000000000000000" pitchFamily="2" charset="-78"/>
              </a:rPr>
              <a:t>المشتت الحراري في ليزر أشباه الموصلات</a:t>
            </a:r>
          </a:p>
          <a:p>
            <a:pPr marL="0" indent="0" rtl="1">
              <a:buNone/>
            </a:pPr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المتطلبات:</a:t>
            </a:r>
          </a:p>
          <a:p>
            <a:pPr rtl="1"/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عازل</a:t>
            </a:r>
          </a:p>
          <a:p>
            <a:pPr rtl="1"/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خفيف جدًا</a:t>
            </a:r>
          </a:p>
          <a:p>
            <a:pPr rtl="1"/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موصلية حرارية عالية.</a:t>
            </a:r>
          </a:p>
          <a:p>
            <a:pPr indent="0" algn="ctr" rtl="1">
              <a:buNone/>
            </a:pPr>
            <a:endParaRPr lang="en-GB" altLang="en-US" b="1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indent="0" algn="ctr" rtl="1">
              <a:buNone/>
            </a:pPr>
            <a:r>
              <a:rPr lang="ar" b="1">
                <a:latin typeface="Sakkal Majalla" panose="02000000000000000000" pitchFamily="2" charset="-78"/>
                <a:cs typeface="Sakkal Majalla" panose="02000000000000000000" pitchFamily="2" charset="-78"/>
              </a:rPr>
              <a:t>يتطلب نيتريد البورون المكعب</a:t>
            </a:r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3600" b="1">
                <a:latin typeface="Sakkal Majalla" panose="02000000000000000000" pitchFamily="2" charset="-78"/>
                <a:cs typeface="Sakkal Majalla" panose="02000000000000000000" pitchFamily="2" charset="-78"/>
              </a:rPr>
              <a:t>تحديد المواد للأنشطة الهندسية (3)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1D787C-73F1-456A-742B-DD9B6C9D16C9}"/>
              </a:ext>
            </a:extLst>
          </p:cNvPr>
          <p:cNvSpPr txBox="1"/>
          <p:nvPr/>
        </p:nvSpPr>
        <p:spPr>
          <a:xfrm>
            <a:off x="323529" y="5842510"/>
            <a:ext cx="3744415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/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تستخدم مؤشرات الليزر ليزر أشباه الموصلات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AE94F4F7-4C0B-A867-C24E-6AF941EBF355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A103000360249</a:t>
            </a:r>
            <a:endParaRPr lang="ar" sz="1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7503E94-2597-559F-6386-AEA54ED418C2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5576" y="2265039"/>
            <a:ext cx="3420720" cy="3420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9881968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4932040" y="2330380"/>
            <a:ext cx="3946048" cy="457250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0" indent="0" rtl="1">
              <a:buNone/>
            </a:pPr>
            <a:r>
              <a:rPr lang="ar" b="1">
                <a:latin typeface="Sakkal Majalla" panose="02000000000000000000" pitchFamily="2" charset="-78"/>
                <a:cs typeface="Sakkal Majalla" panose="02000000000000000000" pitchFamily="2" charset="-78"/>
              </a:rPr>
              <a:t>تشغيل ترس في محرك</a:t>
            </a:r>
          </a:p>
          <a:p>
            <a:pPr marL="0" indent="0" rtl="1">
              <a:buNone/>
            </a:pPr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المتطلبات:</a:t>
            </a:r>
          </a:p>
          <a:p>
            <a:pPr marL="355600" rtl="1"/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صلب ومقاومة انضغاط عالية</a:t>
            </a:r>
          </a:p>
          <a:p>
            <a:pPr marL="355600" rtl="1"/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رخيص</a:t>
            </a:r>
          </a:p>
          <a:p>
            <a:pPr marL="355600" rtl="1"/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سهل التصنيع</a:t>
            </a:r>
          </a:p>
          <a:p>
            <a:pPr indent="0" algn="ctr" rtl="1">
              <a:buNone/>
            </a:pPr>
            <a:endParaRPr lang="en-GB" altLang="en-US" b="1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algn="ctr" rtl="1">
              <a:buNone/>
            </a:pPr>
            <a:r>
              <a:rPr lang="ar" b="1">
                <a:latin typeface="Sakkal Majalla" panose="02000000000000000000" pitchFamily="2" charset="-78"/>
                <a:cs typeface="Sakkal Majalla" panose="02000000000000000000" pitchFamily="2" charset="-78"/>
              </a:rPr>
              <a:t>يتطلب فولاذ عالي الكربون</a:t>
            </a:r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3600" b="1">
                <a:latin typeface="Sakkal Majalla" panose="02000000000000000000" pitchFamily="2" charset="-78"/>
                <a:cs typeface="Sakkal Majalla" panose="02000000000000000000" pitchFamily="2" charset="-78"/>
              </a:rPr>
              <a:t>تحديد المواد للأنشطة الهندسية (4)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49123A1-7013-6145-CDEE-6DD2B6B0623F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5616" y="2132856"/>
            <a:ext cx="2648525" cy="3968474"/>
          </a:xfrm>
          <a:prstGeom prst="rect">
            <a:avLst/>
          </a:prstGeom>
        </p:spPr>
      </p:pic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FFE66911-D2C0-4073-641D-68C91A8E1959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A103000360249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3444627597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3989804" y="2492896"/>
            <a:ext cx="4788023" cy="457250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0" indent="0" rtl="1">
              <a:buNone/>
            </a:pPr>
            <a:r>
              <a:rPr lang="ar" b="1">
                <a:latin typeface="Sakkal Majalla" panose="02000000000000000000" pitchFamily="2" charset="-78"/>
                <a:cs typeface="Sakkal Majalla" panose="02000000000000000000" pitchFamily="2" charset="-78"/>
              </a:rPr>
              <a:t>صيانة واستبدال مخمدات امتصاص الصدمات في السيارة</a:t>
            </a:r>
          </a:p>
          <a:p>
            <a:pPr marL="0" indent="0" rtl="1">
              <a:buNone/>
            </a:pPr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المتطلبات:</a:t>
            </a:r>
          </a:p>
          <a:p>
            <a:pPr marL="355600" rtl="1"/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مرنة </a:t>
            </a:r>
          </a:p>
          <a:p>
            <a:pPr marL="355600" rtl="1"/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مرونة جيدة.</a:t>
            </a:r>
          </a:p>
          <a:p>
            <a:pPr indent="0" algn="ctr" rtl="1">
              <a:buNone/>
            </a:pPr>
            <a:endParaRPr lang="en-GB" altLang="en-US" b="1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indent="0" algn="ctr" rtl="1">
              <a:buNone/>
            </a:pPr>
            <a:r>
              <a:rPr lang="ar" b="1">
                <a:latin typeface="Sakkal Majalla" panose="02000000000000000000" pitchFamily="2" charset="-78"/>
                <a:cs typeface="Sakkal Majalla" panose="02000000000000000000" pitchFamily="2" charset="-78"/>
              </a:rPr>
              <a:t>تتطلب المطاط</a:t>
            </a:r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3600" b="1">
                <a:latin typeface="Sakkal Majalla" panose="02000000000000000000" pitchFamily="2" charset="-78"/>
                <a:cs typeface="Sakkal Majalla" panose="02000000000000000000" pitchFamily="2" charset="-78"/>
              </a:rPr>
              <a:t>تحديد المواد للأنشطة الهندسية (5)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14D35F3-EC93-FEA5-F7EE-2D154F21F53A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6173" y="2996952"/>
            <a:ext cx="4107408" cy="3080556"/>
          </a:xfrm>
          <a:prstGeom prst="rect">
            <a:avLst/>
          </a:prstGeom>
        </p:spPr>
      </p:pic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1A994022-D81F-D000-27AB-39795737E443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A103000360249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2615614203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3600" b="1">
                <a:latin typeface="Sakkal Majalla" panose="02000000000000000000" pitchFamily="2" charset="-78"/>
                <a:cs typeface="Sakkal Majalla" panose="02000000000000000000" pitchFamily="2" charset="-78"/>
              </a:rPr>
              <a:t>تحديد المواد للمنتج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D7B60173-8033-801A-32A4-C4390D0CC7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153851" y="2195513"/>
            <a:ext cx="4738628" cy="3609975"/>
          </a:xfrm>
        </p:spPr>
        <p:txBody>
          <a:bodyPr rtlCol="1"/>
          <a:lstStyle/>
          <a:p>
            <a:pPr rtl="1"/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عجلات (فولاذ)</a:t>
            </a:r>
          </a:p>
          <a:p>
            <a:pPr lvl="1" indent="-387350" rtl="1">
              <a:buFont typeface="Courier New" panose="02070309020205020404" pitchFamily="49" charset="0"/>
              <a:buChar char="o"/>
            </a:pPr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رخيصة، مقاومة انضغاط عالية، صلبة</a:t>
            </a:r>
          </a:p>
          <a:p>
            <a:pPr rtl="1"/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الإطارات (المطاط)</a:t>
            </a:r>
          </a:p>
          <a:p>
            <a:pPr lvl="1" indent="-387350" rtl="1">
              <a:buFont typeface="Courier New" panose="02070309020205020404" pitchFamily="49" charset="0"/>
              <a:buChar char="o"/>
            </a:pPr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مرنة</a:t>
            </a:r>
          </a:p>
          <a:p>
            <a:pPr rtl="1"/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الهيكل (خلائط الألومنيوم)</a:t>
            </a:r>
          </a:p>
          <a:p>
            <a:pPr lvl="1" indent="-387350" rtl="1">
              <a:buFont typeface="Courier New" panose="02070309020205020404" pitchFamily="49" charset="0"/>
              <a:buChar char="o"/>
            </a:pPr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قوي ومرن</a:t>
            </a:r>
          </a:p>
          <a:p>
            <a:pPr rtl="1"/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مقعد (بولي كربونات)</a:t>
            </a:r>
          </a:p>
          <a:p>
            <a:pPr lvl="1" indent="-387350" rtl="1">
              <a:buFont typeface="Courier New" panose="02070309020205020404" pitchFamily="49" charset="0"/>
              <a:buChar char="o"/>
            </a:pPr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قوي، قابل للتشكيل</a:t>
            </a:r>
            <a:endParaRPr 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4E26A97-DB03-51D7-524B-27EF4649C58B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9552" y="3212976"/>
            <a:ext cx="4289177" cy="2727549"/>
          </a:xfrm>
          <a:prstGeom prst="rect">
            <a:avLst/>
          </a:prstGeom>
        </p:spPr>
      </p:pic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93DF59B8-D8C0-55E1-6299-B01B48425E15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A103000360249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4047624323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3600" b="1">
                <a:latin typeface="Sakkal Majalla" panose="02000000000000000000" pitchFamily="2" charset="-78"/>
                <a:cs typeface="Sakkal Majalla" panose="02000000000000000000" pitchFamily="2" charset="-78"/>
              </a:rPr>
              <a:t>الاستخدام المستدام للمواد (1)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D7B60173-8033-801A-32A4-C4390D0CC7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60032" y="1912044"/>
            <a:ext cx="4176463" cy="3898007"/>
          </a:xfrm>
        </p:spPr>
        <p:txBody>
          <a:bodyPr rtlCol="1"/>
          <a:lstStyle/>
          <a:p>
            <a:pPr rtl="1"/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يجب مراعاة ذلك عند استخراج ومعالجة المواد الخام.</a:t>
            </a:r>
          </a:p>
          <a:p>
            <a:pPr rtl="1"/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تعتبر الخامات والمعادن والزيوت موارد محدودة.</a:t>
            </a:r>
          </a:p>
          <a:p>
            <a:pPr rtl="1"/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التأثير الضار على البيئة وموائل الكائنات الحية بسبب المحاجر والتعدين وقطع الأشجار.</a:t>
            </a:r>
          </a:p>
          <a:p>
            <a:pPr rtl="1"/>
            <a:endParaRPr 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/>
            <a:endParaRPr 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2BACAD7-90A0-79F2-CE85-761E230A4076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529" y="2546157"/>
            <a:ext cx="4351859" cy="3263894"/>
          </a:xfrm>
          <a:prstGeom prst="rect">
            <a:avLst/>
          </a:prstGeom>
        </p:spPr>
      </p:pic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B0EF4257-D7CA-36FF-CF0C-A3EB4633AA54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A103000360249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1732792372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3600" b="1">
                <a:latin typeface="Sakkal Majalla" panose="02000000000000000000" pitchFamily="2" charset="-78"/>
                <a:cs typeface="Sakkal Majalla" panose="02000000000000000000" pitchFamily="2" charset="-78"/>
              </a:rPr>
              <a:t>الاستخدام المستدام للمواد (2)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D7B60173-8033-801A-32A4-C4390D0CC7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76056" y="1912044"/>
            <a:ext cx="3960439" cy="4613300"/>
          </a:xfrm>
        </p:spPr>
        <p:txBody>
          <a:bodyPr rtlCol="1"/>
          <a:lstStyle/>
          <a:p>
            <a:pPr rtl="1"/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تؤثر المواد الكيميائية التي يحتمل أن تتغير بسرعة (متقلبة) على الغلاف الجوي والبيئة.</a:t>
            </a:r>
          </a:p>
          <a:p>
            <a:pPr rtl="1"/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المواد الكيميائية الأقل عرضة للتغير السريع (منخفضة التقلب) تقلل من هذا التأثير.</a:t>
            </a:r>
          </a:p>
          <a:p>
            <a:pPr rtl="1"/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الدهانات أو المذيبات أو المنتجات الخشبية الأقل تلويثًا.</a:t>
            </a:r>
            <a:endParaRPr 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/>
            <a:endParaRPr 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/>
            <a:endParaRPr 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1A8AEE6-1F57-02DD-5B84-7DBB584AEEED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8842" y="2457774"/>
            <a:ext cx="4787214" cy="3203474"/>
          </a:xfrm>
          <a:prstGeom prst="rect">
            <a:avLst/>
          </a:prstGeom>
        </p:spPr>
      </p:pic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22F00B03-04B4-6AB6-3302-2B264721C6B8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A103000360249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3821830225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3600" b="1">
                <a:latin typeface="Sakkal Majalla" panose="02000000000000000000" pitchFamily="2" charset="-78"/>
                <a:cs typeface="Sakkal Majalla" panose="02000000000000000000" pitchFamily="2" charset="-78"/>
              </a:rPr>
              <a:t>العناصر الثلاثة وإدارة النفايات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D7B60173-8033-801A-32A4-C4390D0CC7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0" y="1912044"/>
            <a:ext cx="4464495" cy="4685308"/>
          </a:xfrm>
        </p:spPr>
        <p:txBody>
          <a:bodyPr rtlCol="1"/>
          <a:lstStyle/>
          <a:p>
            <a:pPr rtl="1"/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إدارة النفايات مطلوبة لحماية البيئة ومواردها وطاقتها.</a:t>
            </a:r>
          </a:p>
          <a:p>
            <a:pPr rtl="1"/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تقليل النفايات المنتجة واستخدام مواد أقل.</a:t>
            </a:r>
          </a:p>
          <a:p>
            <a:pPr rtl="1"/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إعادة استخدام المنتجات والمواد حيثما أمكن ذلك.</a:t>
            </a:r>
          </a:p>
          <a:p>
            <a:pPr rtl="1"/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إعادة تدوير المنتجات أو استخدام المواد المعاد تدويرها.</a:t>
            </a:r>
          </a:p>
          <a:p>
            <a:pPr rtl="1"/>
            <a:endParaRPr 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/>
            <a:endParaRPr 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/>
            <a:endParaRPr 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EF9C62-3134-747E-5C0F-D420EB195B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8210" y="2708920"/>
            <a:ext cx="3333750" cy="3314700"/>
          </a:xfrm>
          <a:prstGeom prst="rect">
            <a:avLst/>
          </a:prstGeom>
        </p:spPr>
      </p:pic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213E6E4C-6CBB-3606-7663-3F0402549318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A103000360249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3011365317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3600" b="1">
                <a:latin typeface="Sakkal Majalla" panose="02000000000000000000" pitchFamily="2" charset="-78"/>
                <a:cs typeface="Sakkal Majalla" panose="02000000000000000000" pitchFamily="2" charset="-78"/>
              </a:rPr>
              <a:t>أشكال توريد المواد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D7B60173-8033-801A-32A4-C4390D0CC7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51520" y="1988468"/>
            <a:ext cx="8712966" cy="864096"/>
          </a:xfrm>
        </p:spPr>
        <p:txBody>
          <a:bodyPr rtlCol="1"/>
          <a:lstStyle/>
          <a:p>
            <a:pPr rtl="1"/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يؤدي تحديد الشكل الصحيح للتوريد إلى تقليل وقت التشغيل الآلي والمعالجة والتكاليف، ويقلل من الفاقد</a:t>
            </a:r>
          </a:p>
          <a:p>
            <a:pPr rtl="1"/>
            <a:endParaRPr 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/>
            <a:endParaRPr 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/>
            <a:endParaRPr 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/>
            <a:endParaRPr 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graphicFrame>
        <p:nvGraphicFramePr>
          <p:cNvPr id="2" name="Table 3">
            <a:extLst>
              <a:ext uri="{FF2B5EF4-FFF2-40B4-BE49-F238E27FC236}">
                <a16:creationId xmlns:a16="http://schemas.microsoft.com/office/drawing/2014/main" id="{159D5E72-5EDA-8443-33B2-7D3426C4A6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9277236"/>
              </p:ext>
            </p:extLst>
          </p:nvPr>
        </p:nvGraphicFramePr>
        <p:xfrm>
          <a:off x="323529" y="2996580"/>
          <a:ext cx="8352927" cy="3126492"/>
        </p:xfrm>
        <a:graphic>
          <a:graphicData uri="http://schemas.openxmlformats.org/drawingml/2006/table">
            <a:tbl>
              <a:tblPr rtl="1" firstRow="1" bandRow="1">
                <a:tableStyleId>{7E9639D4-E3E2-4D34-9284-5A2195B3D0D7}</a:tableStyleId>
              </a:tblPr>
              <a:tblGrid>
                <a:gridCol w="2088232">
                  <a:extLst>
                    <a:ext uri="{9D8B030D-6E8A-4147-A177-3AD203B41FA5}">
                      <a16:colId xmlns:a16="http://schemas.microsoft.com/office/drawing/2014/main" val="2630083205"/>
                    </a:ext>
                  </a:extLst>
                </a:gridCol>
                <a:gridCol w="6264695">
                  <a:extLst>
                    <a:ext uri="{9D8B030D-6E8A-4147-A177-3AD203B41FA5}">
                      <a16:colId xmlns:a16="http://schemas.microsoft.com/office/drawing/2014/main" val="1181956837"/>
                    </a:ext>
                  </a:extLst>
                </a:gridCol>
              </a:tblGrid>
              <a:tr h="338688">
                <a:tc>
                  <a:txBody>
                    <a:bodyPr/>
                    <a:lstStyle/>
                    <a:p>
                      <a:pPr algn="r" rtl="1"/>
                      <a:r>
                        <a:rPr lang="ar" sz="2000">
                          <a:solidFill>
                            <a:schemeClr val="bg1"/>
                          </a:solidFill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المواد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ar" sz="2000">
                          <a:solidFill>
                            <a:schemeClr val="bg1"/>
                          </a:solidFill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الشكل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9702326"/>
                  </a:ext>
                </a:extLst>
              </a:tr>
              <a:tr h="442724">
                <a:tc>
                  <a:txBody>
                    <a:bodyPr/>
                    <a:lstStyle/>
                    <a:p>
                      <a:pPr algn="r" rtl="1"/>
                      <a:r>
                        <a:rPr lang="ar" sz="2000" dirty="0">
                          <a:solidFill>
                            <a:schemeClr val="tx1"/>
                          </a:solidFill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المعادن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ar" sz="2000">
                          <a:solidFill>
                            <a:schemeClr val="tx1"/>
                          </a:solidFill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مخزون القضبان، مواد الألواح، الأنابيب/الإطارات الداخلية، الأسلاك، الألواح، المقاطع الفولاذية المدرفلة، الضواغط، المسبوكات، السبائك، المطروقات، نواتج البثق.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14300228"/>
                  </a:ext>
                </a:extLst>
              </a:tr>
              <a:tr h="539080">
                <a:tc>
                  <a:txBody>
                    <a:bodyPr/>
                    <a:lstStyle/>
                    <a:p>
                      <a:pPr algn="r" rtl="1"/>
                      <a:r>
                        <a:rPr lang="ar" sz="2000">
                          <a:solidFill>
                            <a:schemeClr val="tx1"/>
                          </a:solidFill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البوليمرات</a:t>
                      </a:r>
                      <a:br>
                        <a:rPr lang="en-US" sz="2000" dirty="0">
                          <a:solidFill>
                            <a:schemeClr val="tx1"/>
                          </a:solidFill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</a:br>
                      <a:r>
                        <a:rPr lang="ar" sz="2000">
                          <a:solidFill>
                            <a:schemeClr val="tx1"/>
                          </a:solidFill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المواد المركبة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ar" sz="2000">
                          <a:solidFill>
                            <a:schemeClr val="tx1"/>
                          </a:solidFill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الألواح، الأنابيب/الإطارات الداخلية، القوالب، المساحيق، الحبيبات، الراتنجات، الشرائط الرقيقة.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82158425"/>
                  </a:ext>
                </a:extLst>
              </a:tr>
              <a:tr h="442724">
                <a:tc>
                  <a:txBody>
                    <a:bodyPr/>
                    <a:lstStyle/>
                    <a:p>
                      <a:pPr marL="0" algn="r" defTabSz="914400" rtl="1" eaLnBrk="1" latinLnBrk="0" hangingPunct="1"/>
                      <a:r>
                        <a:rPr lang="ar" sz="2000" b="1" kern="1200">
                          <a:solidFill>
                            <a:schemeClr val="bg1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الخاصية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1" eaLnBrk="1" latinLnBrk="0" hangingPunct="1"/>
                      <a:r>
                        <a:rPr lang="ar" sz="2000" b="1" kern="1200">
                          <a:solidFill>
                            <a:schemeClr val="bg1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الشكل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7717822"/>
                  </a:ext>
                </a:extLst>
              </a:tr>
              <a:tr h="442724">
                <a:tc>
                  <a:txBody>
                    <a:bodyPr/>
                    <a:lstStyle/>
                    <a:p>
                      <a:pPr algn="r" rtl="1"/>
                      <a:r>
                        <a:rPr lang="ar" sz="2000">
                          <a:solidFill>
                            <a:schemeClr val="tx1"/>
                          </a:solidFill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الحجم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ar" sz="2000">
                          <a:solidFill>
                            <a:schemeClr val="tx1"/>
                          </a:solidFill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الأقطار والسمك والقياس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06329482"/>
                  </a:ext>
                </a:extLst>
              </a:tr>
              <a:tr h="442724">
                <a:tc>
                  <a:txBody>
                    <a:bodyPr/>
                    <a:lstStyle/>
                    <a:p>
                      <a:pPr algn="r" rtl="1"/>
                      <a:r>
                        <a:rPr lang="ar" sz="2000">
                          <a:solidFill>
                            <a:schemeClr val="tx1"/>
                          </a:solidFill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تشطيب السطح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ar" sz="2000" dirty="0">
                          <a:solidFill>
                            <a:schemeClr val="tx1"/>
                          </a:solidFill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مسحوب لامع، مسحوب على البارد، مطلي، مطلي بالمسحوق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57823321"/>
                  </a:ext>
                </a:extLst>
              </a:tr>
            </a:tbl>
          </a:graphicData>
        </a:graphic>
      </p:graphicFrame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14C649C-0720-D1FF-2CC7-4C806CE66CF3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A103000360249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736856030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theme/theme1.xml><?xml version="1.0" encoding="utf-8"?>
<a:theme xmlns:a="http://schemas.openxmlformats.org/drawingml/2006/main" name="1_Information Technology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2_Construction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3_Business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4_Engineering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5_Art and Design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6_Hospitality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7_Agriculture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8_Travel and Tourism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9.xml><?xml version="1.0" encoding="utf-8"?>
<a:theme xmlns:a="http://schemas.openxmlformats.org/drawingml/2006/main" name="9_Creative Media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0.xml><?xml version="1.0" encoding="utf-8"?>
<a:theme xmlns:a="http://schemas.openxmlformats.org/drawingml/2006/main" name="10_Beauty Therapy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1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7012c9df-7563-46f6-96ee-cebd66fd5577" xsi:nil="true"/>
    <lcf76f155ced4ddcb4097134ff3c332f xmlns="f63d1639-2e8e-4dfe-b2d4-ff2deac92409">
      <Terms xmlns="http://schemas.microsoft.com/office/infopath/2007/PartnerControls"/>
    </lcf76f155ced4ddcb4097134ff3c332f>
    <_Flow_SignoffStatus xmlns="f63d1639-2e8e-4dfe-b2d4-ff2deac92409" xsi:nil="true"/>
    <AdditionalInfo xmlns="f63d1639-2e8e-4dfe-b2d4-ff2deac92409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1F2AC0EC27FF3458662E003F8FEC281" ma:contentTypeVersion="20" ma:contentTypeDescription="Create a new document." ma:contentTypeScope="" ma:versionID="7d267daa26e24eee3a5f4b0eb9224b47">
  <xsd:schema xmlns:xsd="http://www.w3.org/2001/XMLSchema" xmlns:xs="http://www.w3.org/2001/XMLSchema" xmlns:p="http://schemas.microsoft.com/office/2006/metadata/properties" xmlns:ns2="f63d1639-2e8e-4dfe-b2d4-ff2deac92409" xmlns:ns3="7012c9df-7563-46f6-96ee-cebd66fd5577" targetNamespace="http://schemas.microsoft.com/office/2006/metadata/properties" ma:root="true" ma:fieldsID="144a094b618d5dc1a3294a7bede64c09" ns2:_="" ns3:_="">
    <xsd:import namespace="f63d1639-2e8e-4dfe-b2d4-ff2deac92409"/>
    <xsd:import namespace="7012c9df-7563-46f6-96ee-cebd66fd557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ObjectDetectorVersions" minOccurs="0"/>
                <xsd:element ref="ns2:_Flow_SignoffStatus" minOccurs="0"/>
                <xsd:element ref="ns2:MediaServiceSearchProperties" minOccurs="0"/>
                <xsd:element ref="ns2:AdditionalInfo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63d1639-2e8e-4dfe-b2d4-ff2deac9240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46342d94-4a90-4c9b-8c88-cb4c8647e98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3" nillable="true" ma:displayName="Location" ma:internalName="MediaServiceLocation" ma:readOnly="true">
      <xsd:simpleType>
        <xsd:restriction base="dms:Text"/>
      </xsd:simple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_Flow_SignoffStatus" ma:index="25" nillable="true" ma:displayName="Sign-off status" ma:internalName="Sign_x002d_off_x0020_status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AdditionalInfo" ma:index="27" nillable="true" ma:displayName="Additional Info" ma:format="Dropdown" ma:internalName="AdditionalInfo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012c9df-7563-46f6-96ee-cebd66fd5577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68bf6128-19fb-458b-8dd6-b174ec593e06}" ma:internalName="TaxCatchAll" ma:showField="CatchAllData" ma:web="7012c9df-7563-46f6-96ee-cebd66fd557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552AE64-F2C3-40B1-B2B1-FC54628CF671}">
  <ds:schemaRefs>
    <ds:schemaRef ds:uri="http://schemas.microsoft.com/office/2006/metadata/properties"/>
    <ds:schemaRef ds:uri="http://schemas.microsoft.com/office/infopath/2007/PartnerControls"/>
    <ds:schemaRef ds:uri="a26a0597-d0d1-4250-940c-88e9bf9d5597"/>
    <ds:schemaRef ds:uri="6881431a-e3b2-481e-ba90-fae26e2fa83c"/>
    <ds:schemaRef ds:uri="7c1bd8dc-4e40-424f-a15f-9ffcd522197f"/>
    <ds:schemaRef ds:uri="6125ffc9-2c56-435e-8267-1393444907b2"/>
  </ds:schemaRefs>
</ds:datastoreItem>
</file>

<file path=customXml/itemProps2.xml><?xml version="1.0" encoding="utf-8"?>
<ds:datastoreItem xmlns:ds="http://schemas.openxmlformats.org/officeDocument/2006/customXml" ds:itemID="{9950116D-F96F-4E38-9F1A-5E0669291C87}"/>
</file>

<file path=customXml/itemProps3.xml><?xml version="1.0" encoding="utf-8"?>
<ds:datastoreItem xmlns:ds="http://schemas.openxmlformats.org/officeDocument/2006/customXml" ds:itemID="{0AA2910D-4917-49C0-8FBC-BFF7ABD28CF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11949</TotalTime>
  <Words>1509</Words>
  <Application>Microsoft Office PowerPoint</Application>
  <PresentationFormat>On-screen Show (4:3)</PresentationFormat>
  <Paragraphs>371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10</vt:i4>
      </vt:variant>
      <vt:variant>
        <vt:lpstr>Slide Titles</vt:lpstr>
      </vt:variant>
      <vt:variant>
        <vt:i4>34</vt:i4>
      </vt:variant>
    </vt:vector>
  </HeadingPairs>
  <TitlesOfParts>
    <vt:vector size="50" baseType="lpstr">
      <vt:lpstr>Arial</vt:lpstr>
      <vt:lpstr>Calibri</vt:lpstr>
      <vt:lpstr>Courier New</vt:lpstr>
      <vt:lpstr>Sakkal Majalla</vt:lpstr>
      <vt:lpstr>Verdana</vt:lpstr>
      <vt:lpstr>Wingdings</vt:lpstr>
      <vt:lpstr>1_Information Technology</vt:lpstr>
      <vt:lpstr>2_Construction</vt:lpstr>
      <vt:lpstr>3_Business</vt:lpstr>
      <vt:lpstr>4_Engineering</vt:lpstr>
      <vt:lpstr>5_Art and Design</vt:lpstr>
      <vt:lpstr>6_Hospitality</vt:lpstr>
      <vt:lpstr>7_Agriculture</vt:lpstr>
      <vt:lpstr>8_Travel and Tourism</vt:lpstr>
      <vt:lpstr>9_Creative Media</vt:lpstr>
      <vt:lpstr>10_Beauty Therapy</vt:lpstr>
      <vt:lpstr>الوحدة 6  المواد الهندسية  </vt:lpstr>
      <vt:lpstr>المواد الهندسية</vt:lpstr>
      <vt:lpstr>أهداف التعلم</vt:lpstr>
      <vt:lpstr>هدف التعلم (أ)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هدف التعلم (ب)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3  Construction Science </dc:title>
  <dc:creator>Microsoft Office User</dc:creator>
  <cp:lastModifiedBy>Paul Winser</cp:lastModifiedBy>
  <cp:revision>115</cp:revision>
  <dcterms:created xsi:type="dcterms:W3CDTF">2020-07-15T07:14:47Z</dcterms:created>
  <dcterms:modified xsi:type="dcterms:W3CDTF">2023-11-21T20:53:44Z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Language">
    <vt:lpwstr>English</vt:lpwstr>
  </property>
  <property fmtid="{D5CDD505-2E9C-101B-9397-08002B2CF9AE}" pid="3" name="ContentTypeId">
    <vt:lpwstr>0x01010011F2AC0EC27FF3458662E003F8FEC281</vt:lpwstr>
  </property>
  <property fmtid="{D5CDD505-2E9C-101B-9397-08002B2CF9AE}" pid="4" name="MediaServiceImageTags">
    <vt:lpwstr/>
  </property>
</Properties>
</file>