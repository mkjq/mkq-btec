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1.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7"/>
  </p:notesMasterIdLst>
  <p:sldIdLst>
    <p:sldId id="256" r:id="rId14"/>
    <p:sldId id="257" r:id="rId15"/>
    <p:sldId id="333" r:id="rId16"/>
    <p:sldId id="258" r:id="rId17"/>
    <p:sldId id="272" r:id="rId18"/>
    <p:sldId id="318" r:id="rId19"/>
    <p:sldId id="340" r:id="rId20"/>
    <p:sldId id="323" r:id="rId21"/>
    <p:sldId id="324" r:id="rId22"/>
    <p:sldId id="325" r:id="rId23"/>
    <p:sldId id="319" r:id="rId24"/>
    <p:sldId id="326" r:id="rId25"/>
    <p:sldId id="334" r:id="rId26"/>
    <p:sldId id="328" r:id="rId27"/>
    <p:sldId id="341" r:id="rId28"/>
    <p:sldId id="327" r:id="rId29"/>
    <p:sldId id="329" r:id="rId30"/>
    <p:sldId id="335" r:id="rId31"/>
    <p:sldId id="320" r:id="rId32"/>
    <p:sldId id="345" r:id="rId33"/>
    <p:sldId id="339" r:id="rId34"/>
    <p:sldId id="321" r:id="rId35"/>
    <p:sldId id="322" r:id="rId36"/>
    <p:sldId id="336" r:id="rId37"/>
    <p:sldId id="330" r:id="rId38"/>
    <p:sldId id="331" r:id="rId39"/>
    <p:sldId id="342" r:id="rId40"/>
    <p:sldId id="337" r:id="rId41"/>
    <p:sldId id="344" r:id="rId42"/>
    <p:sldId id="332" r:id="rId43"/>
    <p:sldId id="338" r:id="rId44"/>
    <p:sldId id="343" r:id="rId45"/>
    <p:sldId id="346" r:id="rId46"/>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C4D4D7-0AAC-44F5-BA7F-30B00662ADAA}" v="33" dt="2024-09-10T14:56:27.682"/>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08" autoAdjust="0"/>
    <p:restoredTop sz="87223" autoAdjust="0"/>
  </p:normalViewPr>
  <p:slideViewPr>
    <p:cSldViewPr>
      <p:cViewPr varScale="1">
        <p:scale>
          <a:sx n="137" d="100"/>
          <a:sy n="137" d="100"/>
        </p:scale>
        <p:origin x="2634" y="120"/>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57C4D4D7-0AAC-44F5-BA7F-30B00662ADAA}"/>
    <pc:docChg chg="modSld">
      <pc:chgData name="Paul Winser" userId="c3146a91-e6bd-4264-bd86-e164e04bc32d" providerId="ADAL" clId="{57C4D4D7-0AAC-44F5-BA7F-30B00662ADAA}" dt="2024-09-10T14:56:27.682" v="35"/>
      <pc:docMkLst>
        <pc:docMk/>
      </pc:docMkLst>
      <pc:sldChg chg="addSp modSp mod">
        <pc:chgData name="Paul Winser" userId="c3146a91-e6bd-4264-bd86-e164e04bc32d" providerId="ADAL" clId="{57C4D4D7-0AAC-44F5-BA7F-30B00662ADAA}" dt="2024-09-10T14:55:43.789" v="2" actId="20577"/>
        <pc:sldMkLst>
          <pc:docMk/>
          <pc:sldMk cId="0" sldId="256"/>
        </pc:sldMkLst>
        <pc:spChg chg="add mod">
          <ac:chgData name="Paul Winser" userId="c3146a91-e6bd-4264-bd86-e164e04bc32d" providerId="ADAL" clId="{57C4D4D7-0AAC-44F5-BA7F-30B00662ADAA}" dt="2024-09-10T14:55:43.789" v="2" actId="20577"/>
          <ac:spMkLst>
            <pc:docMk/>
            <pc:sldMk cId="0" sldId="256"/>
            <ac:spMk id="2" creationId="{225A1608-7F01-7903-FC20-6024262477ED}"/>
          </ac:spMkLst>
        </pc:spChg>
      </pc:sldChg>
      <pc:sldChg chg="addSp modSp">
        <pc:chgData name="Paul Winser" userId="c3146a91-e6bd-4264-bd86-e164e04bc32d" providerId="ADAL" clId="{57C4D4D7-0AAC-44F5-BA7F-30B00662ADAA}" dt="2024-09-10T14:55:46.908" v="3"/>
        <pc:sldMkLst>
          <pc:docMk/>
          <pc:sldMk cId="0" sldId="257"/>
        </pc:sldMkLst>
        <pc:spChg chg="add mod">
          <ac:chgData name="Paul Winser" userId="c3146a91-e6bd-4264-bd86-e164e04bc32d" providerId="ADAL" clId="{57C4D4D7-0AAC-44F5-BA7F-30B00662ADAA}" dt="2024-09-10T14:55:46.908" v="3"/>
          <ac:spMkLst>
            <pc:docMk/>
            <pc:sldMk cId="0" sldId="257"/>
            <ac:spMk id="2" creationId="{C64392BC-3DF1-72C0-41BB-108320DDB072}"/>
          </ac:spMkLst>
        </pc:spChg>
      </pc:sldChg>
      <pc:sldChg chg="addSp modSp">
        <pc:chgData name="Paul Winser" userId="c3146a91-e6bd-4264-bd86-e164e04bc32d" providerId="ADAL" clId="{57C4D4D7-0AAC-44F5-BA7F-30B00662ADAA}" dt="2024-09-10T14:55:50.345" v="5"/>
        <pc:sldMkLst>
          <pc:docMk/>
          <pc:sldMk cId="0" sldId="258"/>
        </pc:sldMkLst>
        <pc:spChg chg="add mod">
          <ac:chgData name="Paul Winser" userId="c3146a91-e6bd-4264-bd86-e164e04bc32d" providerId="ADAL" clId="{57C4D4D7-0AAC-44F5-BA7F-30B00662ADAA}" dt="2024-09-10T14:55:50.345" v="5"/>
          <ac:spMkLst>
            <pc:docMk/>
            <pc:sldMk cId="0" sldId="258"/>
            <ac:spMk id="2" creationId="{5B67A39C-173D-C9D9-BAA7-614D7504C180}"/>
          </ac:spMkLst>
        </pc:spChg>
      </pc:sldChg>
      <pc:sldChg chg="addSp modSp">
        <pc:chgData name="Paul Winser" userId="c3146a91-e6bd-4264-bd86-e164e04bc32d" providerId="ADAL" clId="{57C4D4D7-0AAC-44F5-BA7F-30B00662ADAA}" dt="2024-09-10T14:55:51.639" v="6"/>
        <pc:sldMkLst>
          <pc:docMk/>
          <pc:sldMk cId="0" sldId="272"/>
        </pc:sldMkLst>
        <pc:spChg chg="add mod">
          <ac:chgData name="Paul Winser" userId="c3146a91-e6bd-4264-bd86-e164e04bc32d" providerId="ADAL" clId="{57C4D4D7-0AAC-44F5-BA7F-30B00662ADAA}" dt="2024-09-10T14:55:51.639" v="6"/>
          <ac:spMkLst>
            <pc:docMk/>
            <pc:sldMk cId="0" sldId="272"/>
            <ac:spMk id="2" creationId="{8EF73F90-0D60-9A98-9B94-2B1F5307B691}"/>
          </ac:spMkLst>
        </pc:spChg>
      </pc:sldChg>
      <pc:sldChg chg="addSp modSp">
        <pc:chgData name="Paul Winser" userId="c3146a91-e6bd-4264-bd86-e164e04bc32d" providerId="ADAL" clId="{57C4D4D7-0AAC-44F5-BA7F-30B00662ADAA}" dt="2024-09-10T14:55:52.865" v="7"/>
        <pc:sldMkLst>
          <pc:docMk/>
          <pc:sldMk cId="2236349469" sldId="318"/>
        </pc:sldMkLst>
        <pc:spChg chg="add mod">
          <ac:chgData name="Paul Winser" userId="c3146a91-e6bd-4264-bd86-e164e04bc32d" providerId="ADAL" clId="{57C4D4D7-0AAC-44F5-BA7F-30B00662ADAA}" dt="2024-09-10T14:55:52.865" v="7"/>
          <ac:spMkLst>
            <pc:docMk/>
            <pc:sldMk cId="2236349469" sldId="318"/>
            <ac:spMk id="2" creationId="{ABB25F22-1142-02F2-48ED-337544BBB5FB}"/>
          </ac:spMkLst>
        </pc:spChg>
      </pc:sldChg>
      <pc:sldChg chg="addSp modSp">
        <pc:chgData name="Paul Winser" userId="c3146a91-e6bd-4264-bd86-e164e04bc32d" providerId="ADAL" clId="{57C4D4D7-0AAC-44F5-BA7F-30B00662ADAA}" dt="2024-09-10T14:55:59.516" v="12"/>
        <pc:sldMkLst>
          <pc:docMk/>
          <pc:sldMk cId="211838768" sldId="319"/>
        </pc:sldMkLst>
        <pc:spChg chg="add mod">
          <ac:chgData name="Paul Winser" userId="c3146a91-e6bd-4264-bd86-e164e04bc32d" providerId="ADAL" clId="{57C4D4D7-0AAC-44F5-BA7F-30B00662ADAA}" dt="2024-09-10T14:55:59.516" v="12"/>
          <ac:spMkLst>
            <pc:docMk/>
            <pc:sldMk cId="211838768" sldId="319"/>
            <ac:spMk id="2" creationId="{D80BE39A-3CEC-70DA-3E41-07E7805682B2}"/>
          </ac:spMkLst>
        </pc:spChg>
      </pc:sldChg>
      <pc:sldChg chg="addSp modSp mod">
        <pc:chgData name="Paul Winser" userId="c3146a91-e6bd-4264-bd86-e164e04bc32d" providerId="ADAL" clId="{57C4D4D7-0AAC-44F5-BA7F-30B00662ADAA}" dt="2024-09-10T14:56:10.409" v="21" actId="1076"/>
        <pc:sldMkLst>
          <pc:docMk/>
          <pc:sldMk cId="3526565665" sldId="320"/>
        </pc:sldMkLst>
        <pc:spChg chg="add mod">
          <ac:chgData name="Paul Winser" userId="c3146a91-e6bd-4264-bd86-e164e04bc32d" providerId="ADAL" clId="{57C4D4D7-0AAC-44F5-BA7F-30B00662ADAA}" dt="2024-09-10T14:56:08.657" v="20"/>
          <ac:spMkLst>
            <pc:docMk/>
            <pc:sldMk cId="3526565665" sldId="320"/>
            <ac:spMk id="3" creationId="{767ADBD5-B9DA-CD4B-AC80-DDF5D1D06DAE}"/>
          </ac:spMkLst>
        </pc:spChg>
        <pc:picChg chg="mod">
          <ac:chgData name="Paul Winser" userId="c3146a91-e6bd-4264-bd86-e164e04bc32d" providerId="ADAL" clId="{57C4D4D7-0AAC-44F5-BA7F-30B00662ADAA}" dt="2024-09-10T14:56:10.409" v="21" actId="1076"/>
          <ac:picMkLst>
            <pc:docMk/>
            <pc:sldMk cId="3526565665" sldId="320"/>
            <ac:picMk id="5" creationId="{F3BD2F0C-AE30-C562-77DA-D32709A7F8DF}"/>
          </ac:picMkLst>
        </pc:picChg>
      </pc:sldChg>
      <pc:sldChg chg="addSp modSp">
        <pc:chgData name="Paul Winser" userId="c3146a91-e6bd-4264-bd86-e164e04bc32d" providerId="ADAL" clId="{57C4D4D7-0AAC-44F5-BA7F-30B00662ADAA}" dt="2024-09-10T14:56:13.801" v="24"/>
        <pc:sldMkLst>
          <pc:docMk/>
          <pc:sldMk cId="2402631685" sldId="321"/>
        </pc:sldMkLst>
        <pc:spChg chg="add mod">
          <ac:chgData name="Paul Winser" userId="c3146a91-e6bd-4264-bd86-e164e04bc32d" providerId="ADAL" clId="{57C4D4D7-0AAC-44F5-BA7F-30B00662ADAA}" dt="2024-09-10T14:56:13.801" v="24"/>
          <ac:spMkLst>
            <pc:docMk/>
            <pc:sldMk cId="2402631685" sldId="321"/>
            <ac:spMk id="2" creationId="{D93E6768-E636-20FD-79E0-B4FACC6DC25B}"/>
          </ac:spMkLst>
        </pc:spChg>
      </pc:sldChg>
      <pc:sldChg chg="addSp modSp">
        <pc:chgData name="Paul Winser" userId="c3146a91-e6bd-4264-bd86-e164e04bc32d" providerId="ADAL" clId="{57C4D4D7-0AAC-44F5-BA7F-30B00662ADAA}" dt="2024-09-10T14:56:14.778" v="25"/>
        <pc:sldMkLst>
          <pc:docMk/>
          <pc:sldMk cId="2109112401" sldId="322"/>
        </pc:sldMkLst>
        <pc:spChg chg="add mod">
          <ac:chgData name="Paul Winser" userId="c3146a91-e6bd-4264-bd86-e164e04bc32d" providerId="ADAL" clId="{57C4D4D7-0AAC-44F5-BA7F-30B00662ADAA}" dt="2024-09-10T14:56:14.778" v="25"/>
          <ac:spMkLst>
            <pc:docMk/>
            <pc:sldMk cId="2109112401" sldId="322"/>
            <ac:spMk id="2" creationId="{18A370D1-BF4F-485B-14BF-2DA22F3751F1}"/>
          </ac:spMkLst>
        </pc:spChg>
      </pc:sldChg>
      <pc:sldChg chg="addSp modSp">
        <pc:chgData name="Paul Winser" userId="c3146a91-e6bd-4264-bd86-e164e04bc32d" providerId="ADAL" clId="{57C4D4D7-0AAC-44F5-BA7F-30B00662ADAA}" dt="2024-09-10T14:55:55.526" v="9"/>
        <pc:sldMkLst>
          <pc:docMk/>
          <pc:sldMk cId="2585700772" sldId="323"/>
        </pc:sldMkLst>
        <pc:spChg chg="add mod">
          <ac:chgData name="Paul Winser" userId="c3146a91-e6bd-4264-bd86-e164e04bc32d" providerId="ADAL" clId="{57C4D4D7-0AAC-44F5-BA7F-30B00662ADAA}" dt="2024-09-10T14:55:55.526" v="9"/>
          <ac:spMkLst>
            <pc:docMk/>
            <pc:sldMk cId="2585700772" sldId="323"/>
            <ac:spMk id="2" creationId="{B4F4DAE2-DAA8-C6DF-304A-3FE536C2E58A}"/>
          </ac:spMkLst>
        </pc:spChg>
      </pc:sldChg>
      <pc:sldChg chg="addSp modSp">
        <pc:chgData name="Paul Winser" userId="c3146a91-e6bd-4264-bd86-e164e04bc32d" providerId="ADAL" clId="{57C4D4D7-0AAC-44F5-BA7F-30B00662ADAA}" dt="2024-09-10T14:55:56.960" v="10"/>
        <pc:sldMkLst>
          <pc:docMk/>
          <pc:sldMk cId="3285675753" sldId="324"/>
        </pc:sldMkLst>
        <pc:spChg chg="add mod">
          <ac:chgData name="Paul Winser" userId="c3146a91-e6bd-4264-bd86-e164e04bc32d" providerId="ADAL" clId="{57C4D4D7-0AAC-44F5-BA7F-30B00662ADAA}" dt="2024-09-10T14:55:56.960" v="10"/>
          <ac:spMkLst>
            <pc:docMk/>
            <pc:sldMk cId="3285675753" sldId="324"/>
            <ac:spMk id="2" creationId="{BB275988-5FF0-EFF0-DADB-7627B23A3A85}"/>
          </ac:spMkLst>
        </pc:spChg>
      </pc:sldChg>
      <pc:sldChg chg="addSp modSp">
        <pc:chgData name="Paul Winser" userId="c3146a91-e6bd-4264-bd86-e164e04bc32d" providerId="ADAL" clId="{57C4D4D7-0AAC-44F5-BA7F-30B00662ADAA}" dt="2024-09-10T14:55:58.270" v="11"/>
        <pc:sldMkLst>
          <pc:docMk/>
          <pc:sldMk cId="842008960" sldId="325"/>
        </pc:sldMkLst>
        <pc:spChg chg="add mod">
          <ac:chgData name="Paul Winser" userId="c3146a91-e6bd-4264-bd86-e164e04bc32d" providerId="ADAL" clId="{57C4D4D7-0AAC-44F5-BA7F-30B00662ADAA}" dt="2024-09-10T14:55:58.270" v="11"/>
          <ac:spMkLst>
            <pc:docMk/>
            <pc:sldMk cId="842008960" sldId="325"/>
            <ac:spMk id="3" creationId="{FCA3BD42-7FC9-BB40-AEC1-94C361F5F793}"/>
          </ac:spMkLst>
        </pc:spChg>
      </pc:sldChg>
      <pc:sldChg chg="addSp modSp">
        <pc:chgData name="Paul Winser" userId="c3146a91-e6bd-4264-bd86-e164e04bc32d" providerId="ADAL" clId="{57C4D4D7-0AAC-44F5-BA7F-30B00662ADAA}" dt="2024-09-10T14:56:00.955" v="13"/>
        <pc:sldMkLst>
          <pc:docMk/>
          <pc:sldMk cId="1267694298" sldId="326"/>
        </pc:sldMkLst>
        <pc:spChg chg="add mod">
          <ac:chgData name="Paul Winser" userId="c3146a91-e6bd-4264-bd86-e164e04bc32d" providerId="ADAL" clId="{57C4D4D7-0AAC-44F5-BA7F-30B00662ADAA}" dt="2024-09-10T14:56:00.955" v="13"/>
          <ac:spMkLst>
            <pc:docMk/>
            <pc:sldMk cId="1267694298" sldId="326"/>
            <ac:spMk id="2" creationId="{D89541D7-13B5-6DC9-4420-C25524796C68}"/>
          </ac:spMkLst>
        </pc:spChg>
      </pc:sldChg>
      <pc:sldChg chg="addSp modSp">
        <pc:chgData name="Paul Winser" userId="c3146a91-e6bd-4264-bd86-e164e04bc32d" providerId="ADAL" clId="{57C4D4D7-0AAC-44F5-BA7F-30B00662ADAA}" dt="2024-09-10T14:56:05.381" v="17"/>
        <pc:sldMkLst>
          <pc:docMk/>
          <pc:sldMk cId="891750736" sldId="327"/>
        </pc:sldMkLst>
        <pc:spChg chg="add mod">
          <ac:chgData name="Paul Winser" userId="c3146a91-e6bd-4264-bd86-e164e04bc32d" providerId="ADAL" clId="{57C4D4D7-0AAC-44F5-BA7F-30B00662ADAA}" dt="2024-09-10T14:56:05.381" v="17"/>
          <ac:spMkLst>
            <pc:docMk/>
            <pc:sldMk cId="891750736" sldId="327"/>
            <ac:spMk id="2" creationId="{645096E0-2CD1-09E9-DB21-CC9A20D0D90E}"/>
          </ac:spMkLst>
        </pc:spChg>
      </pc:sldChg>
      <pc:sldChg chg="addSp modSp">
        <pc:chgData name="Paul Winser" userId="c3146a91-e6bd-4264-bd86-e164e04bc32d" providerId="ADAL" clId="{57C4D4D7-0AAC-44F5-BA7F-30B00662ADAA}" dt="2024-09-10T14:56:03.302" v="15"/>
        <pc:sldMkLst>
          <pc:docMk/>
          <pc:sldMk cId="662470087" sldId="328"/>
        </pc:sldMkLst>
        <pc:spChg chg="add mod">
          <ac:chgData name="Paul Winser" userId="c3146a91-e6bd-4264-bd86-e164e04bc32d" providerId="ADAL" clId="{57C4D4D7-0AAC-44F5-BA7F-30B00662ADAA}" dt="2024-09-10T14:56:03.302" v="15"/>
          <ac:spMkLst>
            <pc:docMk/>
            <pc:sldMk cId="662470087" sldId="328"/>
            <ac:spMk id="3" creationId="{0892740D-17E6-0730-166B-32CC8D58959D}"/>
          </ac:spMkLst>
        </pc:spChg>
      </pc:sldChg>
      <pc:sldChg chg="addSp modSp">
        <pc:chgData name="Paul Winser" userId="c3146a91-e6bd-4264-bd86-e164e04bc32d" providerId="ADAL" clId="{57C4D4D7-0AAC-44F5-BA7F-30B00662ADAA}" dt="2024-09-10T14:56:06.407" v="18"/>
        <pc:sldMkLst>
          <pc:docMk/>
          <pc:sldMk cId="2168107324" sldId="329"/>
        </pc:sldMkLst>
        <pc:spChg chg="add mod">
          <ac:chgData name="Paul Winser" userId="c3146a91-e6bd-4264-bd86-e164e04bc32d" providerId="ADAL" clId="{57C4D4D7-0AAC-44F5-BA7F-30B00662ADAA}" dt="2024-09-10T14:56:06.407" v="18"/>
          <ac:spMkLst>
            <pc:docMk/>
            <pc:sldMk cId="2168107324" sldId="329"/>
            <ac:spMk id="2" creationId="{2F0E35B9-B83D-03F3-868A-E10A8AFDA0BF}"/>
          </ac:spMkLst>
        </pc:spChg>
      </pc:sldChg>
      <pc:sldChg chg="addSp modSp">
        <pc:chgData name="Paul Winser" userId="c3146a91-e6bd-4264-bd86-e164e04bc32d" providerId="ADAL" clId="{57C4D4D7-0AAC-44F5-BA7F-30B00662ADAA}" dt="2024-09-10T14:56:17.220" v="27"/>
        <pc:sldMkLst>
          <pc:docMk/>
          <pc:sldMk cId="4272893632" sldId="330"/>
        </pc:sldMkLst>
        <pc:spChg chg="add mod">
          <ac:chgData name="Paul Winser" userId="c3146a91-e6bd-4264-bd86-e164e04bc32d" providerId="ADAL" clId="{57C4D4D7-0AAC-44F5-BA7F-30B00662ADAA}" dt="2024-09-10T14:56:17.220" v="27"/>
          <ac:spMkLst>
            <pc:docMk/>
            <pc:sldMk cId="4272893632" sldId="330"/>
            <ac:spMk id="2" creationId="{30DB2D84-F0B1-E36B-F434-238F2FF32CCF}"/>
          </ac:spMkLst>
        </pc:spChg>
      </pc:sldChg>
      <pc:sldChg chg="addSp modSp">
        <pc:chgData name="Paul Winser" userId="c3146a91-e6bd-4264-bd86-e164e04bc32d" providerId="ADAL" clId="{57C4D4D7-0AAC-44F5-BA7F-30B00662ADAA}" dt="2024-09-10T14:56:18.393" v="28"/>
        <pc:sldMkLst>
          <pc:docMk/>
          <pc:sldMk cId="3268422281" sldId="331"/>
        </pc:sldMkLst>
        <pc:spChg chg="add mod">
          <ac:chgData name="Paul Winser" userId="c3146a91-e6bd-4264-bd86-e164e04bc32d" providerId="ADAL" clId="{57C4D4D7-0AAC-44F5-BA7F-30B00662ADAA}" dt="2024-09-10T14:56:18.393" v="28"/>
          <ac:spMkLst>
            <pc:docMk/>
            <pc:sldMk cId="3268422281" sldId="331"/>
            <ac:spMk id="3" creationId="{491749FD-2666-B903-636C-A26F710AE9E6}"/>
          </ac:spMkLst>
        </pc:spChg>
      </pc:sldChg>
      <pc:sldChg chg="addSp modSp">
        <pc:chgData name="Paul Winser" userId="c3146a91-e6bd-4264-bd86-e164e04bc32d" providerId="ADAL" clId="{57C4D4D7-0AAC-44F5-BA7F-30B00662ADAA}" dt="2024-09-10T14:56:23.354" v="32"/>
        <pc:sldMkLst>
          <pc:docMk/>
          <pc:sldMk cId="3901554687" sldId="332"/>
        </pc:sldMkLst>
        <pc:spChg chg="add mod">
          <ac:chgData name="Paul Winser" userId="c3146a91-e6bd-4264-bd86-e164e04bc32d" providerId="ADAL" clId="{57C4D4D7-0AAC-44F5-BA7F-30B00662ADAA}" dt="2024-09-10T14:56:23.354" v="32"/>
          <ac:spMkLst>
            <pc:docMk/>
            <pc:sldMk cId="3901554687" sldId="332"/>
            <ac:spMk id="3" creationId="{36FAFEC5-50E0-8CBE-E23B-AE0D10233F4C}"/>
          </ac:spMkLst>
        </pc:spChg>
      </pc:sldChg>
      <pc:sldChg chg="addSp modSp">
        <pc:chgData name="Paul Winser" userId="c3146a91-e6bd-4264-bd86-e164e04bc32d" providerId="ADAL" clId="{57C4D4D7-0AAC-44F5-BA7F-30B00662ADAA}" dt="2024-09-10T14:55:48.999" v="4"/>
        <pc:sldMkLst>
          <pc:docMk/>
          <pc:sldMk cId="123779108" sldId="333"/>
        </pc:sldMkLst>
        <pc:spChg chg="add mod">
          <ac:chgData name="Paul Winser" userId="c3146a91-e6bd-4264-bd86-e164e04bc32d" providerId="ADAL" clId="{57C4D4D7-0AAC-44F5-BA7F-30B00662ADAA}" dt="2024-09-10T14:55:48.999" v="4"/>
          <ac:spMkLst>
            <pc:docMk/>
            <pc:sldMk cId="123779108" sldId="333"/>
            <ac:spMk id="2" creationId="{F258F43A-CA42-107C-DF2B-F72BFD511695}"/>
          </ac:spMkLst>
        </pc:spChg>
      </pc:sldChg>
      <pc:sldChg chg="addSp modSp">
        <pc:chgData name="Paul Winser" userId="c3146a91-e6bd-4264-bd86-e164e04bc32d" providerId="ADAL" clId="{57C4D4D7-0AAC-44F5-BA7F-30B00662ADAA}" dt="2024-09-10T14:56:02.213" v="14"/>
        <pc:sldMkLst>
          <pc:docMk/>
          <pc:sldMk cId="1241252544" sldId="334"/>
        </pc:sldMkLst>
        <pc:spChg chg="add mod">
          <ac:chgData name="Paul Winser" userId="c3146a91-e6bd-4264-bd86-e164e04bc32d" providerId="ADAL" clId="{57C4D4D7-0AAC-44F5-BA7F-30B00662ADAA}" dt="2024-09-10T14:56:02.213" v="14"/>
          <ac:spMkLst>
            <pc:docMk/>
            <pc:sldMk cId="1241252544" sldId="334"/>
            <ac:spMk id="2" creationId="{20AF9CEB-5692-090B-DFE4-690D64A4076F}"/>
          </ac:spMkLst>
        </pc:spChg>
      </pc:sldChg>
      <pc:sldChg chg="addSp modSp">
        <pc:chgData name="Paul Winser" userId="c3146a91-e6bd-4264-bd86-e164e04bc32d" providerId="ADAL" clId="{57C4D4D7-0AAC-44F5-BA7F-30B00662ADAA}" dt="2024-09-10T14:56:07.526" v="19"/>
        <pc:sldMkLst>
          <pc:docMk/>
          <pc:sldMk cId="862582236" sldId="335"/>
        </pc:sldMkLst>
        <pc:spChg chg="add mod">
          <ac:chgData name="Paul Winser" userId="c3146a91-e6bd-4264-bd86-e164e04bc32d" providerId="ADAL" clId="{57C4D4D7-0AAC-44F5-BA7F-30B00662ADAA}" dt="2024-09-10T14:56:07.526" v="19"/>
          <ac:spMkLst>
            <pc:docMk/>
            <pc:sldMk cId="862582236" sldId="335"/>
            <ac:spMk id="2" creationId="{BFDD43D4-31D0-FC2A-0AC0-A6591EDB2E7E}"/>
          </ac:spMkLst>
        </pc:spChg>
      </pc:sldChg>
      <pc:sldChg chg="addSp modSp">
        <pc:chgData name="Paul Winser" userId="c3146a91-e6bd-4264-bd86-e164e04bc32d" providerId="ADAL" clId="{57C4D4D7-0AAC-44F5-BA7F-30B00662ADAA}" dt="2024-09-10T14:56:16.072" v="26"/>
        <pc:sldMkLst>
          <pc:docMk/>
          <pc:sldMk cId="2791135740" sldId="336"/>
        </pc:sldMkLst>
        <pc:spChg chg="add mod">
          <ac:chgData name="Paul Winser" userId="c3146a91-e6bd-4264-bd86-e164e04bc32d" providerId="ADAL" clId="{57C4D4D7-0AAC-44F5-BA7F-30B00662ADAA}" dt="2024-09-10T14:56:16.072" v="26"/>
          <ac:spMkLst>
            <pc:docMk/>
            <pc:sldMk cId="2791135740" sldId="336"/>
            <ac:spMk id="2" creationId="{45791CEB-6836-3A8D-F32F-8E1E7966F647}"/>
          </ac:spMkLst>
        </pc:spChg>
      </pc:sldChg>
      <pc:sldChg chg="addSp modSp">
        <pc:chgData name="Paul Winser" userId="c3146a91-e6bd-4264-bd86-e164e04bc32d" providerId="ADAL" clId="{57C4D4D7-0AAC-44F5-BA7F-30B00662ADAA}" dt="2024-09-10T14:56:20.910" v="30"/>
        <pc:sldMkLst>
          <pc:docMk/>
          <pc:sldMk cId="2859473798" sldId="337"/>
        </pc:sldMkLst>
        <pc:spChg chg="add mod">
          <ac:chgData name="Paul Winser" userId="c3146a91-e6bd-4264-bd86-e164e04bc32d" providerId="ADAL" clId="{57C4D4D7-0AAC-44F5-BA7F-30B00662ADAA}" dt="2024-09-10T14:56:20.910" v="30"/>
          <ac:spMkLst>
            <pc:docMk/>
            <pc:sldMk cId="2859473798" sldId="337"/>
            <ac:spMk id="3" creationId="{FCDE54C1-4AB8-E56C-273B-77FA3A9D3A3D}"/>
          </ac:spMkLst>
        </pc:spChg>
      </pc:sldChg>
      <pc:sldChg chg="addSp modSp">
        <pc:chgData name="Paul Winser" userId="c3146a91-e6bd-4264-bd86-e164e04bc32d" providerId="ADAL" clId="{57C4D4D7-0AAC-44F5-BA7F-30B00662ADAA}" dt="2024-09-10T14:56:24.897" v="33"/>
        <pc:sldMkLst>
          <pc:docMk/>
          <pc:sldMk cId="2503387395" sldId="338"/>
        </pc:sldMkLst>
        <pc:spChg chg="add mod">
          <ac:chgData name="Paul Winser" userId="c3146a91-e6bd-4264-bd86-e164e04bc32d" providerId="ADAL" clId="{57C4D4D7-0AAC-44F5-BA7F-30B00662ADAA}" dt="2024-09-10T14:56:24.897" v="33"/>
          <ac:spMkLst>
            <pc:docMk/>
            <pc:sldMk cId="2503387395" sldId="338"/>
            <ac:spMk id="3" creationId="{5CBD7118-5DCC-F78A-A66D-6346313DD840}"/>
          </ac:spMkLst>
        </pc:spChg>
      </pc:sldChg>
      <pc:sldChg chg="addSp modSp">
        <pc:chgData name="Paul Winser" userId="c3146a91-e6bd-4264-bd86-e164e04bc32d" providerId="ADAL" clId="{57C4D4D7-0AAC-44F5-BA7F-30B00662ADAA}" dt="2024-09-10T14:56:12.683" v="23"/>
        <pc:sldMkLst>
          <pc:docMk/>
          <pc:sldMk cId="4252821902" sldId="339"/>
        </pc:sldMkLst>
        <pc:spChg chg="add mod">
          <ac:chgData name="Paul Winser" userId="c3146a91-e6bd-4264-bd86-e164e04bc32d" providerId="ADAL" clId="{57C4D4D7-0AAC-44F5-BA7F-30B00662ADAA}" dt="2024-09-10T14:56:12.683" v="23"/>
          <ac:spMkLst>
            <pc:docMk/>
            <pc:sldMk cId="4252821902" sldId="339"/>
            <ac:spMk id="3" creationId="{F3F85E8F-5863-E5DA-2AFF-164CA0EEAA16}"/>
          </ac:spMkLst>
        </pc:spChg>
      </pc:sldChg>
      <pc:sldChg chg="addSp modSp">
        <pc:chgData name="Paul Winser" userId="c3146a91-e6bd-4264-bd86-e164e04bc32d" providerId="ADAL" clId="{57C4D4D7-0AAC-44F5-BA7F-30B00662ADAA}" dt="2024-09-10T14:55:54.173" v="8"/>
        <pc:sldMkLst>
          <pc:docMk/>
          <pc:sldMk cId="120250636" sldId="340"/>
        </pc:sldMkLst>
        <pc:spChg chg="add mod">
          <ac:chgData name="Paul Winser" userId="c3146a91-e6bd-4264-bd86-e164e04bc32d" providerId="ADAL" clId="{57C4D4D7-0AAC-44F5-BA7F-30B00662ADAA}" dt="2024-09-10T14:55:54.173" v="8"/>
          <ac:spMkLst>
            <pc:docMk/>
            <pc:sldMk cId="120250636" sldId="340"/>
            <ac:spMk id="2" creationId="{C76ABA30-DD0B-3E33-5CC6-1FA41A5DE128}"/>
          </ac:spMkLst>
        </pc:spChg>
      </pc:sldChg>
      <pc:sldChg chg="addSp modSp">
        <pc:chgData name="Paul Winser" userId="c3146a91-e6bd-4264-bd86-e164e04bc32d" providerId="ADAL" clId="{57C4D4D7-0AAC-44F5-BA7F-30B00662ADAA}" dt="2024-09-10T14:56:04.341" v="16"/>
        <pc:sldMkLst>
          <pc:docMk/>
          <pc:sldMk cId="4129385877" sldId="341"/>
        </pc:sldMkLst>
        <pc:spChg chg="add mod">
          <ac:chgData name="Paul Winser" userId="c3146a91-e6bd-4264-bd86-e164e04bc32d" providerId="ADAL" clId="{57C4D4D7-0AAC-44F5-BA7F-30B00662ADAA}" dt="2024-09-10T14:56:04.341" v="16"/>
          <ac:spMkLst>
            <pc:docMk/>
            <pc:sldMk cId="4129385877" sldId="341"/>
            <ac:spMk id="3" creationId="{6388E059-8B96-08A4-6D52-F0AF1D9CAFB1}"/>
          </ac:spMkLst>
        </pc:spChg>
      </pc:sldChg>
      <pc:sldChg chg="addSp modSp">
        <pc:chgData name="Paul Winser" userId="c3146a91-e6bd-4264-bd86-e164e04bc32d" providerId="ADAL" clId="{57C4D4D7-0AAC-44F5-BA7F-30B00662ADAA}" dt="2024-09-10T14:56:19.776" v="29"/>
        <pc:sldMkLst>
          <pc:docMk/>
          <pc:sldMk cId="1609704640" sldId="342"/>
        </pc:sldMkLst>
        <pc:spChg chg="add mod">
          <ac:chgData name="Paul Winser" userId="c3146a91-e6bd-4264-bd86-e164e04bc32d" providerId="ADAL" clId="{57C4D4D7-0AAC-44F5-BA7F-30B00662ADAA}" dt="2024-09-10T14:56:19.776" v="29"/>
          <ac:spMkLst>
            <pc:docMk/>
            <pc:sldMk cId="1609704640" sldId="342"/>
            <ac:spMk id="3" creationId="{B04FEF7B-1C23-0145-AFD3-2971D3D3C8C4}"/>
          </ac:spMkLst>
        </pc:spChg>
      </pc:sldChg>
      <pc:sldChg chg="addSp modSp">
        <pc:chgData name="Paul Winser" userId="c3146a91-e6bd-4264-bd86-e164e04bc32d" providerId="ADAL" clId="{57C4D4D7-0AAC-44F5-BA7F-30B00662ADAA}" dt="2024-09-10T14:56:26.510" v="34"/>
        <pc:sldMkLst>
          <pc:docMk/>
          <pc:sldMk cId="2272689223" sldId="343"/>
        </pc:sldMkLst>
        <pc:spChg chg="add mod">
          <ac:chgData name="Paul Winser" userId="c3146a91-e6bd-4264-bd86-e164e04bc32d" providerId="ADAL" clId="{57C4D4D7-0AAC-44F5-BA7F-30B00662ADAA}" dt="2024-09-10T14:56:26.510" v="34"/>
          <ac:spMkLst>
            <pc:docMk/>
            <pc:sldMk cId="2272689223" sldId="343"/>
            <ac:spMk id="3" creationId="{DDEBB55D-51AF-3F5E-B372-47FC88E9221F}"/>
          </ac:spMkLst>
        </pc:spChg>
      </pc:sldChg>
      <pc:sldChg chg="addSp modSp">
        <pc:chgData name="Paul Winser" userId="c3146a91-e6bd-4264-bd86-e164e04bc32d" providerId="ADAL" clId="{57C4D4D7-0AAC-44F5-BA7F-30B00662ADAA}" dt="2024-09-10T14:56:22.123" v="31"/>
        <pc:sldMkLst>
          <pc:docMk/>
          <pc:sldMk cId="3989639613" sldId="344"/>
        </pc:sldMkLst>
        <pc:spChg chg="add mod">
          <ac:chgData name="Paul Winser" userId="c3146a91-e6bd-4264-bd86-e164e04bc32d" providerId="ADAL" clId="{57C4D4D7-0AAC-44F5-BA7F-30B00662ADAA}" dt="2024-09-10T14:56:22.123" v="31"/>
          <ac:spMkLst>
            <pc:docMk/>
            <pc:sldMk cId="3989639613" sldId="344"/>
            <ac:spMk id="3" creationId="{15827B6E-5032-27DB-801B-AD4E53CDCD11}"/>
          </ac:spMkLst>
        </pc:spChg>
      </pc:sldChg>
      <pc:sldChg chg="addSp modSp">
        <pc:chgData name="Paul Winser" userId="c3146a91-e6bd-4264-bd86-e164e04bc32d" providerId="ADAL" clId="{57C4D4D7-0AAC-44F5-BA7F-30B00662ADAA}" dt="2024-09-10T14:56:11.390" v="22"/>
        <pc:sldMkLst>
          <pc:docMk/>
          <pc:sldMk cId="1085528761" sldId="345"/>
        </pc:sldMkLst>
        <pc:spChg chg="add mod">
          <ac:chgData name="Paul Winser" userId="c3146a91-e6bd-4264-bd86-e164e04bc32d" providerId="ADAL" clId="{57C4D4D7-0AAC-44F5-BA7F-30B00662ADAA}" dt="2024-09-10T14:56:11.390" v="22"/>
          <ac:spMkLst>
            <pc:docMk/>
            <pc:sldMk cId="1085528761" sldId="345"/>
            <ac:spMk id="3" creationId="{70C329CF-EB76-E07A-C92F-26E5B39F5601}"/>
          </ac:spMkLst>
        </pc:spChg>
      </pc:sldChg>
      <pc:sldChg chg="addSp modSp">
        <pc:chgData name="Paul Winser" userId="c3146a91-e6bd-4264-bd86-e164e04bc32d" providerId="ADAL" clId="{57C4D4D7-0AAC-44F5-BA7F-30B00662ADAA}" dt="2024-09-10T14:56:27.682" v="35"/>
        <pc:sldMkLst>
          <pc:docMk/>
          <pc:sldMk cId="0" sldId="346"/>
        </pc:sldMkLst>
        <pc:spChg chg="add mod">
          <ac:chgData name="Paul Winser" userId="c3146a91-e6bd-4264-bd86-e164e04bc32d" providerId="ADAL" clId="{57C4D4D7-0AAC-44F5-BA7F-30B00662ADAA}" dt="2024-09-10T14:56:27.682" v="35"/>
          <ac:spMkLst>
            <pc:docMk/>
            <pc:sldMk cId="0" sldId="346"/>
            <ac:spMk id="2" creationId="{A6D76311-99EC-636C-75F1-16E17FA2FCFD}"/>
          </ac:spMkLst>
        </pc:spChg>
      </pc:sldChg>
    </pc:docChg>
  </pc:docChgLst>
  <pc:docChgLst>
    <pc:chgData name="Matthew Gregory" userId="S::matthew.gregory2@pearson.com::8c337df5-6986-499e-b190-07598673e62f" providerId="AD" clId="Web-{CE6D8B15-298C-1790-5B6F-8EC98700D14A}"/>
    <pc:docChg chg="modSld">
      <pc:chgData name="Matthew Gregory" userId="S::matthew.gregory2@pearson.com::8c337df5-6986-499e-b190-07598673e62f" providerId="AD" clId="Web-{CE6D8B15-298C-1790-5B6F-8EC98700D14A}" dt="2024-07-09T13:49:27.017" v="28"/>
      <pc:docMkLst>
        <pc:docMk/>
      </pc:docMkLst>
      <pc:sldChg chg="addSp modSp">
        <pc:chgData name="Matthew Gregory" userId="S::matthew.gregory2@pearson.com::8c337df5-6986-499e-b190-07598673e62f" providerId="AD" clId="Web-{CE6D8B15-298C-1790-5B6F-8EC98700D14A}" dt="2024-07-09T13:48:38.892" v="2" actId="20577"/>
        <pc:sldMkLst>
          <pc:docMk/>
          <pc:sldMk cId="0" sldId="256"/>
        </pc:sldMkLst>
        <pc:spChg chg="add mod">
          <ac:chgData name="Matthew Gregory" userId="S::matthew.gregory2@pearson.com::8c337df5-6986-499e-b190-07598673e62f" providerId="AD" clId="Web-{CE6D8B15-298C-1790-5B6F-8EC98700D14A}" dt="2024-07-09T13:48:38.892" v="2" actId="20577"/>
          <ac:spMkLst>
            <pc:docMk/>
            <pc:sldMk cId="0" sldId="256"/>
            <ac:spMk id="4" creationId="{072E5EF8-DF57-507D-388A-A517C8A3EF83}"/>
          </ac:spMkLst>
        </pc:spChg>
      </pc:sldChg>
      <pc:sldChg chg="addSp">
        <pc:chgData name="Matthew Gregory" userId="S::matthew.gregory2@pearson.com::8c337df5-6986-499e-b190-07598673e62f" providerId="AD" clId="Web-{CE6D8B15-298C-1790-5B6F-8EC98700D14A}" dt="2024-07-09T13:48:42.970" v="3"/>
        <pc:sldMkLst>
          <pc:docMk/>
          <pc:sldMk cId="0" sldId="257"/>
        </pc:sldMkLst>
        <pc:spChg chg="add">
          <ac:chgData name="Matthew Gregory" userId="S::matthew.gregory2@pearson.com::8c337df5-6986-499e-b190-07598673e62f" providerId="AD" clId="Web-{CE6D8B15-298C-1790-5B6F-8EC98700D14A}" dt="2024-07-09T13:48:42.970" v="3"/>
          <ac:spMkLst>
            <pc:docMk/>
            <pc:sldMk cId="0" sldId="257"/>
            <ac:spMk id="4" creationId="{7807E9AA-AD03-2CE8-C145-6348FFDF89C7}"/>
          </ac:spMkLst>
        </pc:spChg>
      </pc:sldChg>
      <pc:sldChg chg="addSp">
        <pc:chgData name="Matthew Gregory" userId="S::matthew.gregory2@pearson.com::8c337df5-6986-499e-b190-07598673e62f" providerId="AD" clId="Web-{CE6D8B15-298C-1790-5B6F-8EC98700D14A}" dt="2024-07-09T13:48:48.376" v="5"/>
        <pc:sldMkLst>
          <pc:docMk/>
          <pc:sldMk cId="0" sldId="258"/>
        </pc:sldMkLst>
        <pc:spChg chg="add">
          <ac:chgData name="Matthew Gregory" userId="S::matthew.gregory2@pearson.com::8c337df5-6986-499e-b190-07598673e62f" providerId="AD" clId="Web-{CE6D8B15-298C-1790-5B6F-8EC98700D14A}" dt="2024-07-09T13:48:48.376" v="5"/>
          <ac:spMkLst>
            <pc:docMk/>
            <pc:sldMk cId="0" sldId="258"/>
            <ac:spMk id="4" creationId="{6C631252-D6C2-0C94-6D6B-1379451F327A}"/>
          </ac:spMkLst>
        </pc:spChg>
      </pc:sldChg>
      <pc:sldChg chg="addSp">
        <pc:chgData name="Matthew Gregory" userId="S::matthew.gregory2@pearson.com::8c337df5-6986-499e-b190-07598673e62f" providerId="AD" clId="Web-{CE6D8B15-298C-1790-5B6F-8EC98700D14A}" dt="2024-07-09T13:48:49.595" v="6"/>
        <pc:sldMkLst>
          <pc:docMk/>
          <pc:sldMk cId="0" sldId="272"/>
        </pc:sldMkLst>
        <pc:spChg chg="add">
          <ac:chgData name="Matthew Gregory" userId="S::matthew.gregory2@pearson.com::8c337df5-6986-499e-b190-07598673e62f" providerId="AD" clId="Web-{CE6D8B15-298C-1790-5B6F-8EC98700D14A}" dt="2024-07-09T13:48:49.595" v="6"/>
          <ac:spMkLst>
            <pc:docMk/>
            <pc:sldMk cId="0" sldId="272"/>
            <ac:spMk id="4" creationId="{F999B38E-328D-E190-CDA1-A5DE8EACDC7E}"/>
          </ac:spMkLst>
        </pc:spChg>
      </pc:sldChg>
      <pc:sldChg chg="addSp modSp">
        <pc:chgData name="Matthew Gregory" userId="S::matthew.gregory2@pearson.com::8c337df5-6986-499e-b190-07598673e62f" providerId="AD" clId="Web-{CE6D8B15-298C-1790-5B6F-8EC98700D14A}" dt="2024-07-09T13:48:58.220" v="8" actId="1076"/>
        <pc:sldMkLst>
          <pc:docMk/>
          <pc:sldMk cId="2236349469" sldId="318"/>
        </pc:sldMkLst>
        <pc:spChg chg="add mod">
          <ac:chgData name="Matthew Gregory" userId="S::matthew.gregory2@pearson.com::8c337df5-6986-499e-b190-07598673e62f" providerId="AD" clId="Web-{CE6D8B15-298C-1790-5B6F-8EC98700D14A}" dt="2024-07-09T13:48:58.220" v="8" actId="1076"/>
          <ac:spMkLst>
            <pc:docMk/>
            <pc:sldMk cId="2236349469" sldId="318"/>
            <ac:spMk id="4" creationId="{82149254-D0EE-9FD6-4D67-16DCD2D93194}"/>
          </ac:spMkLst>
        </pc:spChg>
      </pc:sldChg>
      <pc:sldChg chg="addSp">
        <pc:chgData name="Matthew Gregory" userId="S::matthew.gregory2@pearson.com::8c337df5-6986-499e-b190-07598673e62f" providerId="AD" clId="Web-{CE6D8B15-298C-1790-5B6F-8EC98700D14A}" dt="2024-07-09T13:49:04.548" v="13"/>
        <pc:sldMkLst>
          <pc:docMk/>
          <pc:sldMk cId="211838768" sldId="319"/>
        </pc:sldMkLst>
        <pc:spChg chg="add">
          <ac:chgData name="Matthew Gregory" userId="S::matthew.gregory2@pearson.com::8c337df5-6986-499e-b190-07598673e62f" providerId="AD" clId="Web-{CE6D8B15-298C-1790-5B6F-8EC98700D14A}" dt="2024-07-09T13:49:04.548" v="13"/>
          <ac:spMkLst>
            <pc:docMk/>
            <pc:sldMk cId="211838768" sldId="319"/>
            <ac:spMk id="4" creationId="{E23E3AAE-510E-320A-42D9-9A0AF5279206}"/>
          </ac:spMkLst>
        </pc:spChg>
      </pc:sldChg>
      <pc:sldChg chg="addSp">
        <pc:chgData name="Matthew Gregory" userId="S::matthew.gregory2@pearson.com::8c337df5-6986-499e-b190-07598673e62f" providerId="AD" clId="Web-{CE6D8B15-298C-1790-5B6F-8EC98700D14A}" dt="2024-07-09T13:49:16.892" v="21"/>
        <pc:sldMkLst>
          <pc:docMk/>
          <pc:sldMk cId="3526565665" sldId="320"/>
        </pc:sldMkLst>
        <pc:spChg chg="add">
          <ac:chgData name="Matthew Gregory" userId="S::matthew.gregory2@pearson.com::8c337df5-6986-499e-b190-07598673e62f" providerId="AD" clId="Web-{CE6D8B15-298C-1790-5B6F-8EC98700D14A}" dt="2024-07-09T13:49:16.892" v="21"/>
          <ac:spMkLst>
            <pc:docMk/>
            <pc:sldMk cId="3526565665" sldId="320"/>
            <ac:spMk id="6" creationId="{080D33C7-662B-C369-A3C6-EFAF16F7E8AD}"/>
          </ac:spMkLst>
        </pc:spChg>
      </pc:sldChg>
      <pc:sldChg chg="addSp">
        <pc:chgData name="Matthew Gregory" userId="S::matthew.gregory2@pearson.com::8c337df5-6986-499e-b190-07598673e62f" providerId="AD" clId="Web-{CE6D8B15-298C-1790-5B6F-8EC98700D14A}" dt="2024-07-09T13:49:20.845" v="24"/>
        <pc:sldMkLst>
          <pc:docMk/>
          <pc:sldMk cId="2402631685" sldId="321"/>
        </pc:sldMkLst>
        <pc:spChg chg="add">
          <ac:chgData name="Matthew Gregory" userId="S::matthew.gregory2@pearson.com::8c337df5-6986-499e-b190-07598673e62f" providerId="AD" clId="Web-{CE6D8B15-298C-1790-5B6F-8EC98700D14A}" dt="2024-07-09T13:49:20.845" v="24"/>
          <ac:spMkLst>
            <pc:docMk/>
            <pc:sldMk cId="2402631685" sldId="321"/>
            <ac:spMk id="4" creationId="{0A9CE66F-5F44-1F50-18DA-921F23E51FFC}"/>
          </ac:spMkLst>
        </pc:spChg>
      </pc:sldChg>
      <pc:sldChg chg="addSp">
        <pc:chgData name="Matthew Gregory" userId="S::matthew.gregory2@pearson.com::8c337df5-6986-499e-b190-07598673e62f" providerId="AD" clId="Web-{CE6D8B15-298C-1790-5B6F-8EC98700D14A}" dt="2024-07-09T13:49:22.236" v="25"/>
        <pc:sldMkLst>
          <pc:docMk/>
          <pc:sldMk cId="2109112401" sldId="322"/>
        </pc:sldMkLst>
        <pc:spChg chg="add">
          <ac:chgData name="Matthew Gregory" userId="S::matthew.gregory2@pearson.com::8c337df5-6986-499e-b190-07598673e62f" providerId="AD" clId="Web-{CE6D8B15-298C-1790-5B6F-8EC98700D14A}" dt="2024-07-09T13:49:22.236" v="25"/>
          <ac:spMkLst>
            <pc:docMk/>
            <pc:sldMk cId="2109112401" sldId="322"/>
            <ac:spMk id="5" creationId="{DF7DFA21-E01D-9A34-D79E-0F905262ACEB}"/>
          </ac:spMkLst>
        </pc:spChg>
      </pc:sldChg>
      <pc:sldChg chg="addSp">
        <pc:chgData name="Matthew Gregory" userId="S::matthew.gregory2@pearson.com::8c337df5-6986-499e-b190-07598673e62f" providerId="AD" clId="Web-{CE6D8B15-298C-1790-5B6F-8EC98700D14A}" dt="2024-07-09T13:49:00.595" v="10"/>
        <pc:sldMkLst>
          <pc:docMk/>
          <pc:sldMk cId="2585700772" sldId="323"/>
        </pc:sldMkLst>
        <pc:spChg chg="add">
          <ac:chgData name="Matthew Gregory" userId="S::matthew.gregory2@pearson.com::8c337df5-6986-499e-b190-07598673e62f" providerId="AD" clId="Web-{CE6D8B15-298C-1790-5B6F-8EC98700D14A}" dt="2024-07-09T13:49:00.595" v="10"/>
          <ac:spMkLst>
            <pc:docMk/>
            <pc:sldMk cId="2585700772" sldId="323"/>
            <ac:spMk id="5" creationId="{0D6A3234-672E-E6D6-46D2-BF1CD39A0720}"/>
          </ac:spMkLst>
        </pc:spChg>
      </pc:sldChg>
      <pc:sldChg chg="addSp">
        <pc:chgData name="Matthew Gregory" userId="S::matthew.gregory2@pearson.com::8c337df5-6986-499e-b190-07598673e62f" providerId="AD" clId="Web-{CE6D8B15-298C-1790-5B6F-8EC98700D14A}" dt="2024-07-09T13:49:01.798" v="11"/>
        <pc:sldMkLst>
          <pc:docMk/>
          <pc:sldMk cId="3285675753" sldId="324"/>
        </pc:sldMkLst>
        <pc:spChg chg="add">
          <ac:chgData name="Matthew Gregory" userId="S::matthew.gregory2@pearson.com::8c337df5-6986-499e-b190-07598673e62f" providerId="AD" clId="Web-{CE6D8B15-298C-1790-5B6F-8EC98700D14A}" dt="2024-07-09T13:49:01.798" v="11"/>
          <ac:spMkLst>
            <pc:docMk/>
            <pc:sldMk cId="3285675753" sldId="324"/>
            <ac:spMk id="5" creationId="{5D0370E2-C823-D457-2FC4-FFD60C40A2D9}"/>
          </ac:spMkLst>
        </pc:spChg>
      </pc:sldChg>
      <pc:sldChg chg="addSp">
        <pc:chgData name="Matthew Gregory" userId="S::matthew.gregory2@pearson.com::8c337df5-6986-499e-b190-07598673e62f" providerId="AD" clId="Web-{CE6D8B15-298C-1790-5B6F-8EC98700D14A}" dt="2024-07-09T13:49:03.564" v="12"/>
        <pc:sldMkLst>
          <pc:docMk/>
          <pc:sldMk cId="842008960" sldId="325"/>
        </pc:sldMkLst>
        <pc:spChg chg="add">
          <ac:chgData name="Matthew Gregory" userId="S::matthew.gregory2@pearson.com::8c337df5-6986-499e-b190-07598673e62f" providerId="AD" clId="Web-{CE6D8B15-298C-1790-5B6F-8EC98700D14A}" dt="2024-07-09T13:49:03.564" v="12"/>
          <ac:spMkLst>
            <pc:docMk/>
            <pc:sldMk cId="842008960" sldId="325"/>
            <ac:spMk id="6" creationId="{34B19824-07C1-3793-4EF3-50D52569A398}"/>
          </ac:spMkLst>
        </pc:spChg>
      </pc:sldChg>
      <pc:sldChg chg="addSp">
        <pc:chgData name="Matthew Gregory" userId="S::matthew.gregory2@pearson.com::8c337df5-6986-499e-b190-07598673e62f" providerId="AD" clId="Web-{CE6D8B15-298C-1790-5B6F-8EC98700D14A}" dt="2024-07-09T13:49:06.704" v="14"/>
        <pc:sldMkLst>
          <pc:docMk/>
          <pc:sldMk cId="1267694298" sldId="326"/>
        </pc:sldMkLst>
        <pc:spChg chg="add">
          <ac:chgData name="Matthew Gregory" userId="S::matthew.gregory2@pearson.com::8c337df5-6986-499e-b190-07598673e62f" providerId="AD" clId="Web-{CE6D8B15-298C-1790-5B6F-8EC98700D14A}" dt="2024-07-09T13:49:06.704" v="14"/>
          <ac:spMkLst>
            <pc:docMk/>
            <pc:sldMk cId="1267694298" sldId="326"/>
            <ac:spMk id="5" creationId="{A5475822-0BD6-0606-2431-3E99EF8D5C84}"/>
          </ac:spMkLst>
        </pc:spChg>
      </pc:sldChg>
      <pc:sldChg chg="addSp">
        <pc:chgData name="Matthew Gregory" userId="S::matthew.gregory2@pearson.com::8c337df5-6986-499e-b190-07598673e62f" providerId="AD" clId="Web-{CE6D8B15-298C-1790-5B6F-8EC98700D14A}" dt="2024-07-09T13:49:12.501" v="18"/>
        <pc:sldMkLst>
          <pc:docMk/>
          <pc:sldMk cId="891750736" sldId="327"/>
        </pc:sldMkLst>
        <pc:spChg chg="add">
          <ac:chgData name="Matthew Gregory" userId="S::matthew.gregory2@pearson.com::8c337df5-6986-499e-b190-07598673e62f" providerId="AD" clId="Web-{CE6D8B15-298C-1790-5B6F-8EC98700D14A}" dt="2024-07-09T13:49:12.501" v="18"/>
          <ac:spMkLst>
            <pc:docMk/>
            <pc:sldMk cId="891750736" sldId="327"/>
            <ac:spMk id="5" creationId="{652D79B3-BD13-6864-0C6B-75A96FFC3067}"/>
          </ac:spMkLst>
        </pc:spChg>
      </pc:sldChg>
      <pc:sldChg chg="addSp">
        <pc:chgData name="Matthew Gregory" userId="S::matthew.gregory2@pearson.com::8c337df5-6986-499e-b190-07598673e62f" providerId="AD" clId="Web-{CE6D8B15-298C-1790-5B6F-8EC98700D14A}" dt="2024-07-09T13:49:09.736" v="16"/>
        <pc:sldMkLst>
          <pc:docMk/>
          <pc:sldMk cId="662470087" sldId="328"/>
        </pc:sldMkLst>
        <pc:spChg chg="add">
          <ac:chgData name="Matthew Gregory" userId="S::matthew.gregory2@pearson.com::8c337df5-6986-499e-b190-07598673e62f" providerId="AD" clId="Web-{CE6D8B15-298C-1790-5B6F-8EC98700D14A}" dt="2024-07-09T13:49:09.736" v="16"/>
          <ac:spMkLst>
            <pc:docMk/>
            <pc:sldMk cId="662470087" sldId="328"/>
            <ac:spMk id="5" creationId="{55A75921-9C33-8577-45D7-4C3B267158BD}"/>
          </ac:spMkLst>
        </pc:spChg>
      </pc:sldChg>
      <pc:sldChg chg="addSp">
        <pc:chgData name="Matthew Gregory" userId="S::matthew.gregory2@pearson.com::8c337df5-6986-499e-b190-07598673e62f" providerId="AD" clId="Web-{CE6D8B15-298C-1790-5B6F-8EC98700D14A}" dt="2024-07-09T13:49:14.001" v="19"/>
        <pc:sldMkLst>
          <pc:docMk/>
          <pc:sldMk cId="2168107324" sldId="329"/>
        </pc:sldMkLst>
        <pc:spChg chg="add">
          <ac:chgData name="Matthew Gregory" userId="S::matthew.gregory2@pearson.com::8c337df5-6986-499e-b190-07598673e62f" providerId="AD" clId="Web-{CE6D8B15-298C-1790-5B6F-8EC98700D14A}" dt="2024-07-09T13:49:14.001" v="19"/>
          <ac:spMkLst>
            <pc:docMk/>
            <pc:sldMk cId="2168107324" sldId="329"/>
            <ac:spMk id="4" creationId="{F16B8E30-4C54-C68B-75CD-AE39F1169EE5}"/>
          </ac:spMkLst>
        </pc:spChg>
      </pc:sldChg>
      <pc:sldChg chg="addSp">
        <pc:chgData name="Matthew Gregory" userId="S::matthew.gregory2@pearson.com::8c337df5-6986-499e-b190-07598673e62f" providerId="AD" clId="Web-{CE6D8B15-298C-1790-5B6F-8EC98700D14A}" dt="2024-07-09T13:49:25.876" v="27"/>
        <pc:sldMkLst>
          <pc:docMk/>
          <pc:sldMk cId="4272893632" sldId="330"/>
        </pc:sldMkLst>
        <pc:spChg chg="add">
          <ac:chgData name="Matthew Gregory" userId="S::matthew.gregory2@pearson.com::8c337df5-6986-499e-b190-07598673e62f" providerId="AD" clId="Web-{CE6D8B15-298C-1790-5B6F-8EC98700D14A}" dt="2024-07-09T13:49:25.876" v="27"/>
          <ac:spMkLst>
            <pc:docMk/>
            <pc:sldMk cId="4272893632" sldId="330"/>
            <ac:spMk id="5" creationId="{C8C6187C-AAEF-E089-8CDF-56D0B277FF22}"/>
          </ac:spMkLst>
        </pc:spChg>
      </pc:sldChg>
      <pc:sldChg chg="addSp">
        <pc:chgData name="Matthew Gregory" userId="S::matthew.gregory2@pearson.com::8c337df5-6986-499e-b190-07598673e62f" providerId="AD" clId="Web-{CE6D8B15-298C-1790-5B6F-8EC98700D14A}" dt="2024-07-09T13:49:27.017" v="28"/>
        <pc:sldMkLst>
          <pc:docMk/>
          <pc:sldMk cId="3268422281" sldId="331"/>
        </pc:sldMkLst>
        <pc:spChg chg="add">
          <ac:chgData name="Matthew Gregory" userId="S::matthew.gregory2@pearson.com::8c337df5-6986-499e-b190-07598673e62f" providerId="AD" clId="Web-{CE6D8B15-298C-1790-5B6F-8EC98700D14A}" dt="2024-07-09T13:49:27.017" v="28"/>
          <ac:spMkLst>
            <pc:docMk/>
            <pc:sldMk cId="3268422281" sldId="331"/>
            <ac:spMk id="6" creationId="{7B8BF291-38B4-6B39-5C17-6FD579F9BC3F}"/>
          </ac:spMkLst>
        </pc:spChg>
      </pc:sldChg>
      <pc:sldChg chg="addSp">
        <pc:chgData name="Matthew Gregory" userId="S::matthew.gregory2@pearson.com::8c337df5-6986-499e-b190-07598673e62f" providerId="AD" clId="Web-{CE6D8B15-298C-1790-5B6F-8EC98700D14A}" dt="2024-07-09T13:48:46.267" v="4"/>
        <pc:sldMkLst>
          <pc:docMk/>
          <pc:sldMk cId="123779108" sldId="333"/>
        </pc:sldMkLst>
        <pc:spChg chg="add">
          <ac:chgData name="Matthew Gregory" userId="S::matthew.gregory2@pearson.com::8c337df5-6986-499e-b190-07598673e62f" providerId="AD" clId="Web-{CE6D8B15-298C-1790-5B6F-8EC98700D14A}" dt="2024-07-09T13:48:46.267" v="4"/>
          <ac:spMkLst>
            <pc:docMk/>
            <pc:sldMk cId="123779108" sldId="333"/>
            <ac:spMk id="4" creationId="{213074E8-6C01-2D4E-119A-B9A2F05D5768}"/>
          </ac:spMkLst>
        </pc:spChg>
      </pc:sldChg>
      <pc:sldChg chg="addSp">
        <pc:chgData name="Matthew Gregory" userId="S::matthew.gregory2@pearson.com::8c337df5-6986-499e-b190-07598673e62f" providerId="AD" clId="Web-{CE6D8B15-298C-1790-5B6F-8EC98700D14A}" dt="2024-07-09T13:49:08.345" v="15"/>
        <pc:sldMkLst>
          <pc:docMk/>
          <pc:sldMk cId="1241252544" sldId="334"/>
        </pc:sldMkLst>
        <pc:spChg chg="add">
          <ac:chgData name="Matthew Gregory" userId="S::matthew.gregory2@pearson.com::8c337df5-6986-499e-b190-07598673e62f" providerId="AD" clId="Web-{CE6D8B15-298C-1790-5B6F-8EC98700D14A}" dt="2024-07-09T13:49:08.345" v="15"/>
          <ac:spMkLst>
            <pc:docMk/>
            <pc:sldMk cId="1241252544" sldId="334"/>
            <ac:spMk id="5" creationId="{E730C8BF-D868-003D-CFBB-209FEC7D69EF}"/>
          </ac:spMkLst>
        </pc:spChg>
      </pc:sldChg>
      <pc:sldChg chg="addSp">
        <pc:chgData name="Matthew Gregory" userId="S::matthew.gregory2@pearson.com::8c337df5-6986-499e-b190-07598673e62f" providerId="AD" clId="Web-{CE6D8B15-298C-1790-5B6F-8EC98700D14A}" dt="2024-07-09T13:49:15.361" v="20"/>
        <pc:sldMkLst>
          <pc:docMk/>
          <pc:sldMk cId="862582236" sldId="335"/>
        </pc:sldMkLst>
        <pc:spChg chg="add">
          <ac:chgData name="Matthew Gregory" userId="S::matthew.gregory2@pearson.com::8c337df5-6986-499e-b190-07598673e62f" providerId="AD" clId="Web-{CE6D8B15-298C-1790-5B6F-8EC98700D14A}" dt="2024-07-09T13:49:15.361" v="20"/>
          <ac:spMkLst>
            <pc:docMk/>
            <pc:sldMk cId="862582236" sldId="335"/>
            <ac:spMk id="5" creationId="{6C13DE8D-1D08-A302-15A9-84EB83350B8F}"/>
          </ac:spMkLst>
        </pc:spChg>
      </pc:sldChg>
      <pc:sldChg chg="addSp">
        <pc:chgData name="Matthew Gregory" userId="S::matthew.gregory2@pearson.com::8c337df5-6986-499e-b190-07598673e62f" providerId="AD" clId="Web-{CE6D8B15-298C-1790-5B6F-8EC98700D14A}" dt="2024-07-09T13:49:24.064" v="26"/>
        <pc:sldMkLst>
          <pc:docMk/>
          <pc:sldMk cId="2791135740" sldId="336"/>
        </pc:sldMkLst>
        <pc:spChg chg="add">
          <ac:chgData name="Matthew Gregory" userId="S::matthew.gregory2@pearson.com::8c337df5-6986-499e-b190-07598673e62f" providerId="AD" clId="Web-{CE6D8B15-298C-1790-5B6F-8EC98700D14A}" dt="2024-07-09T13:49:24.064" v="26"/>
          <ac:spMkLst>
            <pc:docMk/>
            <pc:sldMk cId="2791135740" sldId="336"/>
            <ac:spMk id="5" creationId="{198EFCE9-B7D2-B4AD-3CF1-114AD7D1F4F3}"/>
          </ac:spMkLst>
        </pc:spChg>
      </pc:sldChg>
      <pc:sldChg chg="addSp">
        <pc:chgData name="Matthew Gregory" userId="S::matthew.gregory2@pearson.com::8c337df5-6986-499e-b190-07598673e62f" providerId="AD" clId="Web-{CE6D8B15-298C-1790-5B6F-8EC98700D14A}" dt="2024-07-09T13:49:19.642" v="23"/>
        <pc:sldMkLst>
          <pc:docMk/>
          <pc:sldMk cId="4252821902" sldId="339"/>
        </pc:sldMkLst>
        <pc:spChg chg="add">
          <ac:chgData name="Matthew Gregory" userId="S::matthew.gregory2@pearson.com::8c337df5-6986-499e-b190-07598673e62f" providerId="AD" clId="Web-{CE6D8B15-298C-1790-5B6F-8EC98700D14A}" dt="2024-07-09T13:49:19.642" v="23"/>
          <ac:spMkLst>
            <pc:docMk/>
            <pc:sldMk cId="4252821902" sldId="339"/>
            <ac:spMk id="6" creationId="{57E7C48C-39E4-51F4-BD19-4ACDDFA27FB2}"/>
          </ac:spMkLst>
        </pc:spChg>
      </pc:sldChg>
      <pc:sldChg chg="addSp">
        <pc:chgData name="Matthew Gregory" userId="S::matthew.gregory2@pearson.com::8c337df5-6986-499e-b190-07598673e62f" providerId="AD" clId="Web-{CE6D8B15-298C-1790-5B6F-8EC98700D14A}" dt="2024-07-09T13:48:59.033" v="9"/>
        <pc:sldMkLst>
          <pc:docMk/>
          <pc:sldMk cId="120250636" sldId="340"/>
        </pc:sldMkLst>
        <pc:spChg chg="add">
          <ac:chgData name="Matthew Gregory" userId="S::matthew.gregory2@pearson.com::8c337df5-6986-499e-b190-07598673e62f" providerId="AD" clId="Web-{CE6D8B15-298C-1790-5B6F-8EC98700D14A}" dt="2024-07-09T13:48:59.033" v="9"/>
          <ac:spMkLst>
            <pc:docMk/>
            <pc:sldMk cId="120250636" sldId="340"/>
            <ac:spMk id="4" creationId="{1A1211F9-A5CF-5747-2B87-A2749D891F0A}"/>
          </ac:spMkLst>
        </pc:spChg>
      </pc:sldChg>
      <pc:sldChg chg="addSp">
        <pc:chgData name="Matthew Gregory" userId="S::matthew.gregory2@pearson.com::8c337df5-6986-499e-b190-07598673e62f" providerId="AD" clId="Web-{CE6D8B15-298C-1790-5B6F-8EC98700D14A}" dt="2024-07-09T13:49:11.345" v="17"/>
        <pc:sldMkLst>
          <pc:docMk/>
          <pc:sldMk cId="4129385877" sldId="341"/>
        </pc:sldMkLst>
        <pc:spChg chg="add">
          <ac:chgData name="Matthew Gregory" userId="S::matthew.gregory2@pearson.com::8c337df5-6986-499e-b190-07598673e62f" providerId="AD" clId="Web-{CE6D8B15-298C-1790-5B6F-8EC98700D14A}" dt="2024-07-09T13:49:11.345" v="17"/>
          <ac:spMkLst>
            <pc:docMk/>
            <pc:sldMk cId="4129385877" sldId="341"/>
            <ac:spMk id="5" creationId="{9A713C0C-F6E9-08D1-82C8-A5CAB24F5B02}"/>
          </ac:spMkLst>
        </pc:spChg>
      </pc:sldChg>
      <pc:sldChg chg="addSp">
        <pc:chgData name="Matthew Gregory" userId="S::matthew.gregory2@pearson.com::8c337df5-6986-499e-b190-07598673e62f" providerId="AD" clId="Web-{CE6D8B15-298C-1790-5B6F-8EC98700D14A}" dt="2024-07-09T13:49:18.283" v="22"/>
        <pc:sldMkLst>
          <pc:docMk/>
          <pc:sldMk cId="1085528761" sldId="345"/>
        </pc:sldMkLst>
        <pc:spChg chg="add">
          <ac:chgData name="Matthew Gregory" userId="S::matthew.gregory2@pearson.com::8c337df5-6986-499e-b190-07598673e62f" providerId="AD" clId="Web-{CE6D8B15-298C-1790-5B6F-8EC98700D14A}" dt="2024-07-09T13:49:18.283" v="22"/>
          <ac:spMkLst>
            <pc:docMk/>
            <pc:sldMk cId="1085528761" sldId="345"/>
            <ac:spMk id="6" creationId="{85A91B55-2B7E-E83E-E648-8FB6590D0639}"/>
          </ac:spMkLst>
        </pc:spChg>
      </pc:sldChg>
    </pc:docChg>
  </pc:docChgLst>
  <pc:docChgLst>
    <pc:chgData name="Paul Winser" userId="c3146a91-e6bd-4264-bd86-e164e04bc32d" providerId="ADAL" clId="{68083B38-6358-4A81-81DF-6A7C6D99F093}"/>
    <pc:docChg chg="undo custSel addSld modSld">
      <pc:chgData name="Paul Winser" userId="c3146a91-e6bd-4264-bd86-e164e04bc32d" providerId="ADAL" clId="{68083B38-6358-4A81-81DF-6A7C6D99F093}" dt="2024-08-20T17:25:08.818" v="314" actId="20577"/>
      <pc:docMkLst>
        <pc:docMk/>
      </pc:docMkLst>
      <pc:sldChg chg="addSp delSp modSp mod">
        <pc:chgData name="Paul Winser" userId="c3146a91-e6bd-4264-bd86-e164e04bc32d" providerId="ADAL" clId="{68083B38-6358-4A81-81DF-6A7C6D99F093}" dt="2024-08-20T17:25:08.818" v="314" actId="20577"/>
        <pc:sldMkLst>
          <pc:docMk/>
          <pc:sldMk cId="0" sldId="256"/>
        </pc:sldMkLst>
        <pc:spChg chg="del">
          <ac:chgData name="Paul Winser" userId="c3146a91-e6bd-4264-bd86-e164e04bc32d" providerId="ADAL" clId="{68083B38-6358-4A81-81DF-6A7C6D99F093}" dt="2024-08-20T17:25:02.443" v="310" actId="478"/>
          <ac:spMkLst>
            <pc:docMk/>
            <pc:sldMk cId="0" sldId="256"/>
            <ac:spMk id="2" creationId="{69CEE7BD-4719-97FF-C3A9-E4E77E4DDC1D}"/>
          </ac:spMkLst>
        </pc:spChg>
        <pc:spChg chg="mod">
          <ac:chgData name="Paul Winser" userId="c3146a91-e6bd-4264-bd86-e164e04bc32d" providerId="ADAL" clId="{68083B38-6358-4A81-81DF-6A7C6D99F093}" dt="2024-08-20T17:25:08.818" v="314" actId="20577"/>
          <ac:spMkLst>
            <pc:docMk/>
            <pc:sldMk cId="0" sldId="256"/>
            <ac:spMk id="3" creationId="{986D29E0-B089-110D-BF1E-B3C37F2C37F9}"/>
          </ac:spMkLst>
        </pc:spChg>
        <pc:spChg chg="del">
          <ac:chgData name="Paul Winser" userId="c3146a91-e6bd-4264-bd86-e164e04bc32d" providerId="ADAL" clId="{68083B38-6358-4A81-81DF-6A7C6D99F093}" dt="2024-08-19T09:33:44.875" v="0" actId="478"/>
          <ac:spMkLst>
            <pc:docMk/>
            <pc:sldMk cId="0" sldId="256"/>
            <ac:spMk id="4" creationId="{072E5EF8-DF57-507D-388A-A517C8A3EF83}"/>
          </ac:spMkLst>
        </pc:spChg>
        <pc:spChg chg="add mod">
          <ac:chgData name="Paul Winser" userId="c3146a91-e6bd-4264-bd86-e164e04bc32d" providerId="ADAL" clId="{68083B38-6358-4A81-81DF-6A7C6D99F093}" dt="2024-08-20T17:25:02.631" v="311"/>
          <ac:spMkLst>
            <pc:docMk/>
            <pc:sldMk cId="0" sldId="256"/>
            <ac:spMk id="4" creationId="{84644A32-0BF0-5537-F083-7D73576F56A9}"/>
          </ac:spMkLst>
        </pc:spChg>
      </pc:sldChg>
      <pc:sldChg chg="delSp mod">
        <pc:chgData name="Paul Winser" userId="c3146a91-e6bd-4264-bd86-e164e04bc32d" providerId="ADAL" clId="{68083B38-6358-4A81-81DF-6A7C6D99F093}" dt="2024-08-19T09:33:48.929" v="2" actId="478"/>
        <pc:sldMkLst>
          <pc:docMk/>
          <pc:sldMk cId="0" sldId="257"/>
        </pc:sldMkLst>
        <pc:spChg chg="del">
          <ac:chgData name="Paul Winser" userId="c3146a91-e6bd-4264-bd86-e164e04bc32d" providerId="ADAL" clId="{68083B38-6358-4A81-81DF-6A7C6D99F093}" dt="2024-08-19T09:33:47.485" v="1" actId="478"/>
          <ac:spMkLst>
            <pc:docMk/>
            <pc:sldMk cId="0" sldId="257"/>
            <ac:spMk id="2" creationId="{9306CBF1-E45C-11B6-C2AE-92EC675DD9DA}"/>
          </ac:spMkLst>
        </pc:spChg>
        <pc:spChg chg="del">
          <ac:chgData name="Paul Winser" userId="c3146a91-e6bd-4264-bd86-e164e04bc32d" providerId="ADAL" clId="{68083B38-6358-4A81-81DF-6A7C6D99F093}" dt="2024-08-19T09:33:48.929" v="2" actId="478"/>
          <ac:spMkLst>
            <pc:docMk/>
            <pc:sldMk cId="0" sldId="257"/>
            <ac:spMk id="4" creationId="{7807E9AA-AD03-2CE8-C145-6348FFDF89C7}"/>
          </ac:spMkLst>
        </pc:spChg>
      </pc:sldChg>
      <pc:sldChg chg="delSp modSp mod">
        <pc:chgData name="Paul Winser" userId="c3146a91-e6bd-4264-bd86-e164e04bc32d" providerId="ADAL" clId="{68083B38-6358-4A81-81DF-6A7C6D99F093}" dt="2024-08-19T09:34:02.394" v="7" actId="478"/>
        <pc:sldMkLst>
          <pc:docMk/>
          <pc:sldMk cId="0" sldId="258"/>
        </pc:sldMkLst>
        <pc:spChg chg="del">
          <ac:chgData name="Paul Winser" userId="c3146a91-e6bd-4264-bd86-e164e04bc32d" providerId="ADAL" clId="{68083B38-6358-4A81-81DF-6A7C6D99F093}" dt="2024-08-19T09:34:02.394" v="7" actId="478"/>
          <ac:spMkLst>
            <pc:docMk/>
            <pc:sldMk cId="0" sldId="258"/>
            <ac:spMk id="2" creationId="{5BFD6D79-0D52-3B59-9120-5E7D03E9C3B0}"/>
          </ac:spMkLst>
        </pc:spChg>
        <pc:spChg chg="del">
          <ac:chgData name="Paul Winser" userId="c3146a91-e6bd-4264-bd86-e164e04bc32d" providerId="ADAL" clId="{68083B38-6358-4A81-81DF-6A7C6D99F093}" dt="2024-08-19T09:34:00.046" v="6" actId="478"/>
          <ac:spMkLst>
            <pc:docMk/>
            <pc:sldMk cId="0" sldId="258"/>
            <ac:spMk id="4" creationId="{6C631252-D6C2-0C94-6D6B-1379451F327A}"/>
          </ac:spMkLst>
        </pc:spChg>
        <pc:spChg chg="mod">
          <ac:chgData name="Paul Winser" userId="c3146a91-e6bd-4264-bd86-e164e04bc32d" providerId="ADAL" clId="{68083B38-6358-4A81-81DF-6A7C6D99F093}" dt="2024-08-19T09:33:57.303" v="5" actId="6549"/>
          <ac:spMkLst>
            <pc:docMk/>
            <pc:sldMk cId="0" sldId="258"/>
            <ac:spMk id="32771" creationId="{44DFA49F-83B7-E61C-00EB-D6046D571A05}"/>
          </ac:spMkLst>
        </pc:spChg>
      </pc:sldChg>
      <pc:sldChg chg="delSp mod modNotesTx">
        <pc:chgData name="Paul Winser" userId="c3146a91-e6bd-4264-bd86-e164e04bc32d" providerId="ADAL" clId="{68083B38-6358-4A81-81DF-6A7C6D99F093}" dt="2024-08-19T09:34:11.323" v="10" actId="6549"/>
        <pc:sldMkLst>
          <pc:docMk/>
          <pc:sldMk cId="0" sldId="272"/>
        </pc:sldMkLst>
        <pc:spChg chg="del">
          <ac:chgData name="Paul Winser" userId="c3146a91-e6bd-4264-bd86-e164e04bc32d" providerId="ADAL" clId="{68083B38-6358-4A81-81DF-6A7C6D99F093}" dt="2024-08-19T09:34:07.273" v="9" actId="478"/>
          <ac:spMkLst>
            <pc:docMk/>
            <pc:sldMk cId="0" sldId="272"/>
            <ac:spMk id="2" creationId="{05B1BE3E-ADCA-1F18-352B-FF217132F050}"/>
          </ac:spMkLst>
        </pc:spChg>
        <pc:spChg chg="del">
          <ac:chgData name="Paul Winser" userId="c3146a91-e6bd-4264-bd86-e164e04bc32d" providerId="ADAL" clId="{68083B38-6358-4A81-81DF-6A7C6D99F093}" dt="2024-08-19T09:34:05.267" v="8" actId="478"/>
          <ac:spMkLst>
            <pc:docMk/>
            <pc:sldMk cId="0" sldId="272"/>
            <ac:spMk id="4" creationId="{F999B38E-328D-E190-CDA1-A5DE8EACDC7E}"/>
          </ac:spMkLst>
        </pc:spChg>
      </pc:sldChg>
      <pc:sldChg chg="delSp modSp mod">
        <pc:chgData name="Paul Winser" userId="c3146a91-e6bd-4264-bd86-e164e04bc32d" providerId="ADAL" clId="{68083B38-6358-4A81-81DF-6A7C6D99F093}" dt="2024-08-19T09:40:44.287" v="77" actId="14100"/>
        <pc:sldMkLst>
          <pc:docMk/>
          <pc:sldMk cId="2236349469" sldId="318"/>
        </pc:sldMkLst>
        <pc:spChg chg="del">
          <ac:chgData name="Paul Winser" userId="c3146a91-e6bd-4264-bd86-e164e04bc32d" providerId="ADAL" clId="{68083B38-6358-4A81-81DF-6A7C6D99F093}" dt="2024-08-19T09:34:17.177" v="12" actId="478"/>
          <ac:spMkLst>
            <pc:docMk/>
            <pc:sldMk cId="2236349469" sldId="318"/>
            <ac:spMk id="2" creationId="{F221A307-8A1D-DF85-997B-8F07D2C9420D}"/>
          </ac:spMkLst>
        </pc:spChg>
        <pc:spChg chg="del">
          <ac:chgData name="Paul Winser" userId="c3146a91-e6bd-4264-bd86-e164e04bc32d" providerId="ADAL" clId="{68083B38-6358-4A81-81DF-6A7C6D99F093}" dt="2024-08-19T09:34:15.653" v="11" actId="478"/>
          <ac:spMkLst>
            <pc:docMk/>
            <pc:sldMk cId="2236349469" sldId="318"/>
            <ac:spMk id="4" creationId="{82149254-D0EE-9FD6-4D67-16DCD2D93194}"/>
          </ac:spMkLst>
        </pc:spChg>
        <pc:spChg chg="mod">
          <ac:chgData name="Paul Winser" userId="c3146a91-e6bd-4264-bd86-e164e04bc32d" providerId="ADAL" clId="{68083B38-6358-4A81-81DF-6A7C6D99F093}" dt="2024-08-19T09:40:40.491" v="76" actId="948"/>
          <ac:spMkLst>
            <pc:docMk/>
            <pc:sldMk cId="2236349469" sldId="318"/>
            <ac:spMk id="34819" creationId="{453C7683-8588-7ABC-32E0-8A4E68218620}"/>
          </ac:spMkLst>
        </pc:spChg>
        <pc:picChg chg="mod">
          <ac:chgData name="Paul Winser" userId="c3146a91-e6bd-4264-bd86-e164e04bc32d" providerId="ADAL" clId="{68083B38-6358-4A81-81DF-6A7C6D99F093}" dt="2024-08-19T09:40:44.287" v="77" actId="14100"/>
          <ac:picMkLst>
            <pc:docMk/>
            <pc:sldMk cId="2236349469" sldId="318"/>
            <ac:picMk id="5" creationId="{FC103987-67AF-C6AA-2DF8-014E8BA6626C}"/>
          </ac:picMkLst>
        </pc:picChg>
      </pc:sldChg>
      <pc:sldChg chg="delSp mod">
        <pc:chgData name="Paul Winser" userId="c3146a91-e6bd-4264-bd86-e164e04bc32d" providerId="ADAL" clId="{68083B38-6358-4A81-81DF-6A7C6D99F093}" dt="2024-08-19T09:34:43.363" v="22" actId="478"/>
        <pc:sldMkLst>
          <pc:docMk/>
          <pc:sldMk cId="211838768" sldId="319"/>
        </pc:sldMkLst>
        <pc:spChg chg="del">
          <ac:chgData name="Paul Winser" userId="c3146a91-e6bd-4264-bd86-e164e04bc32d" providerId="ADAL" clId="{68083B38-6358-4A81-81DF-6A7C6D99F093}" dt="2024-08-19T09:34:43.363" v="22" actId="478"/>
          <ac:spMkLst>
            <pc:docMk/>
            <pc:sldMk cId="211838768" sldId="319"/>
            <ac:spMk id="2" creationId="{C4352329-7415-CA71-0EFE-43CFD9CD9A24}"/>
          </ac:spMkLst>
        </pc:spChg>
        <pc:spChg chg="del">
          <ac:chgData name="Paul Winser" userId="c3146a91-e6bd-4264-bd86-e164e04bc32d" providerId="ADAL" clId="{68083B38-6358-4A81-81DF-6A7C6D99F093}" dt="2024-08-19T09:34:42.255" v="21" actId="478"/>
          <ac:spMkLst>
            <pc:docMk/>
            <pc:sldMk cId="211838768" sldId="319"/>
            <ac:spMk id="4" creationId="{E23E3AAE-510E-320A-42D9-9A0AF5279206}"/>
          </ac:spMkLst>
        </pc:spChg>
      </pc:sldChg>
      <pc:sldChg chg="delSp modSp mod">
        <pc:chgData name="Paul Winser" userId="c3146a91-e6bd-4264-bd86-e164e04bc32d" providerId="ADAL" clId="{68083B38-6358-4A81-81DF-6A7C6D99F093}" dt="2024-08-19T09:48:52.415" v="188" actId="14100"/>
        <pc:sldMkLst>
          <pc:docMk/>
          <pc:sldMk cId="3526565665" sldId="320"/>
        </pc:sldMkLst>
        <pc:spChg chg="del">
          <ac:chgData name="Paul Winser" userId="c3146a91-e6bd-4264-bd86-e164e04bc32d" providerId="ADAL" clId="{68083B38-6358-4A81-81DF-6A7C6D99F093}" dt="2024-08-19T09:35:17.603" v="38" actId="478"/>
          <ac:spMkLst>
            <pc:docMk/>
            <pc:sldMk cId="3526565665" sldId="320"/>
            <ac:spMk id="3" creationId="{6A550DE5-040F-59B0-B01A-F9BA5A2406C9}"/>
          </ac:spMkLst>
        </pc:spChg>
        <pc:spChg chg="del">
          <ac:chgData name="Paul Winser" userId="c3146a91-e6bd-4264-bd86-e164e04bc32d" providerId="ADAL" clId="{68083B38-6358-4A81-81DF-6A7C6D99F093}" dt="2024-08-19T09:35:16.388" v="37" actId="478"/>
          <ac:spMkLst>
            <pc:docMk/>
            <pc:sldMk cId="3526565665" sldId="320"/>
            <ac:spMk id="6" creationId="{080D33C7-662B-C369-A3C6-EFAF16F7E8AD}"/>
          </ac:spMkLst>
        </pc:spChg>
        <pc:spChg chg="mod">
          <ac:chgData name="Paul Winser" userId="c3146a91-e6bd-4264-bd86-e164e04bc32d" providerId="ADAL" clId="{68083B38-6358-4A81-81DF-6A7C6D99F093}" dt="2024-08-19T09:47:57.800" v="172" actId="14100"/>
          <ac:spMkLst>
            <pc:docMk/>
            <pc:sldMk cId="3526565665" sldId="320"/>
            <ac:spMk id="34819" creationId="{453C7683-8588-7ABC-32E0-8A4E68218620}"/>
          </ac:spMkLst>
        </pc:spChg>
        <pc:graphicFrameChg chg="mod modGraphic">
          <ac:chgData name="Paul Winser" userId="c3146a91-e6bd-4264-bd86-e164e04bc32d" providerId="ADAL" clId="{68083B38-6358-4A81-81DF-6A7C6D99F093}" dt="2024-08-19T09:48:52.415" v="188" actId="14100"/>
          <ac:graphicFrameMkLst>
            <pc:docMk/>
            <pc:sldMk cId="3526565665" sldId="320"/>
            <ac:graphicFrameMk id="2" creationId="{426F09B5-9113-49F9-8364-F44D20700A03}"/>
          </ac:graphicFrameMkLst>
        </pc:graphicFrameChg>
        <pc:picChg chg="mod">
          <ac:chgData name="Paul Winser" userId="c3146a91-e6bd-4264-bd86-e164e04bc32d" providerId="ADAL" clId="{68083B38-6358-4A81-81DF-6A7C6D99F093}" dt="2024-08-19T09:47:53.441" v="171" actId="1076"/>
          <ac:picMkLst>
            <pc:docMk/>
            <pc:sldMk cId="3526565665" sldId="320"/>
            <ac:picMk id="5" creationId="{F3BD2F0C-AE30-C562-77DA-D32709A7F8DF}"/>
          </ac:picMkLst>
        </pc:picChg>
      </pc:sldChg>
      <pc:sldChg chg="delSp mod">
        <pc:chgData name="Paul Winser" userId="c3146a91-e6bd-4264-bd86-e164e04bc32d" providerId="ADAL" clId="{68083B38-6358-4A81-81DF-6A7C6D99F093}" dt="2024-08-19T09:35:31.555" v="44" actId="478"/>
        <pc:sldMkLst>
          <pc:docMk/>
          <pc:sldMk cId="2402631685" sldId="321"/>
        </pc:sldMkLst>
        <pc:spChg chg="del">
          <ac:chgData name="Paul Winser" userId="c3146a91-e6bd-4264-bd86-e164e04bc32d" providerId="ADAL" clId="{68083B38-6358-4A81-81DF-6A7C6D99F093}" dt="2024-08-19T09:35:31.555" v="44" actId="478"/>
          <ac:spMkLst>
            <pc:docMk/>
            <pc:sldMk cId="2402631685" sldId="321"/>
            <ac:spMk id="2" creationId="{94D5E956-D002-3226-486B-7C7814CD1500}"/>
          </ac:spMkLst>
        </pc:spChg>
        <pc:spChg chg="del">
          <ac:chgData name="Paul Winser" userId="c3146a91-e6bd-4264-bd86-e164e04bc32d" providerId="ADAL" clId="{68083B38-6358-4A81-81DF-6A7C6D99F093}" dt="2024-08-19T09:35:30.164" v="43" actId="478"/>
          <ac:spMkLst>
            <pc:docMk/>
            <pc:sldMk cId="2402631685" sldId="321"/>
            <ac:spMk id="4" creationId="{0A9CE66F-5F44-1F50-18DA-921F23E51FFC}"/>
          </ac:spMkLst>
        </pc:spChg>
      </pc:sldChg>
      <pc:sldChg chg="delSp modSp mod">
        <pc:chgData name="Paul Winser" userId="c3146a91-e6bd-4264-bd86-e164e04bc32d" providerId="ADAL" clId="{68083B38-6358-4A81-81DF-6A7C6D99F093}" dt="2024-08-19T09:50:00.031" v="200" actId="5793"/>
        <pc:sldMkLst>
          <pc:docMk/>
          <pc:sldMk cId="2109112401" sldId="322"/>
        </pc:sldMkLst>
        <pc:spChg chg="del">
          <ac:chgData name="Paul Winser" userId="c3146a91-e6bd-4264-bd86-e164e04bc32d" providerId="ADAL" clId="{68083B38-6358-4A81-81DF-6A7C6D99F093}" dt="2024-08-19T09:35:35.410" v="46" actId="478"/>
          <ac:spMkLst>
            <pc:docMk/>
            <pc:sldMk cId="2109112401" sldId="322"/>
            <ac:spMk id="2" creationId="{E1CD5D0F-E7B0-99C5-3396-C716D7E5353A}"/>
          </ac:spMkLst>
        </pc:spChg>
        <pc:spChg chg="del">
          <ac:chgData name="Paul Winser" userId="c3146a91-e6bd-4264-bd86-e164e04bc32d" providerId="ADAL" clId="{68083B38-6358-4A81-81DF-6A7C6D99F093}" dt="2024-08-19T09:35:34.075" v="45" actId="478"/>
          <ac:spMkLst>
            <pc:docMk/>
            <pc:sldMk cId="2109112401" sldId="322"/>
            <ac:spMk id="5" creationId="{DF7DFA21-E01D-9A34-D79E-0F905262ACEB}"/>
          </ac:spMkLst>
        </pc:spChg>
        <pc:spChg chg="mod">
          <ac:chgData name="Paul Winser" userId="c3146a91-e6bd-4264-bd86-e164e04bc32d" providerId="ADAL" clId="{68083B38-6358-4A81-81DF-6A7C6D99F093}" dt="2024-08-19T09:50:00.031" v="200" actId="5793"/>
          <ac:spMkLst>
            <pc:docMk/>
            <pc:sldMk cId="2109112401" sldId="322"/>
            <ac:spMk id="34819" creationId="{453C7683-8588-7ABC-32E0-8A4E68218620}"/>
          </ac:spMkLst>
        </pc:spChg>
      </pc:sldChg>
      <pc:sldChg chg="delSp modSp mod">
        <pc:chgData name="Paul Winser" userId="c3146a91-e6bd-4264-bd86-e164e04bc32d" providerId="ADAL" clId="{68083B38-6358-4A81-81DF-6A7C6D99F093}" dt="2024-08-19T09:43:05.343" v="116" actId="20577"/>
        <pc:sldMkLst>
          <pc:docMk/>
          <pc:sldMk cId="2585700772" sldId="323"/>
        </pc:sldMkLst>
        <pc:spChg chg="del">
          <ac:chgData name="Paul Winser" userId="c3146a91-e6bd-4264-bd86-e164e04bc32d" providerId="ADAL" clId="{68083B38-6358-4A81-81DF-6A7C6D99F093}" dt="2024-08-19T09:34:27.865" v="16" actId="478"/>
          <ac:spMkLst>
            <pc:docMk/>
            <pc:sldMk cId="2585700772" sldId="323"/>
            <ac:spMk id="2" creationId="{046DA6B8-EC75-F6EF-268A-F3DA58F0974B}"/>
          </ac:spMkLst>
        </pc:spChg>
        <pc:spChg chg="del">
          <ac:chgData name="Paul Winser" userId="c3146a91-e6bd-4264-bd86-e164e04bc32d" providerId="ADAL" clId="{68083B38-6358-4A81-81DF-6A7C6D99F093}" dt="2024-08-19T09:34:26.318" v="15" actId="478"/>
          <ac:spMkLst>
            <pc:docMk/>
            <pc:sldMk cId="2585700772" sldId="323"/>
            <ac:spMk id="5" creationId="{0D6A3234-672E-E6D6-46D2-BF1CD39A0720}"/>
          </ac:spMkLst>
        </pc:spChg>
        <pc:spChg chg="mod">
          <ac:chgData name="Paul Winser" userId="c3146a91-e6bd-4264-bd86-e164e04bc32d" providerId="ADAL" clId="{68083B38-6358-4A81-81DF-6A7C6D99F093}" dt="2024-08-19T09:43:05.343" v="116" actId="20577"/>
          <ac:spMkLst>
            <pc:docMk/>
            <pc:sldMk cId="2585700772" sldId="323"/>
            <ac:spMk id="34819" creationId="{453C7683-8588-7ABC-32E0-8A4E68218620}"/>
          </ac:spMkLst>
        </pc:spChg>
        <pc:spChg chg="mod">
          <ac:chgData name="Paul Winser" userId="c3146a91-e6bd-4264-bd86-e164e04bc32d" providerId="ADAL" clId="{68083B38-6358-4A81-81DF-6A7C6D99F093}" dt="2024-08-19T09:41:26.672" v="90" actId="1076"/>
          <ac:spMkLst>
            <pc:docMk/>
            <pc:sldMk cId="2585700772" sldId="323"/>
            <ac:spMk id="34820" creationId="{8DCD7CE1-603D-4D59-3DBB-C13C0B6505F0}"/>
          </ac:spMkLst>
        </pc:spChg>
        <pc:picChg chg="mod">
          <ac:chgData name="Paul Winser" userId="c3146a91-e6bd-4264-bd86-e164e04bc32d" providerId="ADAL" clId="{68083B38-6358-4A81-81DF-6A7C6D99F093}" dt="2024-08-19T09:42:58.400" v="115" actId="1076"/>
          <ac:picMkLst>
            <pc:docMk/>
            <pc:sldMk cId="2585700772" sldId="323"/>
            <ac:picMk id="4" creationId="{25E22D1B-0068-7C98-FEA5-6A542EF009D0}"/>
          </ac:picMkLst>
        </pc:picChg>
      </pc:sldChg>
      <pc:sldChg chg="delSp modSp mod">
        <pc:chgData name="Paul Winser" userId="c3146a91-e6bd-4264-bd86-e164e04bc32d" providerId="ADAL" clId="{68083B38-6358-4A81-81DF-6A7C6D99F093}" dt="2024-08-19T09:43:54.176" v="128" actId="1076"/>
        <pc:sldMkLst>
          <pc:docMk/>
          <pc:sldMk cId="3285675753" sldId="324"/>
        </pc:sldMkLst>
        <pc:spChg chg="del">
          <ac:chgData name="Paul Winser" userId="c3146a91-e6bd-4264-bd86-e164e04bc32d" providerId="ADAL" clId="{68083B38-6358-4A81-81DF-6A7C6D99F093}" dt="2024-08-19T09:34:33.669" v="18" actId="478"/>
          <ac:spMkLst>
            <pc:docMk/>
            <pc:sldMk cId="3285675753" sldId="324"/>
            <ac:spMk id="2" creationId="{FA9FB71D-BD72-DA74-C33D-2DFFC7C859D4}"/>
          </ac:spMkLst>
        </pc:spChg>
        <pc:spChg chg="del">
          <ac:chgData name="Paul Winser" userId="c3146a91-e6bd-4264-bd86-e164e04bc32d" providerId="ADAL" clId="{68083B38-6358-4A81-81DF-6A7C6D99F093}" dt="2024-08-19T09:34:31.646" v="17" actId="478"/>
          <ac:spMkLst>
            <pc:docMk/>
            <pc:sldMk cId="3285675753" sldId="324"/>
            <ac:spMk id="5" creationId="{5D0370E2-C823-D457-2FC4-FFD60C40A2D9}"/>
          </ac:spMkLst>
        </pc:spChg>
        <pc:spChg chg="mod">
          <ac:chgData name="Paul Winser" userId="c3146a91-e6bd-4264-bd86-e164e04bc32d" providerId="ADAL" clId="{68083B38-6358-4A81-81DF-6A7C6D99F093}" dt="2024-08-19T09:43:54.176" v="128" actId="1076"/>
          <ac:spMkLst>
            <pc:docMk/>
            <pc:sldMk cId="3285675753" sldId="324"/>
            <ac:spMk id="34819" creationId="{453C7683-8588-7ABC-32E0-8A4E68218620}"/>
          </ac:spMkLst>
        </pc:spChg>
        <pc:picChg chg="mod">
          <ac:chgData name="Paul Winser" userId="c3146a91-e6bd-4264-bd86-e164e04bc32d" providerId="ADAL" clId="{68083B38-6358-4A81-81DF-6A7C6D99F093}" dt="2024-08-19T09:43:20.120" v="119" actId="14100"/>
          <ac:picMkLst>
            <pc:docMk/>
            <pc:sldMk cId="3285675753" sldId="324"/>
            <ac:picMk id="4" creationId="{20A4B2EE-FE63-D77E-0A34-4161853538DF}"/>
          </ac:picMkLst>
        </pc:picChg>
      </pc:sldChg>
      <pc:sldChg chg="delSp modSp mod">
        <pc:chgData name="Paul Winser" userId="c3146a91-e6bd-4264-bd86-e164e04bc32d" providerId="ADAL" clId="{68083B38-6358-4A81-81DF-6A7C6D99F093}" dt="2024-08-19T09:55:45.137" v="300" actId="255"/>
        <pc:sldMkLst>
          <pc:docMk/>
          <pc:sldMk cId="842008960" sldId="325"/>
        </pc:sldMkLst>
        <pc:spChg chg="del">
          <ac:chgData name="Paul Winser" userId="c3146a91-e6bd-4264-bd86-e164e04bc32d" providerId="ADAL" clId="{68083B38-6358-4A81-81DF-6A7C6D99F093}" dt="2024-08-19T09:34:39.675" v="20" actId="478"/>
          <ac:spMkLst>
            <pc:docMk/>
            <pc:sldMk cId="842008960" sldId="325"/>
            <ac:spMk id="3" creationId="{2689D834-31C8-29BB-CB9E-478317594179}"/>
          </ac:spMkLst>
        </pc:spChg>
        <pc:spChg chg="del">
          <ac:chgData name="Paul Winser" userId="c3146a91-e6bd-4264-bd86-e164e04bc32d" providerId="ADAL" clId="{68083B38-6358-4A81-81DF-6A7C6D99F093}" dt="2024-08-19T09:34:37.146" v="19" actId="478"/>
          <ac:spMkLst>
            <pc:docMk/>
            <pc:sldMk cId="842008960" sldId="325"/>
            <ac:spMk id="6" creationId="{34B19824-07C1-3793-4EF3-50D52569A398}"/>
          </ac:spMkLst>
        </pc:spChg>
        <pc:graphicFrameChg chg="mod modGraphic">
          <ac:chgData name="Paul Winser" userId="c3146a91-e6bd-4264-bd86-e164e04bc32d" providerId="ADAL" clId="{68083B38-6358-4A81-81DF-6A7C6D99F093}" dt="2024-08-19T09:55:45.137" v="300" actId="255"/>
          <ac:graphicFrameMkLst>
            <pc:docMk/>
            <pc:sldMk cId="842008960" sldId="325"/>
            <ac:graphicFrameMk id="2" creationId="{FDB5B625-BEA6-4935-A027-99C8F9DE5654}"/>
          </ac:graphicFrameMkLst>
        </pc:graphicFrameChg>
      </pc:sldChg>
      <pc:sldChg chg="delSp modSp mod">
        <pc:chgData name="Paul Winser" userId="c3146a91-e6bd-4264-bd86-e164e04bc32d" providerId="ADAL" clId="{68083B38-6358-4A81-81DF-6A7C6D99F093}" dt="2024-08-19T09:45:21.741" v="144" actId="1076"/>
        <pc:sldMkLst>
          <pc:docMk/>
          <pc:sldMk cId="1267694298" sldId="326"/>
        </pc:sldMkLst>
        <pc:spChg chg="del">
          <ac:chgData name="Paul Winser" userId="c3146a91-e6bd-4264-bd86-e164e04bc32d" providerId="ADAL" clId="{68083B38-6358-4A81-81DF-6A7C6D99F093}" dt="2024-08-19T09:34:47.472" v="24" actId="478"/>
          <ac:spMkLst>
            <pc:docMk/>
            <pc:sldMk cId="1267694298" sldId="326"/>
            <ac:spMk id="2" creationId="{5A79C4AF-C999-7C46-7409-9D5870C16B50}"/>
          </ac:spMkLst>
        </pc:spChg>
        <pc:spChg chg="del">
          <ac:chgData name="Paul Winser" userId="c3146a91-e6bd-4264-bd86-e164e04bc32d" providerId="ADAL" clId="{68083B38-6358-4A81-81DF-6A7C6D99F093}" dt="2024-08-19T09:34:45.997" v="23" actId="478"/>
          <ac:spMkLst>
            <pc:docMk/>
            <pc:sldMk cId="1267694298" sldId="326"/>
            <ac:spMk id="5" creationId="{A5475822-0BD6-0606-2431-3E99EF8D5C84}"/>
          </ac:spMkLst>
        </pc:spChg>
        <pc:spChg chg="mod">
          <ac:chgData name="Paul Winser" userId="c3146a91-e6bd-4264-bd86-e164e04bc32d" providerId="ADAL" clId="{68083B38-6358-4A81-81DF-6A7C6D99F093}" dt="2024-08-19T09:45:19.933" v="143" actId="14100"/>
          <ac:spMkLst>
            <pc:docMk/>
            <pc:sldMk cId="1267694298" sldId="326"/>
            <ac:spMk id="34819" creationId="{453C7683-8588-7ABC-32E0-8A4E68218620}"/>
          </ac:spMkLst>
        </pc:spChg>
        <pc:picChg chg="mod">
          <ac:chgData name="Paul Winser" userId="c3146a91-e6bd-4264-bd86-e164e04bc32d" providerId="ADAL" clId="{68083B38-6358-4A81-81DF-6A7C6D99F093}" dt="2024-08-19T09:45:21.741" v="144" actId="1076"/>
          <ac:picMkLst>
            <pc:docMk/>
            <pc:sldMk cId="1267694298" sldId="326"/>
            <ac:picMk id="4" creationId="{ED51DF74-92AD-96D9-C966-504871DF846B}"/>
          </ac:picMkLst>
        </pc:picChg>
      </pc:sldChg>
      <pc:sldChg chg="delSp modSp mod setBg">
        <pc:chgData name="Paul Winser" userId="c3146a91-e6bd-4264-bd86-e164e04bc32d" providerId="ADAL" clId="{68083B38-6358-4A81-81DF-6A7C6D99F093}" dt="2024-08-19T09:46:47.360" v="159" actId="1076"/>
        <pc:sldMkLst>
          <pc:docMk/>
          <pc:sldMk cId="891750736" sldId="327"/>
        </pc:sldMkLst>
        <pc:spChg chg="del">
          <ac:chgData name="Paul Winser" userId="c3146a91-e6bd-4264-bd86-e164e04bc32d" providerId="ADAL" clId="{68083B38-6358-4A81-81DF-6A7C6D99F093}" dt="2024-08-19T09:35:03.664" v="32" actId="478"/>
          <ac:spMkLst>
            <pc:docMk/>
            <pc:sldMk cId="891750736" sldId="327"/>
            <ac:spMk id="2" creationId="{7448FBBE-2520-2043-F75E-A5168568DD20}"/>
          </ac:spMkLst>
        </pc:spChg>
        <pc:spChg chg="del">
          <ac:chgData name="Paul Winser" userId="c3146a91-e6bd-4264-bd86-e164e04bc32d" providerId="ADAL" clId="{68083B38-6358-4A81-81DF-6A7C6D99F093}" dt="2024-08-19T09:35:01.911" v="31" actId="478"/>
          <ac:spMkLst>
            <pc:docMk/>
            <pc:sldMk cId="891750736" sldId="327"/>
            <ac:spMk id="5" creationId="{652D79B3-BD13-6864-0C6B-75A96FFC3067}"/>
          </ac:spMkLst>
        </pc:spChg>
        <pc:spChg chg="mod">
          <ac:chgData name="Paul Winser" userId="c3146a91-e6bd-4264-bd86-e164e04bc32d" providerId="ADAL" clId="{68083B38-6358-4A81-81DF-6A7C6D99F093}" dt="2024-08-19T09:46:47.360" v="159" actId="1076"/>
          <ac:spMkLst>
            <pc:docMk/>
            <pc:sldMk cId="891750736" sldId="327"/>
            <ac:spMk id="34819" creationId="{453C7683-8588-7ABC-32E0-8A4E68218620}"/>
          </ac:spMkLst>
        </pc:spChg>
        <pc:picChg chg="mod">
          <ac:chgData name="Paul Winser" userId="c3146a91-e6bd-4264-bd86-e164e04bc32d" providerId="ADAL" clId="{68083B38-6358-4A81-81DF-6A7C6D99F093}" dt="2024-08-19T09:46:39.912" v="156" actId="1076"/>
          <ac:picMkLst>
            <pc:docMk/>
            <pc:sldMk cId="891750736" sldId="327"/>
            <ac:picMk id="4" creationId="{2154CBCA-E0DE-9FCB-7B64-9D2CA1A5D90E}"/>
          </ac:picMkLst>
        </pc:picChg>
      </pc:sldChg>
      <pc:sldChg chg="delSp modSp mod">
        <pc:chgData name="Paul Winser" userId="c3146a91-e6bd-4264-bd86-e164e04bc32d" providerId="ADAL" clId="{68083B38-6358-4A81-81DF-6A7C6D99F093}" dt="2024-08-19T09:56:03.625" v="305" actId="1076"/>
        <pc:sldMkLst>
          <pc:docMk/>
          <pc:sldMk cId="662470087" sldId="328"/>
        </pc:sldMkLst>
        <pc:spChg chg="del">
          <ac:chgData name="Paul Winser" userId="c3146a91-e6bd-4264-bd86-e164e04bc32d" providerId="ADAL" clId="{68083B38-6358-4A81-81DF-6A7C6D99F093}" dt="2024-08-19T09:34:54.932" v="28" actId="478"/>
          <ac:spMkLst>
            <pc:docMk/>
            <pc:sldMk cId="662470087" sldId="328"/>
            <ac:spMk id="3" creationId="{4D746D7B-D0D5-9B46-095B-1A744F7AA7F4}"/>
          </ac:spMkLst>
        </pc:spChg>
        <pc:spChg chg="del">
          <ac:chgData name="Paul Winser" userId="c3146a91-e6bd-4264-bd86-e164e04bc32d" providerId="ADAL" clId="{68083B38-6358-4A81-81DF-6A7C6D99F093}" dt="2024-08-19T09:34:53.895" v="27" actId="478"/>
          <ac:spMkLst>
            <pc:docMk/>
            <pc:sldMk cId="662470087" sldId="328"/>
            <ac:spMk id="5" creationId="{55A75921-9C33-8577-45D7-4C3B267158BD}"/>
          </ac:spMkLst>
        </pc:spChg>
        <pc:spChg chg="mod">
          <ac:chgData name="Paul Winser" userId="c3146a91-e6bd-4264-bd86-e164e04bc32d" providerId="ADAL" clId="{68083B38-6358-4A81-81DF-6A7C6D99F093}" dt="2024-08-19T09:45:57.034" v="149" actId="108"/>
          <ac:spMkLst>
            <pc:docMk/>
            <pc:sldMk cId="662470087" sldId="328"/>
            <ac:spMk id="34819" creationId="{453C7683-8588-7ABC-32E0-8A4E68218620}"/>
          </ac:spMkLst>
        </pc:spChg>
        <pc:graphicFrameChg chg="mod modGraphic">
          <ac:chgData name="Paul Winser" userId="c3146a91-e6bd-4264-bd86-e164e04bc32d" providerId="ADAL" clId="{68083B38-6358-4A81-81DF-6A7C6D99F093}" dt="2024-08-19T09:56:03.625" v="305" actId="1076"/>
          <ac:graphicFrameMkLst>
            <pc:docMk/>
            <pc:sldMk cId="662470087" sldId="328"/>
            <ac:graphicFrameMk id="2" creationId="{426F09B5-9113-49F9-8364-F44D20700A03}"/>
          </ac:graphicFrameMkLst>
        </pc:graphicFrameChg>
      </pc:sldChg>
      <pc:sldChg chg="delSp modSp mod">
        <pc:chgData name="Paul Winser" userId="c3146a91-e6bd-4264-bd86-e164e04bc32d" providerId="ADAL" clId="{68083B38-6358-4A81-81DF-6A7C6D99F093}" dt="2024-08-19T09:47:03.282" v="162" actId="14100"/>
        <pc:sldMkLst>
          <pc:docMk/>
          <pc:sldMk cId="2168107324" sldId="329"/>
        </pc:sldMkLst>
        <pc:spChg chg="del">
          <ac:chgData name="Paul Winser" userId="c3146a91-e6bd-4264-bd86-e164e04bc32d" providerId="ADAL" clId="{68083B38-6358-4A81-81DF-6A7C6D99F093}" dt="2024-08-19T09:35:09.410" v="34" actId="478"/>
          <ac:spMkLst>
            <pc:docMk/>
            <pc:sldMk cId="2168107324" sldId="329"/>
            <ac:spMk id="2" creationId="{81A272C8-6290-239E-B1D5-1E600E687188}"/>
          </ac:spMkLst>
        </pc:spChg>
        <pc:spChg chg="del">
          <ac:chgData name="Paul Winser" userId="c3146a91-e6bd-4264-bd86-e164e04bc32d" providerId="ADAL" clId="{68083B38-6358-4A81-81DF-6A7C6D99F093}" dt="2024-08-19T09:35:06.351" v="33" actId="478"/>
          <ac:spMkLst>
            <pc:docMk/>
            <pc:sldMk cId="2168107324" sldId="329"/>
            <ac:spMk id="4" creationId="{F16B8E30-4C54-C68B-75CD-AE39F1169EE5}"/>
          </ac:spMkLst>
        </pc:spChg>
        <pc:spChg chg="mod">
          <ac:chgData name="Paul Winser" userId="c3146a91-e6bd-4264-bd86-e164e04bc32d" providerId="ADAL" clId="{68083B38-6358-4A81-81DF-6A7C6D99F093}" dt="2024-08-19T09:47:03.282" v="162" actId="14100"/>
          <ac:spMkLst>
            <pc:docMk/>
            <pc:sldMk cId="2168107324" sldId="329"/>
            <ac:spMk id="34819" creationId="{453C7683-8588-7ABC-32E0-8A4E68218620}"/>
          </ac:spMkLst>
        </pc:spChg>
      </pc:sldChg>
      <pc:sldChg chg="delSp modSp mod">
        <pc:chgData name="Paul Winser" userId="c3146a91-e6bd-4264-bd86-e164e04bc32d" providerId="ADAL" clId="{68083B38-6358-4A81-81DF-6A7C6D99F093}" dt="2024-08-19T09:50:57.334" v="213" actId="14100"/>
        <pc:sldMkLst>
          <pc:docMk/>
          <pc:sldMk cId="4272893632" sldId="330"/>
        </pc:sldMkLst>
        <pc:spChg chg="del">
          <ac:chgData name="Paul Winser" userId="c3146a91-e6bd-4264-bd86-e164e04bc32d" providerId="ADAL" clId="{68083B38-6358-4A81-81DF-6A7C6D99F093}" dt="2024-08-19T09:35:43.539" v="50" actId="478"/>
          <ac:spMkLst>
            <pc:docMk/>
            <pc:sldMk cId="4272893632" sldId="330"/>
            <ac:spMk id="2" creationId="{FE0BA775-ABBF-BA59-53DB-60ECBBA76D48}"/>
          </ac:spMkLst>
        </pc:spChg>
        <pc:spChg chg="del">
          <ac:chgData name="Paul Winser" userId="c3146a91-e6bd-4264-bd86-e164e04bc32d" providerId="ADAL" clId="{68083B38-6358-4A81-81DF-6A7C6D99F093}" dt="2024-08-19T09:35:42.345" v="49" actId="478"/>
          <ac:spMkLst>
            <pc:docMk/>
            <pc:sldMk cId="4272893632" sldId="330"/>
            <ac:spMk id="5" creationId="{C8C6187C-AAEF-E089-8CDF-56D0B277FF22}"/>
          </ac:spMkLst>
        </pc:spChg>
        <pc:spChg chg="mod">
          <ac:chgData name="Paul Winser" userId="c3146a91-e6bd-4264-bd86-e164e04bc32d" providerId="ADAL" clId="{68083B38-6358-4A81-81DF-6A7C6D99F093}" dt="2024-08-19T09:50:57.334" v="213" actId="14100"/>
          <ac:spMkLst>
            <pc:docMk/>
            <pc:sldMk cId="4272893632" sldId="330"/>
            <ac:spMk id="34819" creationId="{453C7683-8588-7ABC-32E0-8A4E68218620}"/>
          </ac:spMkLst>
        </pc:spChg>
      </pc:sldChg>
      <pc:sldChg chg="delSp modSp mod">
        <pc:chgData name="Paul Winser" userId="c3146a91-e6bd-4264-bd86-e164e04bc32d" providerId="ADAL" clId="{68083B38-6358-4A81-81DF-6A7C6D99F093}" dt="2024-08-19T09:51:39.304" v="227" actId="1076"/>
        <pc:sldMkLst>
          <pc:docMk/>
          <pc:sldMk cId="3268422281" sldId="331"/>
        </pc:sldMkLst>
        <pc:spChg chg="del">
          <ac:chgData name="Paul Winser" userId="c3146a91-e6bd-4264-bd86-e164e04bc32d" providerId="ADAL" clId="{68083B38-6358-4A81-81DF-6A7C6D99F093}" dt="2024-08-19T09:35:47.659" v="52" actId="478"/>
          <ac:spMkLst>
            <pc:docMk/>
            <pc:sldMk cId="3268422281" sldId="331"/>
            <ac:spMk id="4" creationId="{5493556F-C4AC-B82F-1224-FDA0900A1A0B}"/>
          </ac:spMkLst>
        </pc:spChg>
        <pc:spChg chg="del">
          <ac:chgData name="Paul Winser" userId="c3146a91-e6bd-4264-bd86-e164e04bc32d" providerId="ADAL" clId="{68083B38-6358-4A81-81DF-6A7C6D99F093}" dt="2024-08-19T09:35:46.304" v="51" actId="478"/>
          <ac:spMkLst>
            <pc:docMk/>
            <pc:sldMk cId="3268422281" sldId="331"/>
            <ac:spMk id="6" creationId="{7B8BF291-38B4-6B39-5C17-6FD579F9BC3F}"/>
          </ac:spMkLst>
        </pc:spChg>
        <pc:spChg chg="mod">
          <ac:chgData name="Paul Winser" userId="c3146a91-e6bd-4264-bd86-e164e04bc32d" providerId="ADAL" clId="{68083B38-6358-4A81-81DF-6A7C6D99F093}" dt="2024-08-19T09:51:31.491" v="223" actId="14100"/>
          <ac:spMkLst>
            <pc:docMk/>
            <pc:sldMk cId="3268422281" sldId="331"/>
            <ac:spMk id="34819" creationId="{453C7683-8588-7ABC-32E0-8A4E68218620}"/>
          </ac:spMkLst>
        </pc:spChg>
        <pc:graphicFrameChg chg="mod modGraphic">
          <ac:chgData name="Paul Winser" userId="c3146a91-e6bd-4264-bd86-e164e04bc32d" providerId="ADAL" clId="{68083B38-6358-4A81-81DF-6A7C6D99F093}" dt="2024-08-19T09:51:34.017" v="224" actId="1076"/>
          <ac:graphicFrameMkLst>
            <pc:docMk/>
            <pc:sldMk cId="3268422281" sldId="331"/>
            <ac:graphicFrameMk id="2" creationId="{84A5A99D-3B2C-4E2E-83B8-219E9D27E6C6}"/>
          </ac:graphicFrameMkLst>
        </pc:graphicFrameChg>
        <pc:picChg chg="mod">
          <ac:chgData name="Paul Winser" userId="c3146a91-e6bd-4264-bd86-e164e04bc32d" providerId="ADAL" clId="{68083B38-6358-4A81-81DF-6A7C6D99F093}" dt="2024-08-19T09:51:39.304" v="227" actId="1076"/>
          <ac:picMkLst>
            <pc:docMk/>
            <pc:sldMk cId="3268422281" sldId="331"/>
            <ac:picMk id="5" creationId="{6498D64B-18E9-BE3A-1526-81C05466A451}"/>
          </ac:picMkLst>
        </pc:picChg>
      </pc:sldChg>
      <pc:sldChg chg="delSp modSp mod">
        <pc:chgData name="Paul Winser" userId="c3146a91-e6bd-4264-bd86-e164e04bc32d" providerId="ADAL" clId="{68083B38-6358-4A81-81DF-6A7C6D99F093}" dt="2024-08-19T09:53:14.174" v="260" actId="14100"/>
        <pc:sldMkLst>
          <pc:docMk/>
          <pc:sldMk cId="3901554687" sldId="332"/>
        </pc:sldMkLst>
        <pc:spChg chg="del">
          <ac:chgData name="Paul Winser" userId="c3146a91-e6bd-4264-bd86-e164e04bc32d" providerId="ADAL" clId="{68083B38-6358-4A81-81DF-6A7C6D99F093}" dt="2024-08-19T09:35:58.941" v="56" actId="478"/>
          <ac:spMkLst>
            <pc:docMk/>
            <pc:sldMk cId="3901554687" sldId="332"/>
            <ac:spMk id="3" creationId="{DD9315B2-6DB9-2579-BAB5-0BE4E50DDEB0}"/>
          </ac:spMkLst>
        </pc:spChg>
        <pc:spChg chg="mod">
          <ac:chgData name="Paul Winser" userId="c3146a91-e6bd-4264-bd86-e164e04bc32d" providerId="ADAL" clId="{68083B38-6358-4A81-81DF-6A7C6D99F093}" dt="2024-08-19T09:53:10.806" v="258" actId="14100"/>
          <ac:spMkLst>
            <pc:docMk/>
            <pc:sldMk cId="3901554687" sldId="332"/>
            <ac:spMk id="34819" creationId="{453C7683-8588-7ABC-32E0-8A4E68218620}"/>
          </ac:spMkLst>
        </pc:spChg>
        <pc:graphicFrameChg chg="mod modGraphic">
          <ac:chgData name="Paul Winser" userId="c3146a91-e6bd-4264-bd86-e164e04bc32d" providerId="ADAL" clId="{68083B38-6358-4A81-81DF-6A7C6D99F093}" dt="2024-08-19T09:53:07.869" v="257" actId="14100"/>
          <ac:graphicFrameMkLst>
            <pc:docMk/>
            <pc:sldMk cId="3901554687" sldId="332"/>
            <ac:graphicFrameMk id="2" creationId="{84A5A99D-3B2C-4E2E-83B8-219E9D27E6C6}"/>
          </ac:graphicFrameMkLst>
        </pc:graphicFrameChg>
        <pc:picChg chg="mod">
          <ac:chgData name="Paul Winser" userId="c3146a91-e6bd-4264-bd86-e164e04bc32d" providerId="ADAL" clId="{68083B38-6358-4A81-81DF-6A7C6D99F093}" dt="2024-08-19T09:53:14.174" v="260" actId="14100"/>
          <ac:picMkLst>
            <pc:docMk/>
            <pc:sldMk cId="3901554687" sldId="332"/>
            <ac:picMk id="5" creationId="{4298A6F1-7A4E-CD60-702C-682245619F16}"/>
          </ac:picMkLst>
        </pc:picChg>
      </pc:sldChg>
      <pc:sldChg chg="delSp mod">
        <pc:chgData name="Paul Winser" userId="c3146a91-e6bd-4264-bd86-e164e04bc32d" providerId="ADAL" clId="{68083B38-6358-4A81-81DF-6A7C6D99F093}" dt="2024-08-19T09:33:53.434" v="4" actId="478"/>
        <pc:sldMkLst>
          <pc:docMk/>
          <pc:sldMk cId="123779108" sldId="333"/>
        </pc:sldMkLst>
        <pc:spChg chg="del">
          <ac:chgData name="Paul Winser" userId="c3146a91-e6bd-4264-bd86-e164e04bc32d" providerId="ADAL" clId="{68083B38-6358-4A81-81DF-6A7C6D99F093}" dt="2024-08-19T09:33:53.434" v="4" actId="478"/>
          <ac:spMkLst>
            <pc:docMk/>
            <pc:sldMk cId="123779108" sldId="333"/>
            <ac:spMk id="2" creationId="{1F34947F-A588-8B4B-3699-1896F4D5DACF}"/>
          </ac:spMkLst>
        </pc:spChg>
        <pc:spChg chg="del">
          <ac:chgData name="Paul Winser" userId="c3146a91-e6bd-4264-bd86-e164e04bc32d" providerId="ADAL" clId="{68083B38-6358-4A81-81DF-6A7C6D99F093}" dt="2024-08-19T09:33:51.602" v="3" actId="478"/>
          <ac:spMkLst>
            <pc:docMk/>
            <pc:sldMk cId="123779108" sldId="333"/>
            <ac:spMk id="4" creationId="{213074E8-6C01-2D4E-119A-B9A2F05D5768}"/>
          </ac:spMkLst>
        </pc:spChg>
      </pc:sldChg>
      <pc:sldChg chg="delSp modSp mod">
        <pc:chgData name="Paul Winser" userId="c3146a91-e6bd-4264-bd86-e164e04bc32d" providerId="ADAL" clId="{68083B38-6358-4A81-81DF-6A7C6D99F093}" dt="2024-08-19T09:45:44.856" v="148" actId="14100"/>
        <pc:sldMkLst>
          <pc:docMk/>
          <pc:sldMk cId="1241252544" sldId="334"/>
        </pc:sldMkLst>
        <pc:spChg chg="del">
          <ac:chgData name="Paul Winser" userId="c3146a91-e6bd-4264-bd86-e164e04bc32d" providerId="ADAL" clId="{68083B38-6358-4A81-81DF-6A7C6D99F093}" dt="2024-08-19T09:34:51.116" v="26" actId="478"/>
          <ac:spMkLst>
            <pc:docMk/>
            <pc:sldMk cId="1241252544" sldId="334"/>
            <ac:spMk id="2" creationId="{8902E93F-DD3E-2EBF-03D3-D94D1DE5CF42}"/>
          </ac:spMkLst>
        </pc:spChg>
        <pc:spChg chg="del">
          <ac:chgData name="Paul Winser" userId="c3146a91-e6bd-4264-bd86-e164e04bc32d" providerId="ADAL" clId="{68083B38-6358-4A81-81DF-6A7C6D99F093}" dt="2024-08-19T09:34:49.955" v="25" actId="478"/>
          <ac:spMkLst>
            <pc:docMk/>
            <pc:sldMk cId="1241252544" sldId="334"/>
            <ac:spMk id="5" creationId="{E730C8BF-D868-003D-CFBB-209FEC7D69EF}"/>
          </ac:spMkLst>
        </pc:spChg>
        <pc:spChg chg="mod">
          <ac:chgData name="Paul Winser" userId="c3146a91-e6bd-4264-bd86-e164e04bc32d" providerId="ADAL" clId="{68083B38-6358-4A81-81DF-6A7C6D99F093}" dt="2024-08-19T09:45:44.856" v="148" actId="14100"/>
          <ac:spMkLst>
            <pc:docMk/>
            <pc:sldMk cId="1241252544" sldId="334"/>
            <ac:spMk id="34819" creationId="{453C7683-8588-7ABC-32E0-8A4E68218620}"/>
          </ac:spMkLst>
        </pc:spChg>
      </pc:sldChg>
      <pc:sldChg chg="delSp modSp mod">
        <pc:chgData name="Paul Winser" userId="c3146a91-e6bd-4264-bd86-e164e04bc32d" providerId="ADAL" clId="{68083B38-6358-4A81-81DF-6A7C6D99F093}" dt="2024-08-19T09:47:38.275" v="169" actId="108"/>
        <pc:sldMkLst>
          <pc:docMk/>
          <pc:sldMk cId="862582236" sldId="335"/>
        </pc:sldMkLst>
        <pc:spChg chg="del">
          <ac:chgData name="Paul Winser" userId="c3146a91-e6bd-4264-bd86-e164e04bc32d" providerId="ADAL" clId="{68083B38-6358-4A81-81DF-6A7C6D99F093}" dt="2024-08-19T09:35:14.228" v="36" actId="478"/>
          <ac:spMkLst>
            <pc:docMk/>
            <pc:sldMk cId="862582236" sldId="335"/>
            <ac:spMk id="2" creationId="{070F1F64-3B81-2AE6-F04D-348255DD7D87}"/>
          </ac:spMkLst>
        </pc:spChg>
        <pc:spChg chg="del">
          <ac:chgData name="Paul Winser" userId="c3146a91-e6bd-4264-bd86-e164e04bc32d" providerId="ADAL" clId="{68083B38-6358-4A81-81DF-6A7C6D99F093}" dt="2024-08-19T09:35:12.626" v="35" actId="478"/>
          <ac:spMkLst>
            <pc:docMk/>
            <pc:sldMk cId="862582236" sldId="335"/>
            <ac:spMk id="5" creationId="{6C13DE8D-1D08-A302-15A9-84EB83350B8F}"/>
          </ac:spMkLst>
        </pc:spChg>
        <pc:spChg chg="mod">
          <ac:chgData name="Paul Winser" userId="c3146a91-e6bd-4264-bd86-e164e04bc32d" providerId="ADAL" clId="{68083B38-6358-4A81-81DF-6A7C6D99F093}" dt="2024-08-19T09:47:38.275" v="169" actId="108"/>
          <ac:spMkLst>
            <pc:docMk/>
            <pc:sldMk cId="862582236" sldId="335"/>
            <ac:spMk id="34819" creationId="{453C7683-8588-7ABC-32E0-8A4E68218620}"/>
          </ac:spMkLst>
        </pc:spChg>
        <pc:picChg chg="mod">
          <ac:chgData name="Paul Winser" userId="c3146a91-e6bd-4264-bd86-e164e04bc32d" providerId="ADAL" clId="{68083B38-6358-4A81-81DF-6A7C6D99F093}" dt="2024-08-19T09:47:18.011" v="166" actId="1076"/>
          <ac:picMkLst>
            <pc:docMk/>
            <pc:sldMk cId="862582236" sldId="335"/>
            <ac:picMk id="4" creationId="{FE3E6746-1091-5E06-EB22-C7FB4A3BA5C8}"/>
          </ac:picMkLst>
        </pc:picChg>
      </pc:sldChg>
      <pc:sldChg chg="delSp modSp mod">
        <pc:chgData name="Paul Winser" userId="c3146a91-e6bd-4264-bd86-e164e04bc32d" providerId="ADAL" clId="{68083B38-6358-4A81-81DF-6A7C6D99F093}" dt="2024-08-19T09:50:25.682" v="206" actId="1076"/>
        <pc:sldMkLst>
          <pc:docMk/>
          <pc:sldMk cId="2791135740" sldId="336"/>
        </pc:sldMkLst>
        <pc:spChg chg="del">
          <ac:chgData name="Paul Winser" userId="c3146a91-e6bd-4264-bd86-e164e04bc32d" providerId="ADAL" clId="{68083B38-6358-4A81-81DF-6A7C6D99F093}" dt="2024-08-19T09:35:40.169" v="48" actId="478"/>
          <ac:spMkLst>
            <pc:docMk/>
            <pc:sldMk cId="2791135740" sldId="336"/>
            <ac:spMk id="2" creationId="{A07C7A5E-7450-DED2-5590-072F7A24EE59}"/>
          </ac:spMkLst>
        </pc:spChg>
        <pc:spChg chg="del">
          <ac:chgData name="Paul Winser" userId="c3146a91-e6bd-4264-bd86-e164e04bc32d" providerId="ADAL" clId="{68083B38-6358-4A81-81DF-6A7C6D99F093}" dt="2024-08-19T09:35:38.735" v="47" actId="478"/>
          <ac:spMkLst>
            <pc:docMk/>
            <pc:sldMk cId="2791135740" sldId="336"/>
            <ac:spMk id="5" creationId="{198EFCE9-B7D2-B4AD-3CF1-114AD7D1F4F3}"/>
          </ac:spMkLst>
        </pc:spChg>
        <pc:spChg chg="mod">
          <ac:chgData name="Paul Winser" userId="c3146a91-e6bd-4264-bd86-e164e04bc32d" providerId="ADAL" clId="{68083B38-6358-4A81-81DF-6A7C6D99F093}" dt="2024-08-19T09:50:21.361" v="204" actId="14100"/>
          <ac:spMkLst>
            <pc:docMk/>
            <pc:sldMk cId="2791135740" sldId="336"/>
            <ac:spMk id="34819" creationId="{453C7683-8588-7ABC-32E0-8A4E68218620}"/>
          </ac:spMkLst>
        </pc:spChg>
        <pc:picChg chg="mod">
          <ac:chgData name="Paul Winser" userId="c3146a91-e6bd-4264-bd86-e164e04bc32d" providerId="ADAL" clId="{68083B38-6358-4A81-81DF-6A7C6D99F093}" dt="2024-08-19T09:50:25.682" v="206" actId="1076"/>
          <ac:picMkLst>
            <pc:docMk/>
            <pc:sldMk cId="2791135740" sldId="336"/>
            <ac:picMk id="4" creationId="{991A8091-FB45-C8B7-E5B3-8DF58F9FAC7D}"/>
          </ac:picMkLst>
        </pc:picChg>
      </pc:sldChg>
      <pc:sldChg chg="delSp modSp mod">
        <pc:chgData name="Paul Winser" userId="c3146a91-e6bd-4264-bd86-e164e04bc32d" providerId="ADAL" clId="{68083B38-6358-4A81-81DF-6A7C6D99F093}" dt="2024-08-19T09:52:09.567" v="237" actId="1076"/>
        <pc:sldMkLst>
          <pc:docMk/>
          <pc:sldMk cId="2859473798" sldId="337"/>
        </pc:sldMkLst>
        <pc:spChg chg="del">
          <ac:chgData name="Paul Winser" userId="c3146a91-e6bd-4264-bd86-e164e04bc32d" providerId="ADAL" clId="{68083B38-6358-4A81-81DF-6A7C6D99F093}" dt="2024-08-19T09:35:52.992" v="54" actId="478"/>
          <ac:spMkLst>
            <pc:docMk/>
            <pc:sldMk cId="2859473798" sldId="337"/>
            <ac:spMk id="3" creationId="{BE101D72-9501-44C0-83FA-27A6197A3EFF}"/>
          </ac:spMkLst>
        </pc:spChg>
        <pc:spChg chg="mod">
          <ac:chgData name="Paul Winser" userId="c3146a91-e6bd-4264-bd86-e164e04bc32d" providerId="ADAL" clId="{68083B38-6358-4A81-81DF-6A7C6D99F093}" dt="2024-08-19T09:51:50.269" v="229" actId="14100"/>
          <ac:spMkLst>
            <pc:docMk/>
            <pc:sldMk cId="2859473798" sldId="337"/>
            <ac:spMk id="34819" creationId="{453C7683-8588-7ABC-32E0-8A4E68218620}"/>
          </ac:spMkLst>
        </pc:spChg>
        <pc:graphicFrameChg chg="mod modGraphic">
          <ac:chgData name="Paul Winser" userId="c3146a91-e6bd-4264-bd86-e164e04bc32d" providerId="ADAL" clId="{68083B38-6358-4A81-81DF-6A7C6D99F093}" dt="2024-08-19T09:52:05.091" v="234" actId="14100"/>
          <ac:graphicFrameMkLst>
            <pc:docMk/>
            <pc:sldMk cId="2859473798" sldId="337"/>
            <ac:graphicFrameMk id="2" creationId="{84A5A99D-3B2C-4E2E-83B8-219E9D27E6C6}"/>
          </ac:graphicFrameMkLst>
        </pc:graphicFrameChg>
        <pc:picChg chg="mod">
          <ac:chgData name="Paul Winser" userId="c3146a91-e6bd-4264-bd86-e164e04bc32d" providerId="ADAL" clId="{68083B38-6358-4A81-81DF-6A7C6D99F093}" dt="2024-08-19T09:52:09.567" v="237" actId="1076"/>
          <ac:picMkLst>
            <pc:docMk/>
            <pc:sldMk cId="2859473798" sldId="337"/>
            <ac:picMk id="5" creationId="{68A34421-2781-3E1D-BBE0-00EE69A00ACB}"/>
          </ac:picMkLst>
        </pc:picChg>
      </pc:sldChg>
      <pc:sldChg chg="delSp modSp mod">
        <pc:chgData name="Paul Winser" userId="c3146a91-e6bd-4264-bd86-e164e04bc32d" providerId="ADAL" clId="{68083B38-6358-4A81-81DF-6A7C6D99F093}" dt="2024-08-19T09:53:49.770" v="271" actId="1076"/>
        <pc:sldMkLst>
          <pc:docMk/>
          <pc:sldMk cId="2503387395" sldId="338"/>
        </pc:sldMkLst>
        <pc:spChg chg="del">
          <ac:chgData name="Paul Winser" userId="c3146a91-e6bd-4264-bd86-e164e04bc32d" providerId="ADAL" clId="{68083B38-6358-4A81-81DF-6A7C6D99F093}" dt="2024-08-19T09:36:02.948" v="57" actId="478"/>
          <ac:spMkLst>
            <pc:docMk/>
            <pc:sldMk cId="2503387395" sldId="338"/>
            <ac:spMk id="3" creationId="{6EEC7BB7-300C-3D00-EE36-C5494DD79BC0}"/>
          </ac:spMkLst>
        </pc:spChg>
        <pc:spChg chg="mod">
          <ac:chgData name="Paul Winser" userId="c3146a91-e6bd-4264-bd86-e164e04bc32d" providerId="ADAL" clId="{68083B38-6358-4A81-81DF-6A7C6D99F093}" dt="2024-08-19T09:53:44.726" v="269" actId="14100"/>
          <ac:spMkLst>
            <pc:docMk/>
            <pc:sldMk cId="2503387395" sldId="338"/>
            <ac:spMk id="34819" creationId="{453C7683-8588-7ABC-32E0-8A4E68218620}"/>
          </ac:spMkLst>
        </pc:spChg>
        <pc:graphicFrameChg chg="mod modGraphic">
          <ac:chgData name="Paul Winser" userId="c3146a91-e6bd-4264-bd86-e164e04bc32d" providerId="ADAL" clId="{68083B38-6358-4A81-81DF-6A7C6D99F093}" dt="2024-08-19T09:53:47.690" v="270" actId="1076"/>
          <ac:graphicFrameMkLst>
            <pc:docMk/>
            <pc:sldMk cId="2503387395" sldId="338"/>
            <ac:graphicFrameMk id="2" creationId="{84A5A99D-3B2C-4E2E-83B8-219E9D27E6C6}"/>
          </ac:graphicFrameMkLst>
        </pc:graphicFrameChg>
        <pc:picChg chg="mod">
          <ac:chgData name="Paul Winser" userId="c3146a91-e6bd-4264-bd86-e164e04bc32d" providerId="ADAL" clId="{68083B38-6358-4A81-81DF-6A7C6D99F093}" dt="2024-08-19T09:53:49.770" v="271" actId="1076"/>
          <ac:picMkLst>
            <pc:docMk/>
            <pc:sldMk cId="2503387395" sldId="338"/>
            <ac:picMk id="5" creationId="{2825C17D-4B78-E996-8772-1EEF18F5DDB4}"/>
          </ac:picMkLst>
        </pc:picChg>
      </pc:sldChg>
      <pc:sldChg chg="delSp modSp mod">
        <pc:chgData name="Paul Winser" userId="c3146a91-e6bd-4264-bd86-e164e04bc32d" providerId="ADAL" clId="{68083B38-6358-4A81-81DF-6A7C6D99F093}" dt="2024-08-19T09:49:38.325" v="197" actId="1076"/>
        <pc:sldMkLst>
          <pc:docMk/>
          <pc:sldMk cId="4252821902" sldId="339"/>
        </pc:sldMkLst>
        <pc:spChg chg="del">
          <ac:chgData name="Paul Winser" userId="c3146a91-e6bd-4264-bd86-e164e04bc32d" providerId="ADAL" clId="{68083B38-6358-4A81-81DF-6A7C6D99F093}" dt="2024-08-19T09:35:27.266" v="42" actId="478"/>
          <ac:spMkLst>
            <pc:docMk/>
            <pc:sldMk cId="4252821902" sldId="339"/>
            <ac:spMk id="3" creationId="{63E0DDBC-EA9E-DB45-7A8B-22F438FD064C}"/>
          </ac:spMkLst>
        </pc:spChg>
        <pc:spChg chg="del">
          <ac:chgData name="Paul Winser" userId="c3146a91-e6bd-4264-bd86-e164e04bc32d" providerId="ADAL" clId="{68083B38-6358-4A81-81DF-6A7C6D99F093}" dt="2024-08-19T09:35:25.755" v="41" actId="478"/>
          <ac:spMkLst>
            <pc:docMk/>
            <pc:sldMk cId="4252821902" sldId="339"/>
            <ac:spMk id="6" creationId="{57E7C48C-39E4-51F4-BD19-4ACDDFA27FB2}"/>
          </ac:spMkLst>
        </pc:spChg>
        <pc:spChg chg="mod">
          <ac:chgData name="Paul Winser" userId="c3146a91-e6bd-4264-bd86-e164e04bc32d" providerId="ADAL" clId="{68083B38-6358-4A81-81DF-6A7C6D99F093}" dt="2024-08-19T09:49:29.826" v="194" actId="108"/>
          <ac:spMkLst>
            <pc:docMk/>
            <pc:sldMk cId="4252821902" sldId="339"/>
            <ac:spMk id="34819" creationId="{453C7683-8588-7ABC-32E0-8A4E68218620}"/>
          </ac:spMkLst>
        </pc:spChg>
        <pc:graphicFrameChg chg="mod modGraphic">
          <ac:chgData name="Paul Winser" userId="c3146a91-e6bd-4264-bd86-e164e04bc32d" providerId="ADAL" clId="{68083B38-6358-4A81-81DF-6A7C6D99F093}" dt="2024-08-19T09:49:34.486" v="196" actId="1076"/>
          <ac:graphicFrameMkLst>
            <pc:docMk/>
            <pc:sldMk cId="4252821902" sldId="339"/>
            <ac:graphicFrameMk id="2" creationId="{426F09B5-9113-49F9-8364-F44D20700A03}"/>
          </ac:graphicFrameMkLst>
        </pc:graphicFrameChg>
        <pc:picChg chg="mod">
          <ac:chgData name="Paul Winser" userId="c3146a91-e6bd-4264-bd86-e164e04bc32d" providerId="ADAL" clId="{68083B38-6358-4A81-81DF-6A7C6D99F093}" dt="2024-08-19T09:49:38.325" v="197" actId="1076"/>
          <ac:picMkLst>
            <pc:docMk/>
            <pc:sldMk cId="4252821902" sldId="339"/>
            <ac:picMk id="5" creationId="{5509BA1D-CD98-7C50-E472-024A40BF7678}"/>
          </ac:picMkLst>
        </pc:picChg>
      </pc:sldChg>
      <pc:sldChg chg="delSp modSp mod">
        <pc:chgData name="Paul Winser" userId="c3146a91-e6bd-4264-bd86-e164e04bc32d" providerId="ADAL" clId="{68083B38-6358-4A81-81DF-6A7C6D99F093}" dt="2024-08-19T09:41:20.193" v="89" actId="14100"/>
        <pc:sldMkLst>
          <pc:docMk/>
          <pc:sldMk cId="120250636" sldId="340"/>
        </pc:sldMkLst>
        <pc:spChg chg="del">
          <ac:chgData name="Paul Winser" userId="c3146a91-e6bd-4264-bd86-e164e04bc32d" providerId="ADAL" clId="{68083B38-6358-4A81-81DF-6A7C6D99F093}" dt="2024-08-19T09:34:22.209" v="14" actId="478"/>
          <ac:spMkLst>
            <pc:docMk/>
            <pc:sldMk cId="120250636" sldId="340"/>
            <ac:spMk id="2" creationId="{38391833-2903-2D05-AE7E-C19B1101C927}"/>
          </ac:spMkLst>
        </pc:spChg>
        <pc:spChg chg="del">
          <ac:chgData name="Paul Winser" userId="c3146a91-e6bd-4264-bd86-e164e04bc32d" providerId="ADAL" clId="{68083B38-6358-4A81-81DF-6A7C6D99F093}" dt="2024-08-19T09:34:20.816" v="13" actId="478"/>
          <ac:spMkLst>
            <pc:docMk/>
            <pc:sldMk cId="120250636" sldId="340"/>
            <ac:spMk id="4" creationId="{1A1211F9-A5CF-5747-2B87-A2749D891F0A}"/>
          </ac:spMkLst>
        </pc:spChg>
        <pc:spChg chg="mod">
          <ac:chgData name="Paul Winser" userId="c3146a91-e6bd-4264-bd86-e164e04bc32d" providerId="ADAL" clId="{68083B38-6358-4A81-81DF-6A7C6D99F093}" dt="2024-08-19T09:41:20.193" v="89" actId="14100"/>
          <ac:spMkLst>
            <pc:docMk/>
            <pc:sldMk cId="120250636" sldId="340"/>
            <ac:spMk id="34819" creationId="{453C7683-8588-7ABC-32E0-8A4E68218620}"/>
          </ac:spMkLst>
        </pc:spChg>
      </pc:sldChg>
      <pc:sldChg chg="delSp modSp mod">
        <pc:chgData name="Paul Winser" userId="c3146a91-e6bd-4264-bd86-e164e04bc32d" providerId="ADAL" clId="{68083B38-6358-4A81-81DF-6A7C6D99F093}" dt="2024-08-19T09:56:16.438" v="309" actId="1076"/>
        <pc:sldMkLst>
          <pc:docMk/>
          <pc:sldMk cId="4129385877" sldId="341"/>
        </pc:sldMkLst>
        <pc:spChg chg="del">
          <ac:chgData name="Paul Winser" userId="c3146a91-e6bd-4264-bd86-e164e04bc32d" providerId="ADAL" clId="{68083B38-6358-4A81-81DF-6A7C6D99F093}" dt="2024-08-19T09:34:59.114" v="30" actId="478"/>
          <ac:spMkLst>
            <pc:docMk/>
            <pc:sldMk cId="4129385877" sldId="341"/>
            <ac:spMk id="3" creationId="{8CE49DD8-8C4D-B405-EFBD-55B7326AA6EB}"/>
          </ac:spMkLst>
        </pc:spChg>
        <pc:spChg chg="del">
          <ac:chgData name="Paul Winser" userId="c3146a91-e6bd-4264-bd86-e164e04bc32d" providerId="ADAL" clId="{68083B38-6358-4A81-81DF-6A7C6D99F093}" dt="2024-08-19T09:34:57.925" v="29" actId="478"/>
          <ac:spMkLst>
            <pc:docMk/>
            <pc:sldMk cId="4129385877" sldId="341"/>
            <ac:spMk id="5" creationId="{9A713C0C-F6E9-08D1-82C8-A5CAB24F5B02}"/>
          </ac:spMkLst>
        </pc:spChg>
        <pc:spChg chg="mod">
          <ac:chgData name="Paul Winser" userId="c3146a91-e6bd-4264-bd86-e164e04bc32d" providerId="ADAL" clId="{68083B38-6358-4A81-81DF-6A7C6D99F093}" dt="2024-08-19T09:46:11.672" v="150" actId="108"/>
          <ac:spMkLst>
            <pc:docMk/>
            <pc:sldMk cId="4129385877" sldId="341"/>
            <ac:spMk id="34819" creationId="{453C7683-8588-7ABC-32E0-8A4E68218620}"/>
          </ac:spMkLst>
        </pc:spChg>
        <pc:graphicFrameChg chg="mod modGraphic">
          <ac:chgData name="Paul Winser" userId="c3146a91-e6bd-4264-bd86-e164e04bc32d" providerId="ADAL" clId="{68083B38-6358-4A81-81DF-6A7C6D99F093}" dt="2024-08-19T09:56:16.438" v="309" actId="1076"/>
          <ac:graphicFrameMkLst>
            <pc:docMk/>
            <pc:sldMk cId="4129385877" sldId="341"/>
            <ac:graphicFrameMk id="2" creationId="{426F09B5-9113-49F9-8364-F44D20700A03}"/>
          </ac:graphicFrameMkLst>
        </pc:graphicFrameChg>
      </pc:sldChg>
      <pc:sldChg chg="delSp modSp mod">
        <pc:chgData name="Paul Winser" userId="c3146a91-e6bd-4264-bd86-e164e04bc32d" providerId="ADAL" clId="{68083B38-6358-4A81-81DF-6A7C6D99F093}" dt="2024-08-19T09:54:55.149" v="291" actId="1076"/>
        <pc:sldMkLst>
          <pc:docMk/>
          <pc:sldMk cId="1609704640" sldId="342"/>
        </pc:sldMkLst>
        <pc:spChg chg="del">
          <ac:chgData name="Paul Winser" userId="c3146a91-e6bd-4264-bd86-e164e04bc32d" providerId="ADAL" clId="{68083B38-6358-4A81-81DF-6A7C6D99F093}" dt="2024-08-19T09:35:50.086" v="53" actId="478"/>
          <ac:spMkLst>
            <pc:docMk/>
            <pc:sldMk cId="1609704640" sldId="342"/>
            <ac:spMk id="3" creationId="{6D308F90-8138-7103-23B3-BD5685B67E86}"/>
          </ac:spMkLst>
        </pc:spChg>
        <pc:spChg chg="mod">
          <ac:chgData name="Paul Winser" userId="c3146a91-e6bd-4264-bd86-e164e04bc32d" providerId="ADAL" clId="{68083B38-6358-4A81-81DF-6A7C6D99F093}" dt="2024-08-19T09:54:51.949" v="290" actId="14100"/>
          <ac:spMkLst>
            <pc:docMk/>
            <pc:sldMk cId="1609704640" sldId="342"/>
            <ac:spMk id="34819" creationId="{453C7683-8588-7ABC-32E0-8A4E68218620}"/>
          </ac:spMkLst>
        </pc:spChg>
        <pc:graphicFrameChg chg="mod modGraphic">
          <ac:chgData name="Paul Winser" userId="c3146a91-e6bd-4264-bd86-e164e04bc32d" providerId="ADAL" clId="{68083B38-6358-4A81-81DF-6A7C6D99F093}" dt="2024-08-19T09:54:49.161" v="289" actId="14100"/>
          <ac:graphicFrameMkLst>
            <pc:docMk/>
            <pc:sldMk cId="1609704640" sldId="342"/>
            <ac:graphicFrameMk id="2" creationId="{84A5A99D-3B2C-4E2E-83B8-219E9D27E6C6}"/>
          </ac:graphicFrameMkLst>
        </pc:graphicFrameChg>
        <pc:picChg chg="mod">
          <ac:chgData name="Paul Winser" userId="c3146a91-e6bd-4264-bd86-e164e04bc32d" providerId="ADAL" clId="{68083B38-6358-4A81-81DF-6A7C6D99F093}" dt="2024-08-19T09:54:55.149" v="291" actId="1076"/>
          <ac:picMkLst>
            <pc:docMk/>
            <pc:sldMk cId="1609704640" sldId="342"/>
            <ac:picMk id="5" creationId="{9394EF22-5768-6D12-CAF9-34A08CB202A8}"/>
          </ac:picMkLst>
        </pc:picChg>
      </pc:sldChg>
      <pc:sldChg chg="delSp modSp mod">
        <pc:chgData name="Paul Winser" userId="c3146a91-e6bd-4264-bd86-e164e04bc32d" providerId="ADAL" clId="{68083B38-6358-4A81-81DF-6A7C6D99F093}" dt="2024-08-19T09:54:21.862" v="281" actId="1076"/>
        <pc:sldMkLst>
          <pc:docMk/>
          <pc:sldMk cId="2272689223" sldId="343"/>
        </pc:sldMkLst>
        <pc:spChg chg="del">
          <ac:chgData name="Paul Winser" userId="c3146a91-e6bd-4264-bd86-e164e04bc32d" providerId="ADAL" clId="{68083B38-6358-4A81-81DF-6A7C6D99F093}" dt="2024-08-19T09:36:06.205" v="58" actId="478"/>
          <ac:spMkLst>
            <pc:docMk/>
            <pc:sldMk cId="2272689223" sldId="343"/>
            <ac:spMk id="3" creationId="{C0CABA7C-6C46-6AA3-E476-7064A00BC047}"/>
          </ac:spMkLst>
        </pc:spChg>
        <pc:spChg chg="mod">
          <ac:chgData name="Paul Winser" userId="c3146a91-e6bd-4264-bd86-e164e04bc32d" providerId="ADAL" clId="{68083B38-6358-4A81-81DF-6A7C6D99F093}" dt="2024-08-19T09:54:04.652" v="274" actId="14100"/>
          <ac:spMkLst>
            <pc:docMk/>
            <pc:sldMk cId="2272689223" sldId="343"/>
            <ac:spMk id="34819" creationId="{453C7683-8588-7ABC-32E0-8A4E68218620}"/>
          </ac:spMkLst>
        </pc:spChg>
        <pc:graphicFrameChg chg="mod modGraphic">
          <ac:chgData name="Paul Winser" userId="c3146a91-e6bd-4264-bd86-e164e04bc32d" providerId="ADAL" clId="{68083B38-6358-4A81-81DF-6A7C6D99F093}" dt="2024-08-19T09:54:13.940" v="278" actId="14100"/>
          <ac:graphicFrameMkLst>
            <pc:docMk/>
            <pc:sldMk cId="2272689223" sldId="343"/>
            <ac:graphicFrameMk id="2" creationId="{84A5A99D-3B2C-4E2E-83B8-219E9D27E6C6}"/>
          </ac:graphicFrameMkLst>
        </pc:graphicFrameChg>
        <pc:picChg chg="mod">
          <ac:chgData name="Paul Winser" userId="c3146a91-e6bd-4264-bd86-e164e04bc32d" providerId="ADAL" clId="{68083B38-6358-4A81-81DF-6A7C6D99F093}" dt="2024-08-19T09:54:21.862" v="281" actId="1076"/>
          <ac:picMkLst>
            <pc:docMk/>
            <pc:sldMk cId="2272689223" sldId="343"/>
            <ac:picMk id="5" creationId="{92A0E83D-B8AB-03F0-C7C3-3E47A044125B}"/>
          </ac:picMkLst>
        </pc:picChg>
      </pc:sldChg>
      <pc:sldChg chg="delSp modSp mod">
        <pc:chgData name="Paul Winser" userId="c3146a91-e6bd-4264-bd86-e164e04bc32d" providerId="ADAL" clId="{68083B38-6358-4A81-81DF-6A7C6D99F093}" dt="2024-08-19T09:52:42.884" v="250" actId="1076"/>
        <pc:sldMkLst>
          <pc:docMk/>
          <pc:sldMk cId="3989639613" sldId="344"/>
        </pc:sldMkLst>
        <pc:spChg chg="del">
          <ac:chgData name="Paul Winser" userId="c3146a91-e6bd-4264-bd86-e164e04bc32d" providerId="ADAL" clId="{68083B38-6358-4A81-81DF-6A7C6D99F093}" dt="2024-08-19T09:35:55.939" v="55" actId="478"/>
          <ac:spMkLst>
            <pc:docMk/>
            <pc:sldMk cId="3989639613" sldId="344"/>
            <ac:spMk id="3" creationId="{BC6BA7B3-EFBB-F7A6-A093-7E02CC6D54E6}"/>
          </ac:spMkLst>
        </pc:spChg>
        <pc:spChg chg="mod">
          <ac:chgData name="Paul Winser" userId="c3146a91-e6bd-4264-bd86-e164e04bc32d" providerId="ADAL" clId="{68083B38-6358-4A81-81DF-6A7C6D99F093}" dt="2024-08-19T09:52:33.587" v="245" actId="14100"/>
          <ac:spMkLst>
            <pc:docMk/>
            <pc:sldMk cId="3989639613" sldId="344"/>
            <ac:spMk id="34819" creationId="{453C7683-8588-7ABC-32E0-8A4E68218620}"/>
          </ac:spMkLst>
        </pc:spChg>
        <pc:graphicFrameChg chg="mod modGraphic">
          <ac:chgData name="Paul Winser" userId="c3146a91-e6bd-4264-bd86-e164e04bc32d" providerId="ADAL" clId="{68083B38-6358-4A81-81DF-6A7C6D99F093}" dt="2024-08-19T09:52:37.814" v="247" actId="14100"/>
          <ac:graphicFrameMkLst>
            <pc:docMk/>
            <pc:sldMk cId="3989639613" sldId="344"/>
            <ac:graphicFrameMk id="2" creationId="{84A5A99D-3B2C-4E2E-83B8-219E9D27E6C6}"/>
          </ac:graphicFrameMkLst>
        </pc:graphicFrameChg>
        <pc:picChg chg="mod">
          <ac:chgData name="Paul Winser" userId="c3146a91-e6bd-4264-bd86-e164e04bc32d" providerId="ADAL" clId="{68083B38-6358-4A81-81DF-6A7C6D99F093}" dt="2024-08-19T09:52:42.884" v="250" actId="1076"/>
          <ac:picMkLst>
            <pc:docMk/>
            <pc:sldMk cId="3989639613" sldId="344"/>
            <ac:picMk id="5" creationId="{2EC7ED50-2470-4EBB-CD53-FA44AEE92B8B}"/>
          </ac:picMkLst>
        </pc:picChg>
      </pc:sldChg>
      <pc:sldChg chg="delSp modSp mod">
        <pc:chgData name="Paul Winser" userId="c3146a91-e6bd-4264-bd86-e164e04bc32d" providerId="ADAL" clId="{68083B38-6358-4A81-81DF-6A7C6D99F093}" dt="2024-08-19T09:49:21.087" v="193" actId="108"/>
        <pc:sldMkLst>
          <pc:docMk/>
          <pc:sldMk cId="1085528761" sldId="345"/>
        </pc:sldMkLst>
        <pc:spChg chg="del">
          <ac:chgData name="Paul Winser" userId="c3146a91-e6bd-4264-bd86-e164e04bc32d" providerId="ADAL" clId="{68083B38-6358-4A81-81DF-6A7C6D99F093}" dt="2024-08-19T09:35:21.506" v="40" actId="478"/>
          <ac:spMkLst>
            <pc:docMk/>
            <pc:sldMk cId="1085528761" sldId="345"/>
            <ac:spMk id="3" creationId="{3068DBC6-AEAB-A570-8E2D-6E0405C0FE1D}"/>
          </ac:spMkLst>
        </pc:spChg>
        <pc:spChg chg="del">
          <ac:chgData name="Paul Winser" userId="c3146a91-e6bd-4264-bd86-e164e04bc32d" providerId="ADAL" clId="{68083B38-6358-4A81-81DF-6A7C6D99F093}" dt="2024-08-19T09:35:19.722" v="39" actId="478"/>
          <ac:spMkLst>
            <pc:docMk/>
            <pc:sldMk cId="1085528761" sldId="345"/>
            <ac:spMk id="6" creationId="{85A91B55-2B7E-E83E-E648-8FB6590D0639}"/>
          </ac:spMkLst>
        </pc:spChg>
        <pc:spChg chg="mod">
          <ac:chgData name="Paul Winser" userId="c3146a91-e6bd-4264-bd86-e164e04bc32d" providerId="ADAL" clId="{68083B38-6358-4A81-81DF-6A7C6D99F093}" dt="2024-08-19T09:49:21.087" v="193" actId="108"/>
          <ac:spMkLst>
            <pc:docMk/>
            <pc:sldMk cId="1085528761" sldId="345"/>
            <ac:spMk id="34819" creationId="{453C7683-8588-7ABC-32E0-8A4E68218620}"/>
          </ac:spMkLst>
        </pc:spChg>
        <pc:graphicFrameChg chg="mod modGraphic">
          <ac:chgData name="Paul Winser" userId="c3146a91-e6bd-4264-bd86-e164e04bc32d" providerId="ADAL" clId="{68083B38-6358-4A81-81DF-6A7C6D99F093}" dt="2024-08-19T09:48:31.935" v="181" actId="14100"/>
          <ac:graphicFrameMkLst>
            <pc:docMk/>
            <pc:sldMk cId="1085528761" sldId="345"/>
            <ac:graphicFrameMk id="2" creationId="{426F09B5-9113-49F9-8364-F44D20700A03}"/>
          </ac:graphicFrameMkLst>
        </pc:graphicFrameChg>
        <pc:picChg chg="mod">
          <ac:chgData name="Paul Winser" userId="c3146a91-e6bd-4264-bd86-e164e04bc32d" providerId="ADAL" clId="{68083B38-6358-4A81-81DF-6A7C6D99F093}" dt="2024-08-19T09:48:29.480" v="180" actId="1076"/>
          <ac:picMkLst>
            <pc:docMk/>
            <pc:sldMk cId="1085528761" sldId="345"/>
            <ac:picMk id="5" creationId="{ECDAC374-748F-008D-5BEE-1E12894909EF}"/>
          </ac:picMkLst>
        </pc:picChg>
      </pc:sldChg>
      <pc:sldChg chg="modSp add mod modTransition">
        <pc:chgData name="Paul Winser" userId="c3146a91-e6bd-4264-bd86-e164e04bc32d" providerId="ADAL" clId="{68083B38-6358-4A81-81DF-6A7C6D99F093}" dt="2024-08-19T09:36:21.221" v="60" actId="5793"/>
        <pc:sldMkLst>
          <pc:docMk/>
          <pc:sldMk cId="0" sldId="346"/>
        </pc:sldMkLst>
        <pc:spChg chg="mod">
          <ac:chgData name="Paul Winser" userId="c3146a91-e6bd-4264-bd86-e164e04bc32d" providerId="ADAL" clId="{68083B38-6358-4A81-81DF-6A7C6D99F093}" dt="2024-08-19T09:36:21.221" v="60" actId="5793"/>
          <ac:spMkLst>
            <pc:docMk/>
            <pc:sldMk cId="0" sldId="346"/>
            <ac:spMk id="5" creationId="{9FA6E9AD-5E58-B78C-95E8-0BA1B8E3BEA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dirty="0"/>
              <a:t>A basic introduction to the unit.</a:t>
            </a:r>
          </a:p>
          <a:p>
            <a:pPr rtl="1"/>
            <a:endParaRPr lang="en-GB" altLang="en-US" b="1" dirty="0"/>
          </a:p>
          <a:p>
            <a:pPr rtl="1"/>
            <a:r>
              <a:rPr lang="ar" b="1" dirty="0"/>
              <a:t>Useful websites:</a:t>
            </a:r>
          </a:p>
          <a:p>
            <a:pPr rtl="1"/>
            <a:endParaRPr lang="en-GB" altLang="en-US" b="1" dirty="0"/>
          </a:p>
          <a:p>
            <a:pPr rtl="1"/>
            <a:r>
              <a:rPr lang="ar" b="0" dirty="0"/>
              <a:t>Country dependant.</a:t>
            </a:r>
          </a:p>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dirty="0"/>
              <a:t>A basic introduction to the unit.</a:t>
            </a:r>
          </a:p>
          <a:p>
            <a:pPr rtl="1"/>
            <a:endParaRPr lang="en-GB" altLang="en-US" b="1" dirty="0"/>
          </a:p>
          <a:p>
            <a:pPr rtl="1"/>
            <a:r>
              <a:rPr lang="ar" b="1" dirty="0"/>
              <a:t>Useful websites:</a:t>
            </a:r>
          </a:p>
          <a:p>
            <a:pPr rtl="1"/>
            <a:endParaRPr lang="en-GB" altLang="en-US" b="1" dirty="0"/>
          </a:p>
          <a:p>
            <a:pPr rtl="1"/>
            <a:r>
              <a:rPr lang="ar" b="0" dirty="0"/>
              <a:t>Country dependant.</a:t>
            </a:r>
          </a:p>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522565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dirty="0"/>
              <a:t>An outline of the three main learning aims in the unit.</a:t>
            </a:r>
          </a:p>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19336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83770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76873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95345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495665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04139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20025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650529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108625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123460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674301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79776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824817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0871920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0126535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304183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10059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39945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30191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951362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321008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917534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167091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11736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429015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838311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7044680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4" name="Picture 8">
            <a:extLst>
              <a:ext uri="{FF2B5EF4-FFF2-40B4-BE49-F238E27FC236}">
                <a16:creationId xmlns:a16="http://schemas.microsoft.com/office/drawing/2014/main" id="{F4307ABF-1DAF-3216-2E6F-5914BB91D3B2}"/>
              </a:ext>
            </a:extLst>
          </p:cNvPr>
          <p:cNvPicPr>
            <a:picLocks noChangeAspect="1" noChangeArrowheads="1"/>
          </p:cNvPicPr>
          <p:nvPr userDrawn="1"/>
        </p:nvPicPr>
        <p:blipFill rotWithShape="1">
          <a:blip r:embed="rId16" cstate="print">
            <a:extLst>
              <a:ext uri="{28A0092B-C50C-407E-A947-70E740481C1C}">
                <a14:useLocalDpi xmlns:a14="http://schemas.microsoft.com/office/drawing/2010/main"/>
              </a:ext>
            </a:extLst>
          </a:blip>
          <a:srcRect r="36613"/>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81D83E8-67DD-3676-3826-DBA95365D726}"/>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a:t>
            </a:r>
            <a:r>
              <a:rPr lang="ar" sz="2500" b="1">
                <a:latin typeface="Sakkal Majalla" panose="02000000000000000000" pitchFamily="2" charset="-78"/>
                <a:cs typeface="Sakkal Majalla" panose="02000000000000000000" pitchFamily="2" charset="-78"/>
              </a:rPr>
              <a:t>المستوى </a:t>
            </a:r>
            <a:r>
              <a:rPr lang="ar-EG" sz="2500" b="1">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a:latin typeface="Sakkal Majalla" panose="02000000000000000000" pitchFamily="2" charset="-78"/>
                <a:cs typeface="Sakkal Majalla" panose="02000000000000000000" pitchFamily="2" charset="-78"/>
              </a:rPr>
              <a:t>الهندسة</a:t>
            </a:r>
            <a:endParaRPr lang="ar" sz="25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7.xml"/><Relationship Id="rId1" Type="http://schemas.openxmlformats.org/officeDocument/2006/relationships/themeOverride" Target="../theme/themeOverride1.xml"/><Relationship Id="rId5" Type="http://schemas.openxmlformats.org/officeDocument/2006/relationships/image" Target="../media/image19.jpeg"/><Relationship Id="rId4" Type="http://schemas.openxmlformats.org/officeDocument/2006/relationships/audio" Target="../media/audio1.bin"/></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 Id="rId4" Type="http://schemas.openxmlformats.org/officeDocument/2006/relationships/image" Target="../media/image22.jpeg"/></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 Id="rId4" Type="http://schemas.openxmlformats.org/officeDocument/2006/relationships/image" Target="../media/image23.jpeg"/></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 Id="rId4" Type="http://schemas.openxmlformats.org/officeDocument/2006/relationships/image" Target="../media/image24.jpeg"/></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 Id="rId4" Type="http://schemas.openxmlformats.org/officeDocument/2006/relationships/image" Target="../media/image25.jpe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 Id="rId4" Type="http://schemas.openxmlformats.org/officeDocument/2006/relationships/image" Target="../media/image26.jpe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 Id="rId4" Type="http://schemas.openxmlformats.org/officeDocument/2006/relationships/image" Target="../media/image27.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 Id="rId4" Type="http://schemas.openxmlformats.org/officeDocument/2006/relationships/image" Target="../media/image28.jpe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 Id="rId4" Type="http://schemas.openxmlformats.org/officeDocument/2006/relationships/image" Target="../media/image29.jpeg"/></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 Id="rId4" Type="http://schemas.openxmlformats.org/officeDocument/2006/relationships/image" Target="../media/image30.jpe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 Id="rId4" Type="http://schemas.openxmlformats.org/officeDocument/2006/relationships/image" Target="../media/image31.jpe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 Id="rId4" Type="http://schemas.openxmlformats.org/officeDocument/2006/relationships/image" Target="../media/image32.jpeg"/></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 Id="rId4" Type="http://schemas.openxmlformats.org/officeDocument/2006/relationships/image" Target="../media/image33.jpeg"/></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 Id="rId4" Type="http://schemas.openxmlformats.org/officeDocument/2006/relationships/image" Target="../media/image34.jpeg"/></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39</a:t>
            </a:r>
            <a:br>
              <a:rPr lang="en-GB" altLang="en-US" sz="4600" dirty="0"/>
            </a:br>
            <a:r>
              <a:rPr lang="ar" sz="4600" dirty="0"/>
              <a:t>أنظمة التصنيع الحديثة</a:t>
            </a:r>
          </a:p>
        </p:txBody>
      </p:sp>
      <p:sp>
        <p:nvSpPr>
          <p:cNvPr id="4" name="Footer Placeholder 2">
            <a:extLst>
              <a:ext uri="{FF2B5EF4-FFF2-40B4-BE49-F238E27FC236}">
                <a16:creationId xmlns:a16="http://schemas.microsoft.com/office/drawing/2014/main" id="{84644A32-0BF0-5537-F083-7D73576F56A9}"/>
              </a:ext>
            </a:extLst>
          </p:cNvPr>
          <p:cNvSpPr>
            <a:spLocks noGrp="1"/>
          </p:cNvSpPr>
          <p:nvPr>
            <p:ph type="ftr" sz="quarter" idx="10"/>
          </p:nvPr>
        </p:nvSpPr>
        <p:spPr>
          <a:xfrm>
            <a:off x="0" y="6459538"/>
            <a:ext cx="9144000" cy="287337"/>
          </a:xfrm>
        </p:spPr>
        <p:txBody>
          <a:bodyPr wrap="square" rtlCol="1" anchor="t">
            <a:noAutofit/>
          </a:bodyPr>
          <a:lstStyle/>
          <a:p>
            <a:pPr algn="ctr" rtl="1">
              <a:lnSpc>
                <a:spcPct val="90000"/>
              </a:lnSpc>
              <a:spcAft>
                <a:spcPts val="600"/>
              </a:spcAft>
              <a:defRPr/>
            </a:pPr>
            <a:r>
              <a:rPr lang="ar" sz="1400" dirty="0"/>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225A1608-7F01-7903-FC20-6024262477E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1" y="1147789"/>
            <a:ext cx="9115793" cy="57332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endParaRPr lang="en-GB" sz="1600" b="1" dirty="0"/>
          </a:p>
          <a:p>
            <a:pPr marL="0" indent="0" algn="ctr" rtl="1">
              <a:buNone/>
            </a:pPr>
            <a:r>
              <a:rPr lang="ar" sz="4600" b="1" dirty="0"/>
              <a:t>مقدمة الوحدة</a:t>
            </a:r>
          </a:p>
          <a:p>
            <a:pPr marL="0" indent="0" algn="ctr" rtl="1">
              <a:buNone/>
            </a:pPr>
            <a:endParaRPr lang="en-GB" sz="1600" b="1" dirty="0"/>
          </a:p>
          <a:p>
            <a:pPr marL="0" indent="0" algn="ctr" rtl="1">
              <a:buNone/>
            </a:pPr>
            <a:r>
              <a:rPr lang="ar" sz="2000" dirty="0"/>
              <a:t>سيبحث الطلاب في أساسيات أنظمة معالجة التصنيع وكيفية إعداد العمليات التشغيلية لتحقيق أقصى قدر من الاستفادة من الموارد مثل الوقت والمواد والمعدات.</a:t>
            </a:r>
          </a:p>
          <a:p>
            <a:pPr marL="0" indent="0" algn="ctr" rtl="1">
              <a:buNone/>
            </a:pPr>
            <a:endParaRPr lang="en-GB" altLang="en-US" sz="1800" dirty="0"/>
          </a:p>
          <a:p>
            <a:pPr marL="0" indent="0" algn="ctr" rtl="1">
              <a:buNone/>
            </a:pPr>
            <a:r>
              <a:rPr lang="ar" sz="2000" dirty="0"/>
              <a:t>في مؤسسات التصنيع، تعد كيفية تنظيم العمليات التشغيلية وتكييفها مع التغيرات في الاقتصاد والمجتمع والتكنولوجيا أحد أهم العوامل التي تؤثر في أداء الأعمال. ولجعل المنتجات آمنة ومستدامة واقتصادية، من الضروري استخدام أنظمة الإنتاج وتقنيات المعالجة الصحيحة، وفحص هذه الأنظمة والتقنيات وتحسينها باستمرار. وقد اكتشفت الشركات التي اعتمدت أساليب التصنيع الرشيق وغيرها من أساليب تحسين الأعمال أن هذه الطرق متطورة، ما يتيح زيادة الإنتاجية والربحية في جميع أنحاء المؤسسة.</a:t>
            </a:r>
          </a:p>
          <a:p>
            <a:pPr marL="0" indent="0" algn="ctr" rtl="1">
              <a:buNone/>
            </a:pPr>
            <a:endParaRPr lang="en-GB" altLang="en-US" sz="1600" dirty="0"/>
          </a:p>
        </p:txBody>
      </p:sp>
      <p:sp>
        <p:nvSpPr>
          <p:cNvPr id="2" name="Footer Placeholder 2">
            <a:extLst>
              <a:ext uri="{FF2B5EF4-FFF2-40B4-BE49-F238E27FC236}">
                <a16:creationId xmlns:a16="http://schemas.microsoft.com/office/drawing/2014/main" id="{C64392BC-3DF1-72C0-41BB-108320DDB07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1" y="1147789"/>
            <a:ext cx="9115793" cy="501751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endParaRPr lang="en-GB" sz="1600" b="1" dirty="0"/>
          </a:p>
          <a:p>
            <a:pPr marL="0" indent="0" algn="ctr" rtl="1">
              <a:buNone/>
            </a:pPr>
            <a:r>
              <a:rPr lang="ar" sz="4600" b="1" dirty="0"/>
              <a:t>مقدمة الوحدة</a:t>
            </a:r>
          </a:p>
          <a:p>
            <a:pPr marL="0" indent="0" algn="ctr" rtl="1">
              <a:buNone/>
            </a:pPr>
            <a:endParaRPr lang="en-GB" altLang="en-US" sz="1600" dirty="0"/>
          </a:p>
          <a:p>
            <a:pPr marL="0" indent="0" algn="ctr" rtl="1">
              <a:buNone/>
            </a:pPr>
            <a:r>
              <a:rPr lang="ar" sz="2000" dirty="0"/>
              <a:t>ستتعلم المهام التي تشرف عليها عمليات التصنيع والكيفية التي يمكن للتطورات المجتمعية والتقنية، في الحاضر والمستقبل، أن تؤثر في تركيبة وفعالية مختلف القطاعات. وستدرس تنظيم وهيكل تخطيطات المصنع بالإضافة إلى الخدمات اللوجستية التي ينطوي عليها نقل المنتج عبر المصنع. أخيرًا، من أجل مشاهدة التأثير المحتمل لأدوات التصنيع الرشيق وإستراتيجيات التحسين بشكل مباشر، ستجري بحثًا عنها قبل استخدامها في محاكاة المصنع. يعمل مهندسو التصنيع في جميع قطاعات التصنيع؛ بما فيها الصناعات الكيميائية والطبية الحيوية والسيارات والأغذية والسكك الحديدية. </a:t>
            </a:r>
          </a:p>
          <a:p>
            <a:pPr marL="0" indent="0" algn="ctr" rtl="1">
              <a:buNone/>
            </a:pPr>
            <a:endParaRPr lang="en-GB" altLang="en-US" sz="1800" dirty="0"/>
          </a:p>
          <a:p>
            <a:pPr marL="0" indent="0" algn="ctr" rtl="1">
              <a:buNone/>
            </a:pPr>
            <a:r>
              <a:rPr lang="ar" sz="2000" dirty="0"/>
              <a:t>كما ستساعد هذه الوحدة على إعدادك للالتحاق بالتعليم العالي، أو التدريب أو التدريب المهني، أو لشغل وظيفة مثل فني تصنيع.</a:t>
            </a:r>
          </a:p>
        </p:txBody>
      </p:sp>
      <p:sp>
        <p:nvSpPr>
          <p:cNvPr id="2" name="Footer Placeholder 2">
            <a:extLst>
              <a:ext uri="{FF2B5EF4-FFF2-40B4-BE49-F238E27FC236}">
                <a16:creationId xmlns:a16="http://schemas.microsoft.com/office/drawing/2014/main" id="{F258F43A-CA42-107C-DF2B-F72BFD51169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123779108"/>
      </p:ext>
    </p:extLst>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نتاجات التعلم</a:t>
            </a:r>
            <a:endParaRPr lang="en-GB" altLang="en-US" sz="4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79209" y="2058988"/>
            <a:ext cx="7991475" cy="35302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endParaRPr lang="en-GB" altLang="en-US" sz="2000" b="1" dirty="0"/>
          </a:p>
          <a:p>
            <a:pPr marL="404813" indent="-387350" defTabSz="431800" rtl="1">
              <a:buNone/>
            </a:pPr>
            <a:r>
              <a:rPr lang="ar" sz="2200" b="1" dirty="0"/>
              <a:t>أ	فهم وظائف عمليات التصنيع والعوامل المؤثرة في نجاحها</a:t>
            </a:r>
          </a:p>
          <a:p>
            <a:pPr marL="404813" indent="-387350" defTabSz="431800" rtl="1">
              <a:buNone/>
            </a:pPr>
            <a:endParaRPr lang="en-GB" altLang="en-US" sz="2200" b="1" dirty="0"/>
          </a:p>
          <a:p>
            <a:pPr marL="404813" indent="-387350" defTabSz="431800" rtl="1">
              <a:buNone/>
            </a:pPr>
            <a:r>
              <a:rPr lang="ar" sz="2200" b="1" dirty="0"/>
              <a:t>ب	فحص أنظمة العمليات التي يشيع استخدامها في الصناعة التحويلية</a:t>
            </a:r>
          </a:p>
          <a:p>
            <a:pPr marL="404813" indent="-387350" defTabSz="431800" rtl="1">
              <a:buNone/>
            </a:pPr>
            <a:endParaRPr lang="en-GB" altLang="en-US" sz="2200" b="1" dirty="0"/>
          </a:p>
          <a:p>
            <a:pPr marL="404813" indent="-387350" defTabSz="431800" rtl="1">
              <a:buNone/>
            </a:pPr>
            <a:r>
              <a:rPr lang="ar" sz="2200" b="1" dirty="0"/>
              <a:t>ج	التحقق من مبادئ التصنيع الرشيق وكيفية تأثيرها في الإنتاجية.</a:t>
            </a:r>
          </a:p>
        </p:txBody>
      </p:sp>
      <p:sp>
        <p:nvSpPr>
          <p:cNvPr id="2" name="Footer Placeholder 2">
            <a:extLst>
              <a:ext uri="{FF2B5EF4-FFF2-40B4-BE49-F238E27FC236}">
                <a16:creationId xmlns:a16="http://schemas.microsoft.com/office/drawing/2014/main" id="{5B67A39C-173D-C9D9-BAA7-614D7504C18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أ</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799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فهم وظائف عمليات التصنيع والعوامل المؤثرة في نجاحها</a:t>
            </a:r>
          </a:p>
          <a:p>
            <a:pPr algn="ctr" rtl="1"/>
            <a:endParaRPr lang="en-GB" altLang="en-US" sz="38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EF73F90-0D60-9A98-9B94-2B1F5307B69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27984" y="1196752"/>
            <a:ext cx="4684982" cy="53285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الصحة والسلامة</a:t>
            </a:r>
            <a:endParaRPr lang="en-GB" sz="2000" b="1" dirty="0"/>
          </a:p>
          <a:p>
            <a:pPr marL="342000" lvl="1" indent="0" rtl="1">
              <a:buNone/>
            </a:pPr>
            <a:r>
              <a:rPr lang="ar" sz="2000" dirty="0">
                <a:effectLst/>
              </a:rPr>
              <a:t>تعطي عمليات التصنيع الأولوية لصحة وسلامة الموظفين من خلال تنفيذ بروتوكولات السلامة وتوفير التدريب على ممارسات العمل الآمنة.</a:t>
            </a:r>
          </a:p>
          <a:p>
            <a:pPr rtl="1"/>
            <a:r>
              <a:rPr lang="ar" sz="2000" b="1" dirty="0">
                <a:effectLst/>
              </a:rPr>
              <a:t>تدابير حماية البيئة</a:t>
            </a:r>
            <a:endParaRPr lang="en-GB" sz="2000" b="1" dirty="0"/>
          </a:p>
          <a:p>
            <a:pPr marL="342000" indent="0" rtl="1">
              <a:buNone/>
            </a:pPr>
            <a:r>
              <a:rPr lang="ar" sz="2000" dirty="0">
                <a:effectLst/>
              </a:rPr>
              <a:t>تركز عمليات التصنيع أيضًا على الاستدامة البيئية من خلال تنفيذ تدابير للحد من النفايات/ الهدر والحفاظ على الطاقة وتقليل التأثير في البيئة.</a:t>
            </a:r>
          </a:p>
          <a:p>
            <a:pPr rtl="1"/>
            <a:r>
              <a:rPr lang="ar" sz="2000" b="1" dirty="0">
                <a:effectLst/>
              </a:rPr>
              <a:t>عمليات التصنيع</a:t>
            </a:r>
            <a:endParaRPr lang="en-GB" sz="2000" b="1" dirty="0"/>
          </a:p>
          <a:p>
            <a:pPr marL="342000" indent="0" rtl="1">
              <a:buNone/>
            </a:pPr>
            <a:r>
              <a:rPr lang="ar" sz="2000" dirty="0">
                <a:effectLst/>
              </a:rPr>
              <a:t>تشرف وظيفة العمليات التشغيلية على عمليات التصنيع، ما يضمن الإنتاج الفعال والالتزام بمعايير الجودة.</a:t>
            </a:r>
          </a:p>
          <a:p>
            <a:pPr rtl="1"/>
            <a:endParaRPr lang="en-GB" sz="20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عمليات التصنيع</a:t>
            </a:r>
          </a:p>
        </p:txBody>
      </p:sp>
      <p:pic>
        <p:nvPicPr>
          <p:cNvPr id="5" name="Picture 4" descr="A set of blue circular signs with white outline on them&#10;&#10;Description automatically generated">
            <a:extLst>
              <a:ext uri="{FF2B5EF4-FFF2-40B4-BE49-F238E27FC236}">
                <a16:creationId xmlns:a16="http://schemas.microsoft.com/office/drawing/2014/main" id="{FC103987-67AF-C6AA-2DF8-014E8BA6626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88726" y="2132856"/>
            <a:ext cx="3384376" cy="3384376"/>
          </a:xfrm>
          <a:prstGeom prst="rect">
            <a:avLst/>
          </a:prstGeom>
        </p:spPr>
      </p:pic>
      <p:sp>
        <p:nvSpPr>
          <p:cNvPr id="2" name="Footer Placeholder 2">
            <a:extLst>
              <a:ext uri="{FF2B5EF4-FFF2-40B4-BE49-F238E27FC236}">
                <a16:creationId xmlns:a16="http://schemas.microsoft.com/office/drawing/2014/main" id="{ABB25F22-1142-02F2-48ED-337544BBB5F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2236349469"/>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3042" y="1484784"/>
            <a:ext cx="4684982" cy="499406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الصيانة</a:t>
            </a:r>
            <a:endParaRPr lang="en-GB" sz="2000" b="1" dirty="0"/>
          </a:p>
          <a:p>
            <a:pPr marL="342000" indent="0" rtl="1">
              <a:buNone/>
            </a:pPr>
            <a:r>
              <a:rPr lang="ar" sz="2000" dirty="0">
                <a:effectLst/>
              </a:rPr>
              <a:t>تُنفذ الصيانة الدورية لمعدات التصنيع لضمان الأداء الأمثل وتقليل وقت التوقف عن العمل.</a:t>
            </a:r>
          </a:p>
          <a:p>
            <a:pPr rtl="1"/>
            <a:r>
              <a:rPr lang="ar" sz="2000" b="1" dirty="0">
                <a:effectLst/>
              </a:rPr>
              <a:t>التخزين والخدمات اللوجستية</a:t>
            </a:r>
            <a:endParaRPr lang="en-GB" sz="2000" b="1" dirty="0"/>
          </a:p>
          <a:p>
            <a:pPr marL="342000" indent="0" rtl="1">
              <a:buNone/>
            </a:pPr>
            <a:r>
              <a:rPr lang="ar" sz="2000" dirty="0"/>
              <a:t>تعمل وحدة العمليات التشغيلية على إدارة عمليات التخزين والخدمات اللوجستية لضمان تسليم المنتجات و/أو الخدمات للعملاء في الوقت المناسب.</a:t>
            </a:r>
          </a:p>
          <a:p>
            <a:pPr rtl="1"/>
            <a:r>
              <a:rPr lang="ar" sz="2000" b="1" dirty="0">
                <a:effectLst/>
              </a:rPr>
              <a:t>إدارة الجودة</a:t>
            </a:r>
            <a:endParaRPr lang="en-GB" sz="2000" b="1" dirty="0"/>
          </a:p>
          <a:p>
            <a:pPr marL="342000" indent="0" rtl="1">
              <a:buNone/>
            </a:pPr>
            <a:r>
              <a:rPr lang="ar" sz="2000" dirty="0"/>
              <a:t>تمثل إدارة الجودة جانبًا رئيسًا من عمليات التصنيع، </a:t>
            </a:r>
            <a:br>
              <a:rPr lang="en-GB" sz="2000" dirty="0"/>
            </a:br>
            <a:r>
              <a:rPr lang="ar" sz="2000" dirty="0"/>
              <a:t>مع وجود عمليات لمراقبة جودة المنتج والتحكم فيها طوال دورة الإنتاج.</a:t>
            </a:r>
          </a:p>
          <a:p>
            <a:pPr rtl="1"/>
            <a:endParaRPr lang="en-GB" sz="20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عمليات التصنيع</a:t>
            </a:r>
          </a:p>
        </p:txBody>
      </p:sp>
      <p:pic>
        <p:nvPicPr>
          <p:cNvPr id="5" name="Picture 4" descr="A calculator and pen on a paper&#10;&#10;Description automatically generated">
            <a:extLst>
              <a:ext uri="{FF2B5EF4-FFF2-40B4-BE49-F238E27FC236}">
                <a16:creationId xmlns:a16="http://schemas.microsoft.com/office/drawing/2014/main" id="{F37F4C5D-A0B4-58F3-4A11-3F65815BEF2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039722" y="2420888"/>
            <a:ext cx="3708742" cy="2474894"/>
          </a:xfrm>
          <a:prstGeom prst="rect">
            <a:avLst/>
          </a:prstGeom>
        </p:spPr>
      </p:pic>
      <p:sp>
        <p:nvSpPr>
          <p:cNvPr id="2" name="Footer Placeholder 2">
            <a:extLst>
              <a:ext uri="{FF2B5EF4-FFF2-40B4-BE49-F238E27FC236}">
                <a16:creationId xmlns:a16="http://schemas.microsoft.com/office/drawing/2014/main" id="{C76ABA30-DD0B-3E33-5CC6-1FA41A5DE12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120250636"/>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685880" y="1412776"/>
            <a:ext cx="5267796" cy="48691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effectLst/>
              </a:rPr>
              <a:t>🛠  </a:t>
            </a:r>
            <a:r>
              <a:rPr lang="ar" sz="2000" b="1" dirty="0">
                <a:effectLst/>
              </a:rPr>
              <a:t>الصحة والسلامة</a:t>
            </a:r>
            <a:endParaRPr lang="en-GB" sz="2000" b="1" dirty="0"/>
          </a:p>
          <a:p>
            <a:pPr marL="612000" lvl="1" rtl="1">
              <a:buFont typeface="Arial" panose="020B0604020202020204" pitchFamily="34" charset="0"/>
              <a:buChar char="•"/>
            </a:pPr>
            <a:r>
              <a:rPr lang="ar" sz="1600" dirty="0">
                <a:effectLst/>
              </a:rPr>
              <a:t>ضمان بيئة عمل آمنة لجميع الموظفين.</a:t>
            </a:r>
          </a:p>
          <a:p>
            <a:pPr marL="612000" lvl="1" rtl="1">
              <a:buFont typeface="Arial" panose="020B0604020202020204" pitchFamily="34" charset="0"/>
              <a:buChar char="•"/>
            </a:pPr>
            <a:r>
              <a:rPr lang="ar" sz="1600" dirty="0"/>
              <a:t>تنفيذ بروتوكولات السلامة وتوفير التدريب المناسب.</a:t>
            </a:r>
          </a:p>
          <a:p>
            <a:pPr marL="0" indent="0" rtl="1">
              <a:buNone/>
            </a:pPr>
            <a:r>
              <a:rPr lang="ar" sz="1800" b="1" dirty="0">
                <a:effectLst/>
              </a:rPr>
              <a:t>🌟 </a:t>
            </a:r>
            <a:r>
              <a:rPr lang="ar" sz="2000" b="1" dirty="0">
                <a:effectLst/>
              </a:rPr>
              <a:t>الجودة</a:t>
            </a:r>
            <a:endParaRPr lang="en-GB" sz="2000" b="1" dirty="0"/>
          </a:p>
          <a:p>
            <a:pPr marL="612000" lvl="1" rtl="1">
              <a:buFont typeface="Arial" panose="020B0604020202020204" pitchFamily="34" charset="0"/>
              <a:buChar char="•"/>
            </a:pPr>
            <a:r>
              <a:rPr lang="ar" sz="1600" dirty="0"/>
              <a:t>الحفاظ على معايير عالية لجودة المنتج.</a:t>
            </a:r>
          </a:p>
          <a:p>
            <a:pPr marL="612000" lvl="1" rtl="1">
              <a:buFont typeface="Arial" panose="020B0604020202020204" pitchFamily="34" charset="0"/>
              <a:buChar char="•"/>
            </a:pPr>
            <a:r>
              <a:rPr lang="ar" sz="1600" dirty="0"/>
              <a:t>تنفيذ تدابير مراقبة الجودة وعمليات التحسين المستمر.</a:t>
            </a:r>
          </a:p>
          <a:p>
            <a:pPr marL="0" indent="0" rtl="1">
              <a:buNone/>
            </a:pPr>
            <a:r>
              <a:rPr lang="ar" sz="1800" b="1" dirty="0">
                <a:effectLst/>
              </a:rPr>
              <a:t>⏳️ </a:t>
            </a:r>
            <a:r>
              <a:rPr lang="ar" sz="2000" b="1" dirty="0">
                <a:effectLst/>
              </a:rPr>
              <a:t>الأوقات اللازمة للتسليم</a:t>
            </a:r>
            <a:endParaRPr lang="en-GB" sz="2000" b="1" dirty="0"/>
          </a:p>
          <a:p>
            <a:pPr marL="612000" lvl="1" rtl="1">
              <a:buFont typeface="Arial" panose="020B0604020202020204" pitchFamily="34" charset="0"/>
              <a:buChar char="•"/>
            </a:pPr>
            <a:r>
              <a:rPr lang="ar" sz="1600" dirty="0"/>
              <a:t>تقليل فترات الإنتاج لتلبية طلب العملاء.</a:t>
            </a:r>
          </a:p>
          <a:p>
            <a:pPr marL="612000" lvl="1" rtl="1">
              <a:buFont typeface="Arial" panose="020B0604020202020204" pitchFamily="34" charset="0"/>
              <a:buChar char="•"/>
            </a:pPr>
            <a:r>
              <a:rPr lang="ar" sz="1600" dirty="0"/>
              <a:t>تحسين عمليات الإنتاج وتقليل أوقات الدورات.</a:t>
            </a:r>
          </a:p>
          <a:p>
            <a:pPr marL="0" indent="0" rtl="1">
              <a:buNone/>
            </a:pPr>
            <a:r>
              <a:rPr lang="ar" sz="1800" b="1" dirty="0">
                <a:effectLst/>
              </a:rPr>
              <a:t>💰 </a:t>
            </a:r>
            <a:r>
              <a:rPr lang="ar" sz="2000" b="1" dirty="0">
                <a:effectLst/>
              </a:rPr>
              <a:t>الموثوقية</a:t>
            </a:r>
            <a:endParaRPr lang="en-GB" sz="2000" b="1" dirty="0"/>
          </a:p>
          <a:p>
            <a:pPr marL="612000" lvl="1" rtl="1">
              <a:buFont typeface="Arial" panose="020B0604020202020204" pitchFamily="34" charset="0"/>
              <a:buChar char="•"/>
            </a:pPr>
            <a:r>
              <a:rPr lang="ar" sz="1600" dirty="0"/>
              <a:t>ضمان التسليم الموثوق والمتسق للمنتجات.</a:t>
            </a:r>
          </a:p>
          <a:p>
            <a:pPr marL="612000" lvl="1" rtl="1">
              <a:buFont typeface="Arial" panose="020B0604020202020204" pitchFamily="34" charset="0"/>
              <a:buChar char="•"/>
            </a:pPr>
            <a:r>
              <a:rPr lang="ar" sz="1600" dirty="0"/>
              <a:t>تلبية توقعات العملاء وتقليل حالات التعطل.</a:t>
            </a:r>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450452" y="220985"/>
            <a:ext cx="452524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أهداف الأداء في عمليات التصنيع</a:t>
            </a:r>
          </a:p>
        </p:txBody>
      </p:sp>
      <p:pic>
        <p:nvPicPr>
          <p:cNvPr id="4" name="Picture 3" descr="A person in a blue shirt talking on a cell phone&#10;&#10;Description automatically generated">
            <a:extLst>
              <a:ext uri="{FF2B5EF4-FFF2-40B4-BE49-F238E27FC236}">
                <a16:creationId xmlns:a16="http://schemas.microsoft.com/office/drawing/2014/main" id="{25E22D1B-0068-7C98-FEA5-6A542EF009D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83568" y="2011152"/>
            <a:ext cx="2448272" cy="3672408"/>
          </a:xfrm>
          <a:prstGeom prst="rect">
            <a:avLst/>
          </a:prstGeom>
        </p:spPr>
      </p:pic>
      <p:sp>
        <p:nvSpPr>
          <p:cNvPr id="2" name="Footer Placeholder 2">
            <a:extLst>
              <a:ext uri="{FF2B5EF4-FFF2-40B4-BE49-F238E27FC236}">
                <a16:creationId xmlns:a16="http://schemas.microsoft.com/office/drawing/2014/main" id="{B4F4DAE2-DAA8-C6DF-304A-3FE536C2E58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2585700772"/>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9145" y="1268760"/>
            <a:ext cx="8861446" cy="331236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rPr>
              <a:t>👨‍💼 المرونة</a:t>
            </a:r>
            <a:endParaRPr lang="en-GB" sz="1600" b="1" dirty="0"/>
          </a:p>
          <a:p>
            <a:pPr marL="612000" rtl="1">
              <a:buFont typeface="Arial" panose="020B0604020202020204" pitchFamily="34" charset="0"/>
              <a:buChar char="•"/>
            </a:pPr>
            <a:r>
              <a:rPr lang="ar" sz="1500" dirty="0">
                <a:effectLst/>
              </a:rPr>
              <a:t>تلبية متطلبات العملاء المتغيرة والتكيف مع اتجاهات السوق.</a:t>
            </a:r>
          </a:p>
          <a:p>
            <a:pPr marL="612000" rtl="1">
              <a:buFont typeface="Arial" panose="020B0604020202020204" pitchFamily="34" charset="0"/>
              <a:buChar char="•"/>
            </a:pPr>
            <a:r>
              <a:rPr lang="ar" sz="1500" dirty="0">
                <a:effectLst/>
              </a:rPr>
              <a:t>تنفيذ عمليات التصنيع الرشيقة (آجايل) وأنظمة الإنتاج المرنة.</a:t>
            </a:r>
            <a:endParaRPr lang="en-GB" sz="1500" dirty="0"/>
          </a:p>
          <a:p>
            <a:pPr marL="0" indent="0" rtl="1">
              <a:buNone/>
            </a:pPr>
            <a:r>
              <a:rPr lang="ar" sz="1600" b="1" dirty="0">
                <a:effectLst/>
              </a:rPr>
              <a:t>🌿 الاستدامة والاعتبارات البيئية</a:t>
            </a:r>
            <a:endParaRPr lang="en-GB" sz="1600" b="1" dirty="0"/>
          </a:p>
          <a:p>
            <a:pPr marL="612000" rtl="1">
              <a:buFont typeface="Arial" panose="020B0604020202020204" pitchFamily="34" charset="0"/>
              <a:buChar char="•"/>
            </a:pPr>
            <a:r>
              <a:rPr lang="ar" sz="1500" dirty="0"/>
              <a:t>تقليل التأثير البيئي وتعزيز الممارسات المستدامة.</a:t>
            </a:r>
          </a:p>
          <a:p>
            <a:pPr marL="612000" rtl="1">
              <a:buFont typeface="Arial" panose="020B0604020202020204" pitchFamily="34" charset="0"/>
              <a:buChar char="•"/>
            </a:pPr>
            <a:r>
              <a:rPr lang="ar" sz="1500" dirty="0"/>
              <a:t>تنفيذ العمليات الموفرة للطاقة وإستراتيجيات الحد من النفايات/ الهدر.</a:t>
            </a:r>
          </a:p>
          <a:p>
            <a:pPr marL="0" indent="0" rtl="1">
              <a:buNone/>
            </a:pPr>
            <a:r>
              <a:rPr lang="ar" sz="1600" b="1" dirty="0">
                <a:effectLst/>
              </a:rPr>
              <a:t>💸 التكاليف</a:t>
            </a:r>
            <a:endParaRPr lang="en-GB" sz="1600" b="1" dirty="0"/>
          </a:p>
          <a:p>
            <a:pPr marL="612000" rtl="1">
              <a:buFont typeface="Arial" panose="020B0604020202020204" pitchFamily="34" charset="0"/>
              <a:buChar char="•"/>
            </a:pPr>
            <a:r>
              <a:rPr lang="ar" sz="1500" dirty="0"/>
              <a:t>تقليل تكاليف الإنتاج وتحسين استخدام الموارد.</a:t>
            </a:r>
          </a:p>
          <a:p>
            <a:pPr marL="612000" rtl="1">
              <a:buFont typeface="Arial" panose="020B0604020202020204" pitchFamily="34" charset="0"/>
              <a:buChar char="•"/>
            </a:pPr>
            <a:r>
              <a:rPr lang="ar" sz="1500" dirty="0"/>
              <a:t>تنفيذ تدابير توفير التكاليف ومبادئ التصنيع الرشيق.</a:t>
            </a:r>
          </a:p>
          <a:p>
            <a:pPr algn="ctr" rtl="1"/>
            <a:endParaRPr lang="en-GB" sz="1400" dirty="0"/>
          </a:p>
          <a:p>
            <a:pPr algn="ct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0" y="332656"/>
            <a:ext cx="452524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أهداف الأداء في عمليات التصنيع</a:t>
            </a:r>
          </a:p>
        </p:txBody>
      </p:sp>
      <p:pic>
        <p:nvPicPr>
          <p:cNvPr id="4" name="Picture 3" descr="A group of people holding a globe&#10;&#10;Description automatically generated">
            <a:extLst>
              <a:ext uri="{FF2B5EF4-FFF2-40B4-BE49-F238E27FC236}">
                <a16:creationId xmlns:a16="http://schemas.microsoft.com/office/drawing/2014/main" id="{20A4B2EE-FE63-D77E-0A34-4161853538DF}"/>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771328" y="3836106"/>
            <a:ext cx="5464969" cy="2736304"/>
          </a:xfrm>
          <a:prstGeom prst="rect">
            <a:avLst/>
          </a:prstGeom>
        </p:spPr>
      </p:pic>
      <p:sp>
        <p:nvSpPr>
          <p:cNvPr id="2" name="Footer Placeholder 2">
            <a:extLst>
              <a:ext uri="{FF2B5EF4-FFF2-40B4-BE49-F238E27FC236}">
                <a16:creationId xmlns:a16="http://schemas.microsoft.com/office/drawing/2014/main" id="{BB275988-5FF0-EFF0-DADB-7627B23A3A8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3285675753"/>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0" y="332656"/>
            <a:ext cx="452524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الاتجاهات المستقبلية في عمليات التصنيع </a:t>
            </a:r>
            <a:br>
              <a:rPr lang="en-GB" altLang="en-US" sz="2200" b="1" dirty="0">
                <a:latin typeface="Sakkal Majalla" panose="02000000000000000000" pitchFamily="2" charset="-78"/>
                <a:cs typeface="Sakkal Majalla" panose="02000000000000000000" pitchFamily="2" charset="-78"/>
              </a:rPr>
            </a:br>
            <a:endParaRPr lang="en-GB" altLang="en-US" sz="2200" b="1" dirty="0">
              <a:latin typeface="Sakkal Majalla" panose="02000000000000000000" pitchFamily="2" charset="-78"/>
              <a:cs typeface="Sakkal Majalla" panose="02000000000000000000" pitchFamily="2" charset="-78"/>
            </a:endParaRPr>
          </a:p>
        </p:txBody>
      </p:sp>
      <p:graphicFrame>
        <p:nvGraphicFramePr>
          <p:cNvPr id="2" name="Table 2">
            <a:extLst>
              <a:ext uri="{FF2B5EF4-FFF2-40B4-BE49-F238E27FC236}">
                <a16:creationId xmlns:a16="http://schemas.microsoft.com/office/drawing/2014/main" id="{FDB5B625-BEA6-4935-A027-99C8F9DE5654}"/>
              </a:ext>
            </a:extLst>
          </p:cNvPr>
          <p:cNvGraphicFramePr>
            <a:graphicFrameLocks noGrp="1"/>
          </p:cNvGraphicFramePr>
          <p:nvPr>
            <p:extLst>
              <p:ext uri="{D42A27DB-BD31-4B8C-83A1-F6EECF244321}">
                <p14:modId xmlns:p14="http://schemas.microsoft.com/office/powerpoint/2010/main" val="1895844877"/>
              </p:ext>
            </p:extLst>
          </p:nvPr>
        </p:nvGraphicFramePr>
        <p:xfrm>
          <a:off x="187019" y="1258275"/>
          <a:ext cx="8676456" cy="1591040"/>
        </p:xfrm>
        <a:graphic>
          <a:graphicData uri="http://schemas.openxmlformats.org/drawingml/2006/table">
            <a:tbl>
              <a:tblPr rtl="1" firstRow="1" bandRow="1">
                <a:tableStyleId>{5C22544A-7EE6-4342-B048-85BDC9FD1C3A}</a:tableStyleId>
              </a:tblPr>
              <a:tblGrid>
                <a:gridCol w="1268476">
                  <a:extLst>
                    <a:ext uri="{9D8B030D-6E8A-4147-A177-3AD203B41FA5}">
                      <a16:colId xmlns:a16="http://schemas.microsoft.com/office/drawing/2014/main" val="665073252"/>
                    </a:ext>
                  </a:extLst>
                </a:gridCol>
                <a:gridCol w="823109">
                  <a:extLst>
                    <a:ext uri="{9D8B030D-6E8A-4147-A177-3AD203B41FA5}">
                      <a16:colId xmlns:a16="http://schemas.microsoft.com/office/drawing/2014/main" val="946181622"/>
                    </a:ext>
                  </a:extLst>
                </a:gridCol>
                <a:gridCol w="1162086">
                  <a:extLst>
                    <a:ext uri="{9D8B030D-6E8A-4147-A177-3AD203B41FA5}">
                      <a16:colId xmlns:a16="http://schemas.microsoft.com/office/drawing/2014/main" val="1380624738"/>
                    </a:ext>
                  </a:extLst>
                </a:gridCol>
                <a:gridCol w="1170056">
                  <a:extLst>
                    <a:ext uri="{9D8B030D-6E8A-4147-A177-3AD203B41FA5}">
                      <a16:colId xmlns:a16="http://schemas.microsoft.com/office/drawing/2014/main" val="1769953195"/>
                    </a:ext>
                  </a:extLst>
                </a:gridCol>
                <a:gridCol w="1025947">
                  <a:extLst>
                    <a:ext uri="{9D8B030D-6E8A-4147-A177-3AD203B41FA5}">
                      <a16:colId xmlns:a16="http://schemas.microsoft.com/office/drawing/2014/main" val="3254950205"/>
                    </a:ext>
                  </a:extLst>
                </a:gridCol>
                <a:gridCol w="1057668">
                  <a:extLst>
                    <a:ext uri="{9D8B030D-6E8A-4147-A177-3AD203B41FA5}">
                      <a16:colId xmlns:a16="http://schemas.microsoft.com/office/drawing/2014/main" val="1764146387"/>
                    </a:ext>
                  </a:extLst>
                </a:gridCol>
                <a:gridCol w="1165226">
                  <a:extLst>
                    <a:ext uri="{9D8B030D-6E8A-4147-A177-3AD203B41FA5}">
                      <a16:colId xmlns:a16="http://schemas.microsoft.com/office/drawing/2014/main" val="3425849983"/>
                    </a:ext>
                  </a:extLst>
                </a:gridCol>
                <a:gridCol w="1003888">
                  <a:extLst>
                    <a:ext uri="{9D8B030D-6E8A-4147-A177-3AD203B41FA5}">
                      <a16:colId xmlns:a16="http://schemas.microsoft.com/office/drawing/2014/main" val="4079668748"/>
                    </a:ext>
                  </a:extLst>
                </a:gridCol>
              </a:tblGrid>
              <a:tr h="501248">
                <a:tc>
                  <a:txBody>
                    <a:bodyPr/>
                    <a:lstStyle/>
                    <a:p>
                      <a:pPr algn="ctr" rtl="1"/>
                      <a:r>
                        <a:rPr lang="ar" sz="1100" dirty="0">
                          <a:latin typeface="Sakkal Majalla" panose="02000000000000000000" pitchFamily="2" charset="-78"/>
                          <a:cs typeface="Sakkal Majalla" panose="02000000000000000000" pitchFamily="2" charset="-78"/>
                        </a:rPr>
                        <a:t>1</a:t>
                      </a:r>
                    </a:p>
                  </a:txBody>
                  <a:tcPr marL="106143" marR="106143" marT="53072" marB="53072">
                    <a:solidFill>
                      <a:schemeClr val="bg1">
                        <a:lumMod val="50000"/>
                      </a:schemeClr>
                    </a:solidFill>
                  </a:tcPr>
                </a:tc>
                <a:tc>
                  <a:txBody>
                    <a:bodyPr/>
                    <a:lstStyle/>
                    <a:p>
                      <a:pPr algn="ctr" rtl="1"/>
                      <a:r>
                        <a:rPr lang="ar" sz="1100" dirty="0">
                          <a:latin typeface="Sakkal Majalla" panose="02000000000000000000" pitchFamily="2" charset="-78"/>
                          <a:cs typeface="Sakkal Majalla" panose="02000000000000000000" pitchFamily="2" charset="-78"/>
                        </a:rPr>
                        <a:t>2</a:t>
                      </a:r>
                    </a:p>
                  </a:txBody>
                  <a:tcPr marL="106143" marR="106143" marT="53072" marB="53072">
                    <a:solidFill>
                      <a:schemeClr val="bg1">
                        <a:lumMod val="50000"/>
                      </a:schemeClr>
                    </a:solidFill>
                  </a:tcPr>
                </a:tc>
                <a:tc>
                  <a:txBody>
                    <a:bodyPr/>
                    <a:lstStyle/>
                    <a:p>
                      <a:pPr algn="ctr" rtl="1"/>
                      <a:r>
                        <a:rPr lang="ar" sz="1100" dirty="0">
                          <a:latin typeface="Sakkal Majalla" panose="02000000000000000000" pitchFamily="2" charset="-78"/>
                          <a:cs typeface="Sakkal Majalla" panose="02000000000000000000" pitchFamily="2" charset="-78"/>
                        </a:rPr>
                        <a:t>3</a:t>
                      </a:r>
                    </a:p>
                  </a:txBody>
                  <a:tcPr marL="106143" marR="106143" marT="53072" marB="53072">
                    <a:solidFill>
                      <a:schemeClr val="bg1">
                        <a:lumMod val="50000"/>
                      </a:schemeClr>
                    </a:solidFill>
                  </a:tcPr>
                </a:tc>
                <a:tc>
                  <a:txBody>
                    <a:bodyPr/>
                    <a:lstStyle/>
                    <a:p>
                      <a:pPr algn="ctr" rtl="1"/>
                      <a:r>
                        <a:rPr lang="ar" sz="1100" dirty="0">
                          <a:latin typeface="Sakkal Majalla" panose="02000000000000000000" pitchFamily="2" charset="-78"/>
                          <a:cs typeface="Sakkal Majalla" panose="02000000000000000000" pitchFamily="2" charset="-78"/>
                        </a:rPr>
                        <a:t>4</a:t>
                      </a:r>
                    </a:p>
                  </a:txBody>
                  <a:tcPr marL="106143" marR="106143" marT="53072" marB="53072">
                    <a:solidFill>
                      <a:schemeClr val="bg1">
                        <a:lumMod val="50000"/>
                      </a:schemeClr>
                    </a:solidFill>
                  </a:tcPr>
                </a:tc>
                <a:tc>
                  <a:txBody>
                    <a:bodyPr/>
                    <a:lstStyle/>
                    <a:p>
                      <a:pPr algn="ctr" rtl="1"/>
                      <a:r>
                        <a:rPr lang="ar" sz="1100" dirty="0">
                          <a:latin typeface="Sakkal Majalla" panose="02000000000000000000" pitchFamily="2" charset="-78"/>
                          <a:cs typeface="Sakkal Majalla" panose="02000000000000000000" pitchFamily="2" charset="-78"/>
                        </a:rPr>
                        <a:t>5</a:t>
                      </a:r>
                    </a:p>
                  </a:txBody>
                  <a:tcPr marL="106143" marR="106143" marT="53072" marB="53072">
                    <a:solidFill>
                      <a:schemeClr val="bg1">
                        <a:lumMod val="50000"/>
                      </a:schemeClr>
                    </a:solidFill>
                  </a:tcPr>
                </a:tc>
                <a:tc>
                  <a:txBody>
                    <a:bodyPr/>
                    <a:lstStyle/>
                    <a:p>
                      <a:pPr algn="ctr" rtl="1"/>
                      <a:r>
                        <a:rPr lang="ar" sz="1100" dirty="0">
                          <a:latin typeface="Sakkal Majalla" panose="02000000000000000000" pitchFamily="2" charset="-78"/>
                          <a:cs typeface="Sakkal Majalla" panose="02000000000000000000" pitchFamily="2" charset="-78"/>
                        </a:rPr>
                        <a:t>6</a:t>
                      </a:r>
                    </a:p>
                  </a:txBody>
                  <a:tcPr marL="106143" marR="106143" marT="53072" marB="53072">
                    <a:solidFill>
                      <a:schemeClr val="bg1">
                        <a:lumMod val="50000"/>
                      </a:schemeClr>
                    </a:solidFill>
                  </a:tcPr>
                </a:tc>
                <a:tc>
                  <a:txBody>
                    <a:bodyPr/>
                    <a:lstStyle/>
                    <a:p>
                      <a:pPr algn="ctr" rtl="1"/>
                      <a:r>
                        <a:rPr lang="ar" sz="1100" dirty="0">
                          <a:latin typeface="Sakkal Majalla" panose="02000000000000000000" pitchFamily="2" charset="-78"/>
                          <a:cs typeface="Sakkal Majalla" panose="02000000000000000000" pitchFamily="2" charset="-78"/>
                        </a:rPr>
                        <a:t>7</a:t>
                      </a:r>
                    </a:p>
                  </a:txBody>
                  <a:tcPr marL="106143" marR="106143" marT="53072" marB="53072">
                    <a:solidFill>
                      <a:schemeClr val="bg1">
                        <a:lumMod val="50000"/>
                      </a:schemeClr>
                    </a:solidFill>
                  </a:tcPr>
                </a:tc>
                <a:tc>
                  <a:txBody>
                    <a:bodyPr/>
                    <a:lstStyle/>
                    <a:p>
                      <a:pPr algn="ctr" rtl="1"/>
                      <a:r>
                        <a:rPr lang="ar" sz="1100" dirty="0">
                          <a:latin typeface="Sakkal Majalla" panose="02000000000000000000" pitchFamily="2" charset="-78"/>
                          <a:cs typeface="Sakkal Majalla" panose="02000000000000000000" pitchFamily="2" charset="-78"/>
                        </a:rPr>
                        <a:t>8</a:t>
                      </a:r>
                    </a:p>
                  </a:txBody>
                  <a:tcPr marL="106143" marR="106143" marT="53072" marB="53072">
                    <a:solidFill>
                      <a:schemeClr val="bg1">
                        <a:lumMod val="50000"/>
                      </a:schemeClr>
                    </a:solidFill>
                  </a:tcPr>
                </a:tc>
                <a:extLst>
                  <a:ext uri="{0D108BD9-81ED-4DB2-BD59-A6C34878D82A}">
                    <a16:rowId xmlns:a16="http://schemas.microsoft.com/office/drawing/2014/main" val="775365550"/>
                  </a:ext>
                </a:extLst>
              </a:tr>
              <a:tr h="1089792">
                <a:tc>
                  <a:txBody>
                    <a:bodyPr/>
                    <a:lstStyle/>
                    <a:p>
                      <a:pPr algn="ctr" rtl="1"/>
                      <a:r>
                        <a:rPr lang="ar" sz="1100" dirty="0">
                          <a:solidFill>
                            <a:schemeClr val="bg1"/>
                          </a:solidFill>
                          <a:latin typeface="Sakkal Majalla" panose="02000000000000000000" pitchFamily="2" charset="-78"/>
                          <a:cs typeface="Sakkal Majalla" panose="02000000000000000000" pitchFamily="2" charset="-78"/>
                        </a:rPr>
                        <a:t>التصنيع الإضافي</a:t>
                      </a:r>
                    </a:p>
                  </a:txBody>
                  <a:tcPr marL="106143" marR="106143" marT="53072" marB="53072">
                    <a:solidFill>
                      <a:schemeClr val="bg1">
                        <a:lumMod val="50000"/>
                      </a:schemeClr>
                    </a:solidFill>
                  </a:tcPr>
                </a:tc>
                <a:tc>
                  <a:txBody>
                    <a:bodyPr/>
                    <a:lstStyle/>
                    <a:p>
                      <a:pPr algn="ctr" rtl="1"/>
                      <a:r>
                        <a:rPr lang="ar" sz="1100" dirty="0">
                          <a:solidFill>
                            <a:schemeClr val="bg1"/>
                          </a:solidFill>
                          <a:latin typeface="Sakkal Majalla" panose="02000000000000000000" pitchFamily="2" charset="-78"/>
                          <a:cs typeface="Sakkal Majalla" panose="02000000000000000000" pitchFamily="2" charset="-78"/>
                        </a:rPr>
                        <a:t>أمن الطاقة</a:t>
                      </a:r>
                    </a:p>
                  </a:txBody>
                  <a:tcPr marL="106143" marR="106143" marT="53072" marB="53072">
                    <a:solidFill>
                      <a:schemeClr val="bg1">
                        <a:lumMod val="50000"/>
                      </a:schemeClr>
                    </a:solidFill>
                  </a:tcPr>
                </a:tc>
                <a:tc>
                  <a:txBody>
                    <a:bodyPr/>
                    <a:lstStyle/>
                    <a:p>
                      <a:pPr algn="ctr" rtl="1"/>
                      <a:r>
                        <a:rPr lang="ar" sz="1100" dirty="0">
                          <a:solidFill>
                            <a:schemeClr val="bg1"/>
                          </a:solidFill>
                          <a:latin typeface="Sakkal Majalla" panose="02000000000000000000" pitchFamily="2" charset="-78"/>
                          <a:cs typeface="Sakkal Majalla" panose="02000000000000000000" pitchFamily="2" charset="-78"/>
                        </a:rPr>
                        <a:t>الاعتبارات البيئية</a:t>
                      </a:r>
                    </a:p>
                  </a:txBody>
                  <a:tcPr marL="106143" marR="106143" marT="53072" marB="53072">
                    <a:solidFill>
                      <a:schemeClr val="bg1">
                        <a:lumMod val="50000"/>
                      </a:schemeClr>
                    </a:solidFill>
                  </a:tcPr>
                </a:tc>
                <a:tc>
                  <a:txBody>
                    <a:bodyPr/>
                    <a:lstStyle/>
                    <a:p>
                      <a:pPr algn="ctr" rtl="1"/>
                      <a:r>
                        <a:rPr lang="ar" sz="1100" dirty="0">
                          <a:solidFill>
                            <a:schemeClr val="bg1"/>
                          </a:solidFill>
                          <a:latin typeface="Sakkal Majalla" panose="02000000000000000000" pitchFamily="2" charset="-78"/>
                          <a:cs typeface="Sakkal Majalla" panose="02000000000000000000" pitchFamily="2" charset="-78"/>
                        </a:rPr>
                        <a:t>اعتبارات "الحق في الإصلاح"</a:t>
                      </a:r>
                    </a:p>
                  </a:txBody>
                  <a:tcPr marL="106143" marR="106143" marT="53072" marB="53072">
                    <a:solidFill>
                      <a:schemeClr val="bg1">
                        <a:lumMod val="50000"/>
                      </a:schemeClr>
                    </a:solidFill>
                  </a:tcPr>
                </a:tc>
                <a:tc>
                  <a:txBody>
                    <a:bodyPr/>
                    <a:lstStyle/>
                    <a:p>
                      <a:pPr algn="ctr" rtl="1"/>
                      <a:r>
                        <a:rPr lang="ar" sz="1100" dirty="0">
                          <a:solidFill>
                            <a:schemeClr val="bg1"/>
                          </a:solidFill>
                          <a:latin typeface="Sakkal Majalla" panose="02000000000000000000" pitchFamily="2" charset="-78"/>
                          <a:cs typeface="Sakkal Majalla" panose="02000000000000000000" pitchFamily="2" charset="-78"/>
                        </a:rPr>
                        <a:t>تكنولوجيا المواد</a:t>
                      </a:r>
                    </a:p>
                  </a:txBody>
                  <a:tcPr marL="106143" marR="106143" marT="53072" marB="53072">
                    <a:solidFill>
                      <a:schemeClr val="bg1">
                        <a:lumMod val="50000"/>
                      </a:schemeClr>
                    </a:solidFill>
                  </a:tcPr>
                </a:tc>
                <a:tc>
                  <a:txBody>
                    <a:bodyPr/>
                    <a:lstStyle/>
                    <a:p>
                      <a:pPr algn="ctr" rtl="1"/>
                      <a:r>
                        <a:rPr lang="ar" sz="1100" kern="1200" dirty="0">
                          <a:solidFill>
                            <a:schemeClr val="bg1"/>
                          </a:solidFill>
                          <a:latin typeface="Sakkal Majalla" panose="02000000000000000000" pitchFamily="2" charset="-78"/>
                          <a:ea typeface="+mn-ea"/>
                          <a:cs typeface="Sakkal Majalla" panose="02000000000000000000" pitchFamily="2" charset="-78"/>
                        </a:rPr>
                        <a:t>التصنيع</a:t>
                      </a:r>
                      <a:r>
                        <a:rPr lang="ar" sz="1100" dirty="0">
                          <a:latin typeface="Sakkal Majalla" panose="02000000000000000000" pitchFamily="2" charset="-78"/>
                          <a:cs typeface="Sakkal Majalla" panose="02000000000000000000" pitchFamily="2" charset="-78"/>
                        </a:rPr>
                        <a:t> </a:t>
                      </a:r>
                    </a:p>
                  </a:txBody>
                  <a:tcPr marL="106143" marR="106143" marT="53072" marB="53072">
                    <a:solidFill>
                      <a:schemeClr val="bg1">
                        <a:lumMod val="50000"/>
                      </a:schemeClr>
                    </a:solidFill>
                  </a:tcPr>
                </a:tc>
                <a:tc>
                  <a:txBody>
                    <a:bodyPr/>
                    <a:lstStyle/>
                    <a:p>
                      <a:pPr algn="ctr" rtl="1"/>
                      <a:r>
                        <a:rPr lang="ar" sz="1100" dirty="0">
                          <a:solidFill>
                            <a:schemeClr val="bg1"/>
                          </a:solidFill>
                          <a:latin typeface="Sakkal Majalla" panose="02000000000000000000" pitchFamily="2" charset="-78"/>
                          <a:cs typeface="Sakkal Majalla" panose="02000000000000000000" pitchFamily="2" charset="-78"/>
                        </a:rPr>
                        <a:t>الروبوتات والأتمتة </a:t>
                      </a:r>
                    </a:p>
                  </a:txBody>
                  <a:tcPr marL="106143" marR="106143" marT="53072" marB="53072">
                    <a:solidFill>
                      <a:schemeClr val="bg1">
                        <a:lumMod val="50000"/>
                      </a:schemeClr>
                    </a:solidFill>
                  </a:tcPr>
                </a:tc>
                <a:tc>
                  <a:txBody>
                    <a:bodyPr/>
                    <a:lstStyle/>
                    <a:p>
                      <a:pPr algn="ctr" rtl="1"/>
                      <a:r>
                        <a:rPr lang="ar" sz="1100" dirty="0">
                          <a:solidFill>
                            <a:schemeClr val="bg1"/>
                          </a:solidFill>
                          <a:latin typeface="Sakkal Majalla" panose="02000000000000000000" pitchFamily="2" charset="-78"/>
                          <a:cs typeface="Sakkal Majalla" panose="02000000000000000000" pitchFamily="2" charset="-78"/>
                        </a:rPr>
                        <a:t>إنشاء منتج افتراضي</a:t>
                      </a:r>
                    </a:p>
                  </a:txBody>
                  <a:tcPr marL="106143" marR="106143" marT="53072" marB="53072">
                    <a:solidFill>
                      <a:schemeClr val="bg1">
                        <a:lumMod val="50000"/>
                      </a:schemeClr>
                    </a:solidFill>
                  </a:tcPr>
                </a:tc>
                <a:extLst>
                  <a:ext uri="{0D108BD9-81ED-4DB2-BD59-A6C34878D82A}">
                    <a16:rowId xmlns:a16="http://schemas.microsoft.com/office/drawing/2014/main" val="126615039"/>
                  </a:ext>
                </a:extLst>
              </a:tr>
            </a:tbl>
          </a:graphicData>
        </a:graphic>
      </p:graphicFrame>
      <p:pic>
        <p:nvPicPr>
          <p:cNvPr id="5" name="Picture 4" descr="A person drawing a graph&#10;&#10;Description automatically generated">
            <a:extLst>
              <a:ext uri="{FF2B5EF4-FFF2-40B4-BE49-F238E27FC236}">
                <a16:creationId xmlns:a16="http://schemas.microsoft.com/office/drawing/2014/main" id="{8260E1CF-1E73-8D20-51C4-E6559DC4BAA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051720" y="2855356"/>
            <a:ext cx="5256584" cy="3481835"/>
          </a:xfrm>
          <a:prstGeom prst="rect">
            <a:avLst/>
          </a:prstGeom>
        </p:spPr>
      </p:pic>
      <p:sp>
        <p:nvSpPr>
          <p:cNvPr id="3" name="Footer Placeholder 2">
            <a:extLst>
              <a:ext uri="{FF2B5EF4-FFF2-40B4-BE49-F238E27FC236}">
                <a16:creationId xmlns:a16="http://schemas.microsoft.com/office/drawing/2014/main" id="{FCA3BD42-7FC9-BB40-AEC1-94C361F5F79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842008960"/>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ب</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7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فحص أنظمة العمليات التي يشيع استخدامها في الصناعة التحويلية</a:t>
            </a:r>
          </a:p>
          <a:p>
            <a:pPr algn="ctr" rtl="1"/>
            <a:endParaRPr lang="en-GB" altLang="en-US" sz="38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D80BE39A-3CEC-70DA-3E41-07E7805682B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211838768"/>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211960" y="1268760"/>
            <a:ext cx="4824536" cy="494116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عمليات المشروع</a:t>
            </a:r>
            <a:endParaRPr lang="en-GB" sz="2000" b="1" dirty="0"/>
          </a:p>
          <a:p>
            <a:pPr marL="342000" lvl="1" indent="0" rtl="1">
              <a:buNone/>
            </a:pPr>
            <a:r>
              <a:rPr lang="ar" sz="1600" dirty="0">
                <a:effectLst/>
              </a:rPr>
              <a:t>المبادئ: مشاريع فريدة لمرة واحدة ذات أهداف محددة.</a:t>
            </a:r>
          </a:p>
          <a:p>
            <a:pPr marL="342000" lvl="1" indent="0" rtl="1">
              <a:buNone/>
            </a:pPr>
            <a:r>
              <a:rPr lang="ar" sz="1600" dirty="0"/>
              <a:t>خصائص الحجم والتنوع: حجم منخفض، تنوع عالي.</a:t>
            </a:r>
          </a:p>
          <a:p>
            <a:pPr marL="342000" lvl="1" indent="0" rtl="1">
              <a:buNone/>
            </a:pPr>
            <a:r>
              <a:rPr lang="ar" sz="1600" dirty="0"/>
              <a:t>التطبيقات الصناعية النموذجية: إنشاء المباني والجسور ومشاريع البنية التحتية الكبيرة.</a:t>
            </a:r>
          </a:p>
          <a:p>
            <a:pPr rtl="1"/>
            <a:r>
              <a:rPr lang="ar" sz="2000" b="1" dirty="0">
                <a:effectLst/>
              </a:rPr>
              <a:t>عمليات الإنتاج بحسب الطلب</a:t>
            </a:r>
            <a:endParaRPr lang="en-GB" sz="2000" b="1" dirty="0"/>
          </a:p>
          <a:p>
            <a:pPr marL="342000" lvl="1" indent="0" rtl="1">
              <a:buNone/>
            </a:pPr>
            <a:r>
              <a:rPr lang="ar" sz="1600" dirty="0"/>
              <a:t>المبادئ: منتجات مخصصة مصنوعة بحسب الطلب.</a:t>
            </a:r>
          </a:p>
          <a:p>
            <a:pPr marL="342000" lvl="1" indent="0" rtl="1">
              <a:buNone/>
            </a:pPr>
            <a:r>
              <a:rPr lang="ar" sz="1600" dirty="0"/>
              <a:t>خصائص الحجم والتنوع: حجم منخفض، تنوع عالي.</a:t>
            </a:r>
          </a:p>
          <a:p>
            <a:pPr marL="342000" lvl="1" indent="0" rtl="1">
              <a:buNone/>
            </a:pPr>
            <a:r>
              <a:rPr lang="ar" sz="1600" dirty="0"/>
              <a:t>التطبيقات الصناعية النموذجية: الخياطة، تصنيع الأثاث بحسب الطلب.</a:t>
            </a:r>
          </a:p>
          <a:p>
            <a:pPr rtl="1"/>
            <a:r>
              <a:rPr lang="ar" sz="2000" b="1" dirty="0">
                <a:effectLst/>
              </a:rPr>
              <a:t>عمليات الدفعات</a:t>
            </a:r>
            <a:endParaRPr lang="en-GB" sz="2000" b="1" dirty="0"/>
          </a:p>
          <a:p>
            <a:pPr marL="342000" lvl="1" indent="0" rtl="1">
              <a:buNone/>
            </a:pPr>
            <a:r>
              <a:rPr lang="ar" sz="1600" dirty="0"/>
              <a:t>المبادئ: الإنتاج على دفعات أو مجموعات.</a:t>
            </a:r>
          </a:p>
          <a:p>
            <a:pPr marL="342000" lvl="1" indent="0" rtl="1">
              <a:buNone/>
            </a:pPr>
            <a:r>
              <a:rPr lang="ar" sz="1600" dirty="0"/>
              <a:t>خصائص الحجم والتنوع: حجم متوسط، تنوع متوسط.</a:t>
            </a:r>
          </a:p>
          <a:p>
            <a:pPr marL="342000" lvl="1" indent="0" rtl="1">
              <a:buNone/>
            </a:pPr>
            <a:r>
              <a:rPr lang="ar" sz="1600" dirty="0"/>
              <a:t>التطبيقات الصناعية النموذجية: تجهيز الأغذية، تصنيع الأدوية.</a:t>
            </a:r>
          </a:p>
          <a:p>
            <a:pPr rtl="1">
              <a:buFont typeface="Arial" panose="020B0604020202020204" pitchFamily="34" charset="0"/>
              <a:buChar char="•"/>
            </a:pPr>
            <a:endParaRPr lang="en-GB" sz="1100" dirty="0">
              <a:effectLst/>
            </a:endParaRPr>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0" y="332656"/>
            <a:ext cx="452524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أنواع العمليات والتطبيقات الصناعية النموذجية</a:t>
            </a:r>
          </a:p>
        </p:txBody>
      </p:sp>
      <p:pic>
        <p:nvPicPr>
          <p:cNvPr id="4" name="Picture 3" descr="A group of people working on a rocket&#10;&#10;Description automatically generated">
            <a:extLst>
              <a:ext uri="{FF2B5EF4-FFF2-40B4-BE49-F238E27FC236}">
                <a16:creationId xmlns:a16="http://schemas.microsoft.com/office/drawing/2014/main" id="{ED51DF74-92AD-96D9-C966-504871DF846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68052" y="2636912"/>
            <a:ext cx="3555876" cy="2370584"/>
          </a:xfrm>
          <a:prstGeom prst="rect">
            <a:avLst/>
          </a:prstGeom>
        </p:spPr>
      </p:pic>
      <p:sp>
        <p:nvSpPr>
          <p:cNvPr id="2" name="Footer Placeholder 2">
            <a:extLst>
              <a:ext uri="{FF2B5EF4-FFF2-40B4-BE49-F238E27FC236}">
                <a16:creationId xmlns:a16="http://schemas.microsoft.com/office/drawing/2014/main" id="{D89541D7-13B5-6DC9-4420-C25524796C6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1267694298"/>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412776"/>
            <a:ext cx="4464496" cy="420325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العمليات الكمية</a:t>
            </a:r>
            <a:endParaRPr lang="en-GB" sz="2000" b="1" dirty="0"/>
          </a:p>
          <a:p>
            <a:pPr marL="342000" lvl="1" indent="0" rtl="1">
              <a:buNone/>
            </a:pPr>
            <a:r>
              <a:rPr lang="ar" sz="1600" dirty="0"/>
              <a:t>المبادئ: إنتاج واسع النطاق للمنتجات الموحدة.</a:t>
            </a:r>
          </a:p>
          <a:p>
            <a:pPr marL="342000" lvl="1" indent="0" rtl="1">
              <a:buNone/>
            </a:pPr>
            <a:r>
              <a:rPr lang="ar" sz="1600" dirty="0"/>
              <a:t>خصائص الحجم والتنوع: حجم كبير، تنوع منخفض.</a:t>
            </a:r>
          </a:p>
          <a:p>
            <a:pPr marL="342000" lvl="1" indent="0" rtl="1">
              <a:buNone/>
            </a:pPr>
            <a:r>
              <a:rPr lang="ar" sz="1600" dirty="0"/>
              <a:t>التطبيقات الصناعية النموذجية: تصنيع السيارات، إنتاج الإلكترونيات الاستهلاكية.</a:t>
            </a:r>
          </a:p>
          <a:p>
            <a:pPr rtl="1">
              <a:buFont typeface="Arial" panose="020B0604020202020204" pitchFamily="34" charset="0"/>
              <a:buChar char="•"/>
            </a:pPr>
            <a:endParaRPr lang="en-GB" sz="1800" dirty="0">
              <a:effectLst/>
            </a:endParaRPr>
          </a:p>
          <a:p>
            <a:pPr rtl="1"/>
            <a:r>
              <a:rPr lang="ar" sz="2000" b="1" dirty="0">
                <a:effectLst/>
              </a:rPr>
              <a:t>العمليات المستمرة</a:t>
            </a:r>
            <a:endParaRPr lang="en-GB" sz="2000" b="1" dirty="0"/>
          </a:p>
          <a:p>
            <a:pPr marL="342000" lvl="1" indent="0" rtl="1">
              <a:buNone/>
            </a:pPr>
            <a:r>
              <a:rPr lang="ar" sz="1600" dirty="0"/>
              <a:t>المبادئ: الإنتاج المستمر وغير المنقطع.</a:t>
            </a:r>
          </a:p>
          <a:p>
            <a:pPr marL="342000" lvl="1" indent="0" rtl="1">
              <a:buNone/>
            </a:pPr>
            <a:r>
              <a:rPr lang="ar" sz="1600" dirty="0"/>
              <a:t>خصائص الحجم والتنوع: حجم كبير جدًّا، تنوع منخفض جدًّا.</a:t>
            </a:r>
          </a:p>
          <a:p>
            <a:pPr marL="342000" lvl="1" indent="0" rtl="1">
              <a:buNone/>
            </a:pPr>
            <a:r>
              <a:rPr lang="ar" sz="1600" dirty="0"/>
              <a:t>التطبيقات الصناعية النموذجية: تكرير النفط، المعالجة الكيميائية.</a:t>
            </a:r>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0" y="332656"/>
            <a:ext cx="452524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أنواع العمليات والتطبيقات الصناعية النموذجية</a:t>
            </a:r>
          </a:p>
        </p:txBody>
      </p:sp>
      <p:pic>
        <p:nvPicPr>
          <p:cNvPr id="4" name="Picture 3" descr="A large factory with machinery&#10;&#10;Description automatically generated with medium confidence">
            <a:extLst>
              <a:ext uri="{FF2B5EF4-FFF2-40B4-BE49-F238E27FC236}">
                <a16:creationId xmlns:a16="http://schemas.microsoft.com/office/drawing/2014/main" id="{C825A6D5-AA01-D08A-1976-90241E7D8EA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932040" y="2348880"/>
            <a:ext cx="3816424" cy="2544283"/>
          </a:xfrm>
          <a:prstGeom prst="rect">
            <a:avLst/>
          </a:prstGeom>
        </p:spPr>
      </p:pic>
      <p:sp>
        <p:nvSpPr>
          <p:cNvPr id="2" name="Footer Placeholder 2">
            <a:extLst>
              <a:ext uri="{FF2B5EF4-FFF2-40B4-BE49-F238E27FC236}">
                <a16:creationId xmlns:a16="http://schemas.microsoft.com/office/drawing/2014/main" id="{20AF9CEB-5692-090B-DFE4-690D64A4076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1241252544"/>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5516" y="1412776"/>
            <a:ext cx="8897450" cy="12961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أنواع تخطيط التصنيع</a:t>
            </a:r>
          </a:p>
          <a:p>
            <a:pPr marL="342000" lvl="1" indent="0" rtl="1">
              <a:buNone/>
            </a:pPr>
            <a:r>
              <a:rPr lang="ar" sz="1600" dirty="0"/>
              <a:t>تُستخدم في قطاع التصنيع أنواع تخطيط مختلفة لتنظيم الترتيب المادي لعمليات الإنتاج والمعدات. ولكل نوع تخطيط خصائصه، ويناسب أنواع عمليات محددة.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أنواع تخطيط التصنيع</a:t>
            </a:r>
          </a:p>
        </p:txBody>
      </p:sp>
      <p:graphicFrame>
        <p:nvGraphicFramePr>
          <p:cNvPr id="2" name="Table 2">
            <a:extLst>
              <a:ext uri="{FF2B5EF4-FFF2-40B4-BE49-F238E27FC236}">
                <a16:creationId xmlns:a16="http://schemas.microsoft.com/office/drawing/2014/main" id="{426F09B5-9113-49F9-8364-F44D20700A03}"/>
              </a:ext>
            </a:extLst>
          </p:cNvPr>
          <p:cNvGraphicFramePr>
            <a:graphicFrameLocks noGrp="1"/>
          </p:cNvGraphicFramePr>
          <p:nvPr>
            <p:extLst>
              <p:ext uri="{D42A27DB-BD31-4B8C-83A1-F6EECF244321}">
                <p14:modId xmlns:p14="http://schemas.microsoft.com/office/powerpoint/2010/main" val="448542311"/>
              </p:ext>
            </p:extLst>
          </p:nvPr>
        </p:nvGraphicFramePr>
        <p:xfrm>
          <a:off x="395535" y="2492896"/>
          <a:ext cx="8280921" cy="2565400"/>
        </p:xfrm>
        <a:graphic>
          <a:graphicData uri="http://schemas.openxmlformats.org/drawingml/2006/table">
            <a:tbl>
              <a:tblPr rtl="1" firstRow="1" bandRow="1">
                <a:tableStyleId>{5C22544A-7EE6-4342-B048-85BDC9FD1C3A}</a:tableStyleId>
              </a:tblPr>
              <a:tblGrid>
                <a:gridCol w="1397743">
                  <a:extLst>
                    <a:ext uri="{9D8B030D-6E8A-4147-A177-3AD203B41FA5}">
                      <a16:colId xmlns:a16="http://schemas.microsoft.com/office/drawing/2014/main" val="1164161881"/>
                    </a:ext>
                  </a:extLst>
                </a:gridCol>
                <a:gridCol w="6883178">
                  <a:extLst>
                    <a:ext uri="{9D8B030D-6E8A-4147-A177-3AD203B41FA5}">
                      <a16:colId xmlns:a16="http://schemas.microsoft.com/office/drawing/2014/main" val="1801113521"/>
                    </a:ext>
                  </a:extLst>
                </a:gridCol>
              </a:tblGrid>
              <a:tr h="370840">
                <a:tc>
                  <a:txBody>
                    <a:bodyPr/>
                    <a:lstStyle/>
                    <a:p>
                      <a:pPr rtl="1"/>
                      <a:r>
                        <a:rPr lang="ar" sz="1600" dirty="0">
                          <a:latin typeface="Sakkal Majalla" panose="02000000000000000000" pitchFamily="2" charset="-78"/>
                          <a:cs typeface="Sakkal Majalla" panose="02000000000000000000" pitchFamily="2" charset="-78"/>
                        </a:rPr>
                        <a:t>نوع التخطيط</a:t>
                      </a:r>
                      <a:endParaRPr lang="en-GB" sz="16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600" dirty="0">
                          <a:latin typeface="Sakkal Majalla" panose="02000000000000000000" pitchFamily="2" charset="-78"/>
                          <a:cs typeface="Sakkal Majalla" panose="02000000000000000000" pitchFamily="2" charset="-78"/>
                        </a:rPr>
                        <a:t>الخصائص</a:t>
                      </a:r>
                      <a:endParaRPr lang="en-GB" sz="1600"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264649161"/>
                  </a:ext>
                </a:extLst>
              </a:tr>
              <a:tr h="370840">
                <a:tc>
                  <a:txBody>
                    <a:bodyPr/>
                    <a:lstStyle/>
                    <a:p>
                      <a:pPr rtl="1"/>
                      <a:r>
                        <a:rPr lang="ar" sz="1400" dirty="0">
                          <a:latin typeface="Sakkal Majalla" panose="02000000000000000000" pitchFamily="2" charset="-78"/>
                          <a:cs typeface="Sakkal Majalla" panose="02000000000000000000" pitchFamily="2" charset="-78"/>
                        </a:rPr>
                        <a:t>التخطيطات الثابتة</a:t>
                      </a:r>
                    </a:p>
                  </a:txBody>
                  <a:tcPr/>
                </a:tc>
                <a:tc>
                  <a:txBody>
                    <a:bodyPr/>
                    <a:lstStyle/>
                    <a:p>
                      <a:pPr rtl="1"/>
                      <a:r>
                        <a:rPr lang="ar" sz="1400" dirty="0">
                          <a:latin typeface="Sakkal Majalla" panose="02000000000000000000" pitchFamily="2" charset="-78"/>
                          <a:cs typeface="Sakkal Majalla" panose="02000000000000000000" pitchFamily="2" charset="-78"/>
                        </a:rPr>
                        <a:t>• تُرتب المعدات ومحطات العمل وفقًا لمتطلبات المنتج. </a:t>
                      </a:r>
                    </a:p>
                    <a:p>
                      <a:pPr rtl="1"/>
                      <a:r>
                        <a:rPr lang="ar" sz="1400" dirty="0">
                          <a:latin typeface="Sakkal Majalla" panose="02000000000000000000" pitchFamily="2" charset="-78"/>
                          <a:cs typeface="Sakkal Majalla" panose="02000000000000000000" pitchFamily="2" charset="-78"/>
                        </a:rPr>
                        <a:t>• تبقى المنتجات في مكان واحد، وتُنقل المعدات إلى المنتج. </a:t>
                      </a:r>
                    </a:p>
                    <a:p>
                      <a:pPr rtl="1"/>
                      <a:r>
                        <a:rPr lang="ar" sz="1400" dirty="0">
                          <a:latin typeface="Sakkal Majalla" panose="02000000000000000000" pitchFamily="2" charset="-78"/>
                          <a:cs typeface="Sakkal Majalla" panose="02000000000000000000" pitchFamily="2" charset="-78"/>
                        </a:rPr>
                        <a:t>• يشيع استخدامها للمنتجات الكبيرة والثقيلة، مثل السفن أو الطائرات.</a:t>
                      </a:r>
                    </a:p>
                  </a:txBody>
                  <a:tcPr/>
                </a:tc>
                <a:extLst>
                  <a:ext uri="{0D108BD9-81ED-4DB2-BD59-A6C34878D82A}">
                    <a16:rowId xmlns:a16="http://schemas.microsoft.com/office/drawing/2014/main" val="1954238420"/>
                  </a:ext>
                </a:extLst>
              </a:tr>
              <a:tr h="370840">
                <a:tc>
                  <a:txBody>
                    <a:bodyPr/>
                    <a:lstStyle/>
                    <a:p>
                      <a:pPr rtl="1"/>
                      <a:r>
                        <a:rPr lang="ar" sz="1400" dirty="0">
                          <a:latin typeface="Sakkal Majalla" panose="02000000000000000000" pitchFamily="2" charset="-78"/>
                          <a:cs typeface="Sakkal Majalla" panose="02000000000000000000" pitchFamily="2" charset="-78"/>
                        </a:rPr>
                        <a:t>تخطيط العمليات</a:t>
                      </a:r>
                    </a:p>
                  </a:txBody>
                  <a:tcPr/>
                </a:tc>
                <a:tc>
                  <a:txBody>
                    <a:bodyPr/>
                    <a:lstStyle/>
                    <a:p>
                      <a:pPr rtl="1"/>
                      <a:r>
                        <a:rPr lang="ar" sz="1400" dirty="0">
                          <a:latin typeface="Sakkal Majalla" panose="02000000000000000000" pitchFamily="2" charset="-78"/>
                          <a:cs typeface="Sakkal Majalla" panose="02000000000000000000" pitchFamily="2" charset="-78"/>
                        </a:rPr>
                        <a:t>• تُجمع العمليات أو المعدات المماثلة معًا. </a:t>
                      </a:r>
                    </a:p>
                    <a:p>
                      <a:pPr rtl="1"/>
                      <a:r>
                        <a:rPr lang="ar" sz="1400" dirty="0">
                          <a:latin typeface="Sakkal Majalla" panose="02000000000000000000" pitchFamily="2" charset="-78"/>
                          <a:cs typeface="Sakkal Majalla" panose="02000000000000000000" pitchFamily="2" charset="-78"/>
                        </a:rPr>
                        <a:t>• تنتقل المنتجات بين محطات العمل المختلفة بناءً على متطلبات العملية. </a:t>
                      </a:r>
                    </a:p>
                    <a:p>
                      <a:pPr rtl="1"/>
                      <a:r>
                        <a:rPr lang="ar" sz="1400" dirty="0">
                          <a:latin typeface="Sakkal Majalla" panose="02000000000000000000" pitchFamily="2" charset="-78"/>
                          <a:cs typeface="Sakkal Majalla" panose="02000000000000000000" pitchFamily="2" charset="-78"/>
                        </a:rPr>
                        <a:t>• المرونة في التعامل مع مجموعة متنوعة من المنتجات واختلافات العمليات.</a:t>
                      </a:r>
                    </a:p>
                  </a:txBody>
                  <a:tcPr/>
                </a:tc>
                <a:extLst>
                  <a:ext uri="{0D108BD9-81ED-4DB2-BD59-A6C34878D82A}">
                    <a16:rowId xmlns:a16="http://schemas.microsoft.com/office/drawing/2014/main" val="1017194902"/>
                  </a:ext>
                </a:extLst>
              </a:tr>
              <a:tr h="370840">
                <a:tc>
                  <a:txBody>
                    <a:bodyPr/>
                    <a:lstStyle/>
                    <a:p>
                      <a:pPr rtl="1"/>
                      <a:r>
                        <a:rPr lang="ar" sz="1400" dirty="0">
                          <a:latin typeface="Sakkal Majalla" panose="02000000000000000000" pitchFamily="2" charset="-78"/>
                          <a:cs typeface="Sakkal Majalla" panose="02000000000000000000" pitchFamily="2" charset="-78"/>
                        </a:rPr>
                        <a:t>تخطيط المنتج</a:t>
                      </a:r>
                    </a:p>
                  </a:txBody>
                  <a:tcPr/>
                </a:tc>
                <a:tc>
                  <a:txBody>
                    <a:bodyPr/>
                    <a:lstStyle/>
                    <a:p>
                      <a:pPr rtl="1"/>
                      <a:r>
                        <a:rPr lang="ar" sz="1400" dirty="0">
                          <a:latin typeface="Sakkal Majalla" panose="02000000000000000000" pitchFamily="2" charset="-78"/>
                          <a:cs typeface="Sakkal Majalla" panose="02000000000000000000" pitchFamily="2" charset="-78"/>
                        </a:rPr>
                        <a:t>• تُرتب المعدات ومحطات العمل في تسلسل خطي. </a:t>
                      </a:r>
                    </a:p>
                    <a:p>
                      <a:pPr rtl="1"/>
                      <a:r>
                        <a:rPr lang="ar" sz="1400" dirty="0">
                          <a:latin typeface="Sakkal Majalla" panose="02000000000000000000" pitchFamily="2" charset="-78"/>
                          <a:cs typeface="Sakkal Majalla" panose="02000000000000000000" pitchFamily="2" charset="-78"/>
                        </a:rPr>
                        <a:t>• تتحرك المنتجات على طول خط الإنتاج بتسلسل ثابت من العمليات. </a:t>
                      </a:r>
                    </a:p>
                    <a:p>
                      <a:pPr rtl="1"/>
                      <a:r>
                        <a:rPr lang="ar" sz="1400" dirty="0">
                          <a:latin typeface="Sakkal Majalla" panose="02000000000000000000" pitchFamily="2" charset="-78"/>
                          <a:cs typeface="Sakkal Majalla" panose="02000000000000000000" pitchFamily="2" charset="-78"/>
                        </a:rPr>
                        <a:t>• حجم إنتاج مرتفع وتنوع منخفض للمنتجات.</a:t>
                      </a:r>
                    </a:p>
                  </a:txBody>
                  <a:tcPr/>
                </a:tc>
                <a:extLst>
                  <a:ext uri="{0D108BD9-81ED-4DB2-BD59-A6C34878D82A}">
                    <a16:rowId xmlns:a16="http://schemas.microsoft.com/office/drawing/2014/main" val="2641502183"/>
                  </a:ext>
                </a:extLst>
              </a:tr>
            </a:tbl>
          </a:graphicData>
        </a:graphic>
      </p:graphicFrame>
      <p:sp>
        <p:nvSpPr>
          <p:cNvPr id="3" name="Footer Placeholder 2">
            <a:extLst>
              <a:ext uri="{FF2B5EF4-FFF2-40B4-BE49-F238E27FC236}">
                <a16:creationId xmlns:a16="http://schemas.microsoft.com/office/drawing/2014/main" id="{0892740D-17E6-0730-166B-32CC8D58959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662470087"/>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5516" y="1628800"/>
            <a:ext cx="8897450" cy="9361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أنواع تخطيط التصنيع</a:t>
            </a:r>
          </a:p>
          <a:p>
            <a:pPr marL="342000" lvl="1" indent="0" rtl="1">
              <a:buNone/>
            </a:pPr>
            <a:r>
              <a:rPr lang="ar" sz="1600" dirty="0"/>
              <a:t>تُستخدم في قطاع التصنيع أنواع تخطيط مختلفة لتنظيم الترتيب المادي لعمليات الإنتاج والمعدات. ولكل نوع تخطيط خصائصه، ويناسب أنواع عمليات محددة.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أنواع تخطيط التصنيع</a:t>
            </a:r>
          </a:p>
        </p:txBody>
      </p:sp>
      <p:graphicFrame>
        <p:nvGraphicFramePr>
          <p:cNvPr id="2" name="Table 2">
            <a:extLst>
              <a:ext uri="{FF2B5EF4-FFF2-40B4-BE49-F238E27FC236}">
                <a16:creationId xmlns:a16="http://schemas.microsoft.com/office/drawing/2014/main" id="{426F09B5-9113-49F9-8364-F44D20700A03}"/>
              </a:ext>
            </a:extLst>
          </p:cNvPr>
          <p:cNvGraphicFramePr>
            <a:graphicFrameLocks noGrp="1"/>
          </p:cNvGraphicFramePr>
          <p:nvPr>
            <p:extLst>
              <p:ext uri="{D42A27DB-BD31-4B8C-83A1-F6EECF244321}">
                <p14:modId xmlns:p14="http://schemas.microsoft.com/office/powerpoint/2010/main" val="3244536841"/>
              </p:ext>
            </p:extLst>
          </p:nvPr>
        </p:nvGraphicFramePr>
        <p:xfrm>
          <a:off x="467544" y="2780928"/>
          <a:ext cx="8208913" cy="1833880"/>
        </p:xfrm>
        <a:graphic>
          <a:graphicData uri="http://schemas.openxmlformats.org/drawingml/2006/table">
            <a:tbl>
              <a:tblPr rtl="1" firstRow="1" bandRow="1">
                <a:tableStyleId>{5C22544A-7EE6-4342-B048-85BDC9FD1C3A}</a:tableStyleId>
              </a:tblPr>
              <a:tblGrid>
                <a:gridCol w="1370841">
                  <a:extLst>
                    <a:ext uri="{9D8B030D-6E8A-4147-A177-3AD203B41FA5}">
                      <a16:colId xmlns:a16="http://schemas.microsoft.com/office/drawing/2014/main" val="1164161881"/>
                    </a:ext>
                  </a:extLst>
                </a:gridCol>
                <a:gridCol w="6838072">
                  <a:extLst>
                    <a:ext uri="{9D8B030D-6E8A-4147-A177-3AD203B41FA5}">
                      <a16:colId xmlns:a16="http://schemas.microsoft.com/office/drawing/2014/main" val="1801113521"/>
                    </a:ext>
                  </a:extLst>
                </a:gridCol>
              </a:tblGrid>
              <a:tr h="370840">
                <a:tc>
                  <a:txBody>
                    <a:bodyPr/>
                    <a:lstStyle/>
                    <a:p>
                      <a:pPr rtl="1"/>
                      <a:r>
                        <a:rPr lang="ar" sz="1600" dirty="0">
                          <a:latin typeface="Sakkal Majalla" panose="02000000000000000000" pitchFamily="2" charset="-78"/>
                          <a:cs typeface="Sakkal Majalla" panose="02000000000000000000" pitchFamily="2" charset="-78"/>
                        </a:rPr>
                        <a:t>نوع التخطيط</a:t>
                      </a:r>
                      <a:endParaRPr lang="en-GB" sz="16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600" dirty="0">
                          <a:latin typeface="Sakkal Majalla" panose="02000000000000000000" pitchFamily="2" charset="-78"/>
                          <a:cs typeface="Sakkal Majalla" panose="02000000000000000000" pitchFamily="2" charset="-78"/>
                        </a:rPr>
                        <a:t>الخصائص</a:t>
                      </a:r>
                      <a:endParaRPr lang="en-GB" sz="1600"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264649161"/>
                  </a:ext>
                </a:extLst>
              </a:tr>
              <a:tr h="370840">
                <a:tc>
                  <a:txBody>
                    <a:bodyPr/>
                    <a:lstStyle/>
                    <a:p>
                      <a:pPr rtl="1"/>
                      <a:r>
                        <a:rPr lang="ar" sz="1400" dirty="0">
                          <a:latin typeface="Sakkal Majalla" panose="02000000000000000000" pitchFamily="2" charset="-78"/>
                          <a:cs typeface="Sakkal Majalla" panose="02000000000000000000" pitchFamily="2" charset="-78"/>
                        </a:rPr>
                        <a:t>التخطيط الخلوي</a:t>
                      </a:r>
                    </a:p>
                  </a:txBody>
                  <a:tcPr/>
                </a:tc>
                <a:tc>
                  <a:txBody>
                    <a:bodyPr/>
                    <a:lstStyle/>
                    <a:p>
                      <a:pPr rtl="1"/>
                      <a:r>
                        <a:rPr lang="ar" sz="1400" dirty="0">
                          <a:latin typeface="Sakkal Majalla" panose="02000000000000000000" pitchFamily="2" charset="-78"/>
                          <a:cs typeface="Sakkal Majalla" panose="02000000000000000000" pitchFamily="2" charset="-78"/>
                        </a:rPr>
                        <a:t>• تُرتب المعدات ومحطات العمل في خلايا أو مجموعات بناءً على مجموعات المنتجات. </a:t>
                      </a:r>
                    </a:p>
                    <a:p>
                      <a:pPr rtl="1"/>
                      <a:r>
                        <a:rPr lang="ar" sz="1400" dirty="0">
                          <a:latin typeface="Sakkal Majalla" panose="02000000000000000000" pitchFamily="2" charset="-78"/>
                          <a:cs typeface="Sakkal Majalla" panose="02000000000000000000" pitchFamily="2" charset="-78"/>
                        </a:rPr>
                        <a:t>• كل خلية مسؤولة عن مجموعة محددة من المنتجات أو العمليات. </a:t>
                      </a:r>
                    </a:p>
                    <a:p>
                      <a:pPr rtl="1"/>
                      <a:r>
                        <a:rPr lang="ar" sz="1400" dirty="0">
                          <a:latin typeface="Sakkal Majalla" panose="02000000000000000000" pitchFamily="2" charset="-78"/>
                          <a:cs typeface="Sakkal Majalla" panose="02000000000000000000" pitchFamily="2" charset="-78"/>
                        </a:rPr>
                        <a:t>• تحسين التواصل والتنسيق داخل كل خلية.</a:t>
                      </a:r>
                    </a:p>
                  </a:txBody>
                  <a:tcPr/>
                </a:tc>
                <a:extLst>
                  <a:ext uri="{0D108BD9-81ED-4DB2-BD59-A6C34878D82A}">
                    <a16:rowId xmlns:a16="http://schemas.microsoft.com/office/drawing/2014/main" val="3330734020"/>
                  </a:ext>
                </a:extLst>
              </a:tr>
              <a:tr h="370840">
                <a:tc>
                  <a:txBody>
                    <a:bodyPr/>
                    <a:lstStyle/>
                    <a:p>
                      <a:pPr rtl="1"/>
                      <a:r>
                        <a:rPr lang="ar" sz="1400" dirty="0">
                          <a:latin typeface="Sakkal Majalla" panose="02000000000000000000" pitchFamily="2" charset="-78"/>
                          <a:cs typeface="Sakkal Majalla" panose="02000000000000000000" pitchFamily="2" charset="-78"/>
                        </a:rPr>
                        <a:t>تخطيطات مختلطة أو هجينة</a:t>
                      </a:r>
                    </a:p>
                  </a:txBody>
                  <a:tcPr/>
                </a:tc>
                <a:tc>
                  <a:txBody>
                    <a:bodyPr/>
                    <a:lstStyle/>
                    <a:p>
                      <a:pPr rtl="1"/>
                      <a:r>
                        <a:rPr lang="ar" sz="1400" dirty="0">
                          <a:latin typeface="Sakkal Majalla" panose="02000000000000000000" pitchFamily="2" charset="-78"/>
                          <a:cs typeface="Sakkal Majalla" panose="02000000000000000000" pitchFamily="2" charset="-78"/>
                        </a:rPr>
                        <a:t>• الجمع بين نوعين أو أكثر من أنواع التخطيط. </a:t>
                      </a:r>
                    </a:p>
                    <a:p>
                      <a:pPr rtl="1"/>
                      <a:r>
                        <a:rPr lang="ar" sz="1400" dirty="0">
                          <a:latin typeface="Sakkal Majalla" panose="02000000000000000000" pitchFamily="2" charset="-78"/>
                          <a:cs typeface="Sakkal Majalla" panose="02000000000000000000" pitchFamily="2" charset="-78"/>
                        </a:rPr>
                        <a:t>• تُستخدم عندما تكون هناك مجموعات منتجات متعددة أو اختلافات في العمليات. </a:t>
                      </a:r>
                    </a:p>
                    <a:p>
                      <a:pPr rtl="1"/>
                      <a:r>
                        <a:rPr lang="ar" sz="1400" dirty="0">
                          <a:latin typeface="Sakkal Majalla" panose="02000000000000000000" pitchFamily="2" charset="-78"/>
                          <a:cs typeface="Sakkal Majalla" panose="02000000000000000000" pitchFamily="2" charset="-78"/>
                        </a:rPr>
                        <a:t>• توفر المرونة للتعامل مع أنواع المنتجات المختلفة ومتطلبات العملية.</a:t>
                      </a:r>
                    </a:p>
                  </a:txBody>
                  <a:tcPr/>
                </a:tc>
                <a:extLst>
                  <a:ext uri="{0D108BD9-81ED-4DB2-BD59-A6C34878D82A}">
                    <a16:rowId xmlns:a16="http://schemas.microsoft.com/office/drawing/2014/main" val="3441622606"/>
                  </a:ext>
                </a:extLst>
              </a:tr>
            </a:tbl>
          </a:graphicData>
        </a:graphic>
      </p:graphicFrame>
      <p:sp>
        <p:nvSpPr>
          <p:cNvPr id="3" name="Footer Placeholder 2">
            <a:extLst>
              <a:ext uri="{FF2B5EF4-FFF2-40B4-BE49-F238E27FC236}">
                <a16:creationId xmlns:a16="http://schemas.microsoft.com/office/drawing/2014/main" id="{6388E059-8B96-08A4-6D52-F0AF1D9CAFB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4129385877"/>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779912" y="1268760"/>
            <a:ext cx="5114456" cy="494116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تدابير السلامة</a:t>
            </a:r>
            <a:endParaRPr lang="en-GB" sz="2000" b="1" dirty="0"/>
          </a:p>
          <a:p>
            <a:pPr marL="342000" lvl="1" indent="0" rtl="1">
              <a:buNone/>
            </a:pPr>
            <a:r>
              <a:rPr lang="ar" sz="1600" dirty="0"/>
              <a:t>إجراءات وبروتوكولات سلامة وأمان واضحة ومحددة جيدًا.</a:t>
            </a:r>
          </a:p>
          <a:p>
            <a:pPr marL="342000" lvl="1" indent="0" rtl="1">
              <a:buNone/>
            </a:pPr>
            <a:r>
              <a:rPr lang="ar" sz="1600" dirty="0"/>
              <a:t>تدريب الموظفين وتثقيفهم حول ممارسات السلامة.</a:t>
            </a:r>
          </a:p>
          <a:p>
            <a:pPr rtl="1"/>
            <a:r>
              <a:rPr lang="ar" sz="2000" b="1" dirty="0">
                <a:effectLst/>
              </a:rPr>
              <a:t>تقليل طول التدفق</a:t>
            </a:r>
            <a:endParaRPr lang="en-GB" sz="2000" b="1" dirty="0"/>
          </a:p>
          <a:p>
            <a:pPr marL="342000" lvl="1" indent="0" rtl="1">
              <a:buNone/>
            </a:pPr>
            <a:r>
              <a:rPr lang="ar" sz="1600" dirty="0"/>
              <a:t>الترتيب الفعال لمحطات العمل والمعدات لتقليل المسافة التي تقطعها المواد والعمال.</a:t>
            </a:r>
          </a:p>
          <a:p>
            <a:pPr marL="342000" lvl="1" indent="0" rtl="1">
              <a:buNone/>
            </a:pPr>
            <a:r>
              <a:rPr lang="ar" sz="1600" dirty="0"/>
              <a:t>سير عمل مبسط لتقليل العوائق والتأخيرات.</a:t>
            </a:r>
          </a:p>
          <a:p>
            <a:pPr rtl="1"/>
            <a:r>
              <a:rPr lang="ar" sz="2000" b="1" dirty="0">
                <a:effectLst/>
              </a:rPr>
              <a:t>لافتات وحواجز مرئية</a:t>
            </a:r>
            <a:endParaRPr lang="en-GB" sz="2000" b="1" dirty="0"/>
          </a:p>
          <a:p>
            <a:pPr marL="342000" lvl="1" indent="0" rtl="1">
              <a:buNone/>
            </a:pPr>
            <a:r>
              <a:rPr lang="ar" sz="1600" dirty="0"/>
              <a:t>مسارات محددة بوضوح ومناطق مخصصة لأنشطة محددة.</a:t>
            </a:r>
          </a:p>
          <a:p>
            <a:pPr marL="342000" lvl="1" indent="0" rtl="1">
              <a:buNone/>
            </a:pPr>
            <a:r>
              <a:rPr lang="ar" sz="1600" dirty="0"/>
              <a:t>استخدام الحواجز واللافتات للإشارة إلى المخاطر المحتملة والمناطق المحظورة.</a:t>
            </a:r>
          </a:p>
          <a:p>
            <a:pPr rtl="1"/>
            <a:r>
              <a:rPr lang="ar" sz="2000" b="1" dirty="0">
                <a:effectLst/>
              </a:rPr>
              <a:t>مرافق لراحة الموظفين</a:t>
            </a:r>
            <a:endParaRPr lang="en-GB" sz="2000" b="1" dirty="0"/>
          </a:p>
          <a:p>
            <a:pPr marL="342000" lvl="1" indent="0" rtl="1">
              <a:buNone/>
            </a:pPr>
            <a:r>
              <a:rPr lang="ar" sz="1600" dirty="0"/>
              <a:t>توفير محطات عمل مريحة وملاءمة.</a:t>
            </a:r>
          </a:p>
          <a:p>
            <a:pPr marL="342000" lvl="1" indent="0" rtl="1">
              <a:buNone/>
            </a:pPr>
            <a:r>
              <a:rPr lang="ar" sz="1600" dirty="0"/>
              <a:t>مناطق استراحة مناسبة ومرافق للراحة والاسترخاء.</a:t>
            </a:r>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0" y="332656"/>
            <a:ext cx="452524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خصائص تخطيط النظام الفعال</a:t>
            </a:r>
          </a:p>
        </p:txBody>
      </p:sp>
      <p:pic>
        <p:nvPicPr>
          <p:cNvPr id="4" name="Picture 3" descr="A person sitting at a desk working on a computer&#10;&#10;Description automatically generated">
            <a:extLst>
              <a:ext uri="{FF2B5EF4-FFF2-40B4-BE49-F238E27FC236}">
                <a16:creationId xmlns:a16="http://schemas.microsoft.com/office/drawing/2014/main" id="{2154CBCA-E0DE-9FCB-7B64-9D2CA1A5D90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19911" y="2348880"/>
            <a:ext cx="3432009" cy="3120008"/>
          </a:xfrm>
          <a:prstGeom prst="rect">
            <a:avLst/>
          </a:prstGeom>
        </p:spPr>
      </p:pic>
      <p:sp>
        <p:nvSpPr>
          <p:cNvPr id="2" name="Footer Placeholder 2">
            <a:extLst>
              <a:ext uri="{FF2B5EF4-FFF2-40B4-BE49-F238E27FC236}">
                <a16:creationId xmlns:a16="http://schemas.microsoft.com/office/drawing/2014/main" id="{645096E0-2CD1-09E9-DB21-CC9A20D0D90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891750736"/>
      </p:ext>
    </p:extLst>
  </p:cSld>
  <p:clrMapOvr>
    <a:overrideClrMapping bg1="lt1" tx1="dk1" bg2="lt2" tx2="dk2" accent1="accent1" accent2="accent2" accent3="accent3" accent4="accent4" accent5="accent5" accent6="accent6" hlink="hlink" folHlink="folHlink"/>
  </p:clrMapOvr>
  <p:transition>
    <p:sndAc>
      <p:stSnd>
        <p:snd r:embed="rId4"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1007" y="1484784"/>
            <a:ext cx="4317087" cy="41490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التواصل الفعًال</a:t>
            </a:r>
            <a:endParaRPr lang="en-GB" sz="2000" b="1" dirty="0"/>
          </a:p>
          <a:p>
            <a:pPr marL="342000" lvl="1" indent="0" rtl="1">
              <a:buNone/>
            </a:pPr>
            <a:r>
              <a:rPr lang="ar" sz="1600" dirty="0"/>
              <a:t>قنوات وبروتوكولات اتصال واضحة لمشاركة المعلومات والتعليمات.</a:t>
            </a:r>
          </a:p>
          <a:p>
            <a:pPr marL="342000" lvl="1" indent="0" rtl="1">
              <a:buNone/>
            </a:pPr>
            <a:r>
              <a:rPr lang="ar" sz="1600" dirty="0"/>
              <a:t>استخدام الوسائل البصرية والتكنولوجيا لتسهيل التواصل.</a:t>
            </a:r>
          </a:p>
          <a:p>
            <a:pPr rtl="1">
              <a:buFont typeface="Arial" panose="020B0604020202020204" pitchFamily="34" charset="0"/>
              <a:buChar char="•"/>
            </a:pPr>
            <a:endParaRPr lang="en-GB" sz="1800" dirty="0">
              <a:effectLst/>
            </a:endParaRPr>
          </a:p>
          <a:p>
            <a:pPr rtl="1"/>
            <a:r>
              <a:rPr lang="ar" sz="2000" b="1" dirty="0">
                <a:effectLst/>
              </a:rPr>
              <a:t>تيسير الوصول</a:t>
            </a:r>
            <a:endParaRPr lang="en-GB" sz="2000" b="1" dirty="0"/>
          </a:p>
          <a:p>
            <a:pPr marL="342000" lvl="1" indent="0" rtl="1">
              <a:buNone/>
            </a:pPr>
            <a:r>
              <a:rPr lang="ar" sz="1600" dirty="0"/>
              <a:t>تصميم وتخطيط يسمحان بسهولة الوصول للصيانة والإصلاحات.</a:t>
            </a:r>
          </a:p>
          <a:p>
            <a:pPr marL="342000" lvl="1" indent="0" rtl="1">
              <a:buNone/>
            </a:pPr>
            <a:r>
              <a:rPr lang="ar" sz="1600" dirty="0"/>
              <a:t>مراعاة تيسير وصول الموظفين ذوي الإعاقة.</a:t>
            </a:r>
          </a:p>
          <a:p>
            <a:pPr rtl="1">
              <a:buFont typeface="Arial" panose="020B0604020202020204" pitchFamily="34" charset="0"/>
              <a:buChar char="•"/>
            </a:pPr>
            <a:endParaRPr lang="en-GB" sz="1100" dirty="0">
              <a:effectLst/>
            </a:endParaRPr>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0" y="332656"/>
            <a:ext cx="452524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خصائص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تخطيط نظام فعال</a:t>
            </a:r>
          </a:p>
        </p:txBody>
      </p:sp>
      <p:pic>
        <p:nvPicPr>
          <p:cNvPr id="5" name="Picture 4" descr="A group of people shaking hands&#10;&#10;Description automatically generated">
            <a:extLst>
              <a:ext uri="{FF2B5EF4-FFF2-40B4-BE49-F238E27FC236}">
                <a16:creationId xmlns:a16="http://schemas.microsoft.com/office/drawing/2014/main" id="{9A1282A2-7CBD-3BAF-4429-EFC7004700A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926256" y="2492896"/>
            <a:ext cx="3816737" cy="2547257"/>
          </a:xfrm>
          <a:prstGeom prst="rect">
            <a:avLst/>
          </a:prstGeom>
        </p:spPr>
      </p:pic>
      <p:sp>
        <p:nvSpPr>
          <p:cNvPr id="2" name="Footer Placeholder 2">
            <a:extLst>
              <a:ext uri="{FF2B5EF4-FFF2-40B4-BE49-F238E27FC236}">
                <a16:creationId xmlns:a16="http://schemas.microsoft.com/office/drawing/2014/main" id="{2F0E35B9-B83D-03F3-868A-E10A8AFDA0B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2168107324"/>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27984" y="1268760"/>
            <a:ext cx="4392488" cy="511256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buFont typeface="Arial" panose="020B0604020202020204" pitchFamily="34" charset="0"/>
              <a:buChar char="•"/>
            </a:pPr>
            <a:endParaRPr lang="en-GB" sz="1100" dirty="0">
              <a:effectLst/>
            </a:endParaRPr>
          </a:p>
          <a:p>
            <a:pPr rtl="1"/>
            <a:r>
              <a:rPr lang="ar" sz="1800" b="1" dirty="0">
                <a:effectLst/>
              </a:rPr>
              <a:t>الاستخدام الفعال للمساحات</a:t>
            </a:r>
            <a:endParaRPr lang="en-GB" sz="1800" b="1" dirty="0"/>
          </a:p>
          <a:p>
            <a:pPr marL="342000" lvl="1" indent="0" rtl="1">
              <a:buNone/>
            </a:pPr>
            <a:r>
              <a:rPr lang="ar" sz="1600" dirty="0"/>
              <a:t>الاستخدام الأمثل للمساحة المتاحة لزيادة الإنتاجية.</a:t>
            </a:r>
          </a:p>
          <a:p>
            <a:pPr marL="342000" lvl="1" indent="0" rtl="1">
              <a:buNone/>
            </a:pPr>
            <a:r>
              <a:rPr lang="ar" sz="1600" dirty="0"/>
              <a:t>وضع إستراتيجي للمعدات والمواد لسهولة الوصول إليها.</a:t>
            </a:r>
          </a:p>
          <a:p>
            <a:pPr rtl="1">
              <a:buFont typeface="Arial" panose="020B0604020202020204" pitchFamily="34" charset="0"/>
              <a:buChar char="•"/>
            </a:pPr>
            <a:endParaRPr lang="en-GB" sz="1600" dirty="0">
              <a:effectLst/>
            </a:endParaRPr>
          </a:p>
          <a:p>
            <a:pPr rtl="1"/>
            <a:r>
              <a:rPr lang="ar" sz="1800" b="1" dirty="0">
                <a:effectLst/>
              </a:rPr>
              <a:t>المرونة</a:t>
            </a:r>
            <a:endParaRPr lang="en-GB" sz="1800" b="1" dirty="0"/>
          </a:p>
          <a:p>
            <a:pPr marL="342000" lvl="1" indent="0" rtl="1">
              <a:buNone/>
            </a:pPr>
            <a:r>
              <a:rPr lang="ar" sz="1600" dirty="0"/>
              <a:t>تصميم يسمح بإعادة التكوين والتكيف بسهولة مع الاحتياجات المتغيرة.</a:t>
            </a:r>
          </a:p>
          <a:p>
            <a:pPr marL="342000" lvl="1" indent="0" rtl="1">
              <a:buNone/>
            </a:pPr>
            <a:r>
              <a:rPr lang="ar" sz="1600" dirty="0"/>
              <a:t>مراعاة التوسع والنمو في المستقبل.</a:t>
            </a:r>
          </a:p>
          <a:p>
            <a:pPr rtl="1">
              <a:buFont typeface="Arial" panose="020B0604020202020204" pitchFamily="34" charset="0"/>
              <a:buChar char="•"/>
            </a:pPr>
            <a:endParaRPr lang="en-GB" sz="1600" dirty="0">
              <a:effectLst/>
            </a:endParaRPr>
          </a:p>
          <a:p>
            <a:pPr rtl="1"/>
            <a:r>
              <a:rPr lang="ar" sz="1800" b="1" dirty="0">
                <a:effectLst/>
              </a:rPr>
              <a:t>عواقب تخطيط النظام غير الفعال</a:t>
            </a:r>
            <a:endParaRPr lang="en-GB" sz="1800" b="1" dirty="0"/>
          </a:p>
          <a:p>
            <a:pPr marL="342000" lvl="1" indent="0" rtl="1">
              <a:buNone/>
            </a:pPr>
            <a:r>
              <a:rPr lang="ar" sz="1600" dirty="0"/>
              <a:t>زيادة خطر الحوادث والإصابات.</a:t>
            </a:r>
          </a:p>
          <a:p>
            <a:pPr marL="342000" lvl="1" indent="0" rtl="1">
              <a:buNone/>
            </a:pPr>
            <a:r>
              <a:rPr lang="ar" sz="1600" dirty="0"/>
              <a:t>سير عمل غير فعال وإنتاجية منخفضة.</a:t>
            </a:r>
          </a:p>
          <a:p>
            <a:pPr marL="342000" lvl="1" indent="0" rtl="1">
              <a:buNone/>
            </a:pPr>
            <a:r>
              <a:rPr lang="ar" sz="1600" dirty="0"/>
              <a:t>ضياع الوقت وإهدار الموارد.</a:t>
            </a:r>
          </a:p>
          <a:p>
            <a:pPr marL="342000" lvl="1" indent="0" rtl="1">
              <a:buNone/>
            </a:pPr>
            <a:r>
              <a:rPr lang="ar" sz="1600" dirty="0"/>
              <a:t>ضعف معنويات الموظفين ورضاهم</a:t>
            </a:r>
            <a:r>
              <a:rPr lang="ar" sz="1600" dirty="0">
                <a:effectLst/>
              </a:rPr>
              <a:t>.</a:t>
            </a:r>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0" y="332656"/>
            <a:ext cx="452524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خصائص تخطيط النظام الفعال</a:t>
            </a:r>
          </a:p>
        </p:txBody>
      </p:sp>
      <p:pic>
        <p:nvPicPr>
          <p:cNvPr id="4" name="Picture 3" descr="A chalkboard with coins and a graph on it&#10;&#10;Description automatically generated">
            <a:extLst>
              <a:ext uri="{FF2B5EF4-FFF2-40B4-BE49-F238E27FC236}">
                <a16:creationId xmlns:a16="http://schemas.microsoft.com/office/drawing/2014/main" id="{FE3E6746-1091-5E06-EB22-C7FB4A3BA5C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14435" y="2492896"/>
            <a:ext cx="3653509" cy="2664296"/>
          </a:xfrm>
          <a:prstGeom prst="rect">
            <a:avLst/>
          </a:prstGeom>
        </p:spPr>
      </p:pic>
      <p:sp>
        <p:nvSpPr>
          <p:cNvPr id="2" name="Footer Placeholder 2">
            <a:extLst>
              <a:ext uri="{FF2B5EF4-FFF2-40B4-BE49-F238E27FC236}">
                <a16:creationId xmlns:a16="http://schemas.microsoft.com/office/drawing/2014/main" id="{BFDD43D4-31D0-FC2A-0AC0-A6591EDB2E7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862582236"/>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5516" y="1124744"/>
            <a:ext cx="8748972" cy="10742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وثائق التصنيع</a:t>
            </a:r>
            <a:endParaRPr lang="en-GB" sz="2000" b="1" dirty="0"/>
          </a:p>
          <a:p>
            <a:pPr marL="342000" lvl="1" indent="0" rtl="1">
              <a:buNone/>
            </a:pPr>
            <a:r>
              <a:rPr lang="ar" sz="1600" dirty="0"/>
              <a:t>تؤدي وثائق التصنيع دورًا مهمًّا في التحكم في عمليات التصنيع وتنسيقها. توفر معلومات وإرشادات أساسية لضمان العمليات السلسة والإخراج عالي الجودة. دعونا نلقي نظرة فاحصة على بعض وثائق التصنيع شائعة الاستخدام:</a:t>
            </a:r>
          </a:p>
          <a:p>
            <a:pPr rtl="1"/>
            <a:endParaRPr lang="en-GB" sz="1400" dirty="0"/>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وثائق التصنيع</a:t>
            </a:r>
          </a:p>
        </p:txBody>
      </p:sp>
      <p:graphicFrame>
        <p:nvGraphicFramePr>
          <p:cNvPr id="2" name="Table 2">
            <a:extLst>
              <a:ext uri="{FF2B5EF4-FFF2-40B4-BE49-F238E27FC236}">
                <a16:creationId xmlns:a16="http://schemas.microsoft.com/office/drawing/2014/main" id="{426F09B5-9113-49F9-8364-F44D20700A03}"/>
              </a:ext>
            </a:extLst>
          </p:cNvPr>
          <p:cNvGraphicFramePr>
            <a:graphicFrameLocks noGrp="1"/>
          </p:cNvGraphicFramePr>
          <p:nvPr>
            <p:extLst>
              <p:ext uri="{D42A27DB-BD31-4B8C-83A1-F6EECF244321}">
                <p14:modId xmlns:p14="http://schemas.microsoft.com/office/powerpoint/2010/main" val="2281093903"/>
              </p:ext>
            </p:extLst>
          </p:nvPr>
        </p:nvGraphicFramePr>
        <p:xfrm>
          <a:off x="539552" y="2578368"/>
          <a:ext cx="7972709" cy="1407160"/>
        </p:xfrm>
        <a:graphic>
          <a:graphicData uri="http://schemas.openxmlformats.org/drawingml/2006/table">
            <a:tbl>
              <a:tblPr rtl="1" firstRow="1" bandRow="1">
                <a:tableStyleId>{5C22544A-7EE6-4342-B048-85BDC9FD1C3A}</a:tableStyleId>
              </a:tblPr>
              <a:tblGrid>
                <a:gridCol w="1331397">
                  <a:extLst>
                    <a:ext uri="{9D8B030D-6E8A-4147-A177-3AD203B41FA5}">
                      <a16:colId xmlns:a16="http://schemas.microsoft.com/office/drawing/2014/main" val="1164161881"/>
                    </a:ext>
                  </a:extLst>
                </a:gridCol>
                <a:gridCol w="6641312">
                  <a:extLst>
                    <a:ext uri="{9D8B030D-6E8A-4147-A177-3AD203B41FA5}">
                      <a16:colId xmlns:a16="http://schemas.microsoft.com/office/drawing/2014/main" val="1801113521"/>
                    </a:ext>
                  </a:extLst>
                </a:gridCol>
              </a:tblGrid>
              <a:tr h="370840">
                <a:tc>
                  <a:txBody>
                    <a:bodyPr/>
                    <a:lstStyle/>
                    <a:p>
                      <a:pPr rtl="1"/>
                      <a:r>
                        <a:rPr lang="ar" sz="1400" dirty="0">
                          <a:solidFill>
                            <a:schemeClr val="bg1"/>
                          </a:solidFill>
                          <a:latin typeface="Sakkal Majalla" panose="02000000000000000000" pitchFamily="2" charset="-78"/>
                          <a:cs typeface="Sakkal Majalla" panose="02000000000000000000" pitchFamily="2" charset="-78"/>
                        </a:rPr>
                        <a:t>الوثيقة</a:t>
                      </a:r>
                    </a:p>
                  </a:txBody>
                  <a:tcPr/>
                </a:tc>
                <a:tc>
                  <a:txBody>
                    <a:bodyPr/>
                    <a:lstStyle/>
                    <a:p>
                      <a:pPr rtl="1"/>
                      <a:r>
                        <a:rPr lang="ar" sz="1400" dirty="0">
                          <a:solidFill>
                            <a:schemeClr val="bg1"/>
                          </a:solidFill>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1264649161"/>
                  </a:ext>
                </a:extLst>
              </a:tr>
              <a:tr h="370840">
                <a:tc>
                  <a:txBody>
                    <a:bodyPr/>
                    <a:lstStyle/>
                    <a:p>
                      <a:pPr rtl="1"/>
                      <a:r>
                        <a:rPr lang="ar" sz="1400" dirty="0">
                          <a:latin typeface="Sakkal Majalla" panose="02000000000000000000" pitchFamily="2" charset="-78"/>
                          <a:cs typeface="Sakkal Majalla" panose="02000000000000000000" pitchFamily="2" charset="-78"/>
                        </a:rPr>
                        <a:t>أوامر العمل</a:t>
                      </a:r>
                    </a:p>
                  </a:txBody>
                  <a:tcPr/>
                </a:tc>
                <a:tc>
                  <a:txBody>
                    <a:bodyPr/>
                    <a:lstStyle/>
                    <a:p>
                      <a:pPr rtl="1"/>
                      <a:r>
                        <a:rPr lang="ar" sz="1400" dirty="0">
                          <a:latin typeface="Sakkal Majalla" panose="02000000000000000000" pitchFamily="2" charset="-78"/>
                          <a:cs typeface="Sakkal Majalla" panose="02000000000000000000" pitchFamily="2" charset="-78"/>
                        </a:rPr>
                        <a:t>تحدد أوامر العمل المهام والموارد والجداول الزمنية المطلوبة لإنجاز مهمة تصنيع. وتوفر تعليمات مفصلة لكل خطوة من خطوات العملية.</a:t>
                      </a:r>
                    </a:p>
                  </a:txBody>
                  <a:tcPr/>
                </a:tc>
                <a:extLst>
                  <a:ext uri="{0D108BD9-81ED-4DB2-BD59-A6C34878D82A}">
                    <a16:rowId xmlns:a16="http://schemas.microsoft.com/office/drawing/2014/main" val="1954238420"/>
                  </a:ext>
                </a:extLst>
              </a:tr>
              <a:tr h="370840">
                <a:tc>
                  <a:txBody>
                    <a:bodyPr/>
                    <a:lstStyle/>
                    <a:p>
                      <a:pPr rtl="1"/>
                      <a:r>
                        <a:rPr lang="ar" sz="1400" dirty="0">
                          <a:latin typeface="Sakkal Majalla" panose="02000000000000000000" pitchFamily="2" charset="-78"/>
                          <a:cs typeface="Sakkal Majalla" panose="02000000000000000000" pitchFamily="2" charset="-78"/>
                        </a:rPr>
                        <a:t>بطاقات التوجيه</a:t>
                      </a:r>
                    </a:p>
                  </a:txBody>
                  <a:tcPr/>
                </a:tc>
                <a:tc>
                  <a:txBody>
                    <a:bodyPr/>
                    <a:lstStyle/>
                    <a:p>
                      <a:pPr rtl="1"/>
                      <a:r>
                        <a:rPr lang="ar" sz="1400" dirty="0">
                          <a:latin typeface="Sakkal Majalla" panose="02000000000000000000" pitchFamily="2" charset="-78"/>
                          <a:cs typeface="Sakkal Majalla" panose="02000000000000000000" pitchFamily="2" charset="-78"/>
                        </a:rPr>
                        <a:t>تحدد بطاقات التوجيه تسلسل العمليات ومراكز العمل المشاركة في عملية الإنتاج. فهي تساعد على تتبع تقدم المهمة والتأكد من أنها تتبع المسار الصحيح.</a:t>
                      </a:r>
                    </a:p>
                  </a:txBody>
                  <a:tcPr/>
                </a:tc>
                <a:extLst>
                  <a:ext uri="{0D108BD9-81ED-4DB2-BD59-A6C34878D82A}">
                    <a16:rowId xmlns:a16="http://schemas.microsoft.com/office/drawing/2014/main" val="1017194902"/>
                  </a:ext>
                </a:extLst>
              </a:tr>
            </a:tbl>
          </a:graphicData>
        </a:graphic>
      </p:graphicFrame>
      <p:pic>
        <p:nvPicPr>
          <p:cNvPr id="5" name="Picture 4" descr="A person touching a screen&#10;&#10;Description automatically generated">
            <a:extLst>
              <a:ext uri="{FF2B5EF4-FFF2-40B4-BE49-F238E27FC236}">
                <a16:creationId xmlns:a16="http://schemas.microsoft.com/office/drawing/2014/main" id="{F3BD2F0C-AE30-C562-77DA-D32709A7F8D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905726" y="4224447"/>
            <a:ext cx="3240360" cy="2297131"/>
          </a:xfrm>
          <a:prstGeom prst="rect">
            <a:avLst/>
          </a:prstGeom>
        </p:spPr>
      </p:pic>
      <p:sp>
        <p:nvSpPr>
          <p:cNvPr id="3" name="Footer Placeholder 2">
            <a:extLst>
              <a:ext uri="{FF2B5EF4-FFF2-40B4-BE49-F238E27FC236}">
                <a16:creationId xmlns:a16="http://schemas.microsoft.com/office/drawing/2014/main" id="{767ADBD5-B9DA-CD4B-AC80-DDF5D1D06DA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3526565665"/>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5516" y="1268760"/>
            <a:ext cx="8897450" cy="57332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وثائق التصنيع</a:t>
            </a:r>
            <a:endParaRPr lang="en-GB" sz="2000" b="1" dirty="0"/>
          </a:p>
          <a:p>
            <a:pPr marL="342000" lvl="1" indent="0" rtl="1">
              <a:buNone/>
            </a:pPr>
            <a:r>
              <a:rPr lang="ar" sz="1600" dirty="0"/>
              <a:t>تؤدي وثائق التصنيع دورًا مهمًّا في التحكم في عمليات التصنيع وتنسيقها. توفر معلومات وإرشادات أساسية لضمان العمليات السلسة والإخراج عالي الجودة. دعونا نلقي نظرة فاحصة على بعض وثائق التصنيع شائعة الاستخدام:</a:t>
            </a:r>
          </a:p>
          <a:p>
            <a:pPr rtl="1"/>
            <a:endParaRPr lang="en-GB" sz="1400" dirty="0"/>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وثائق التصنيع</a:t>
            </a:r>
          </a:p>
        </p:txBody>
      </p:sp>
      <p:graphicFrame>
        <p:nvGraphicFramePr>
          <p:cNvPr id="2" name="Table 2">
            <a:extLst>
              <a:ext uri="{FF2B5EF4-FFF2-40B4-BE49-F238E27FC236}">
                <a16:creationId xmlns:a16="http://schemas.microsoft.com/office/drawing/2014/main" id="{426F09B5-9113-49F9-8364-F44D20700A03}"/>
              </a:ext>
            </a:extLst>
          </p:cNvPr>
          <p:cNvGraphicFramePr>
            <a:graphicFrameLocks noGrp="1"/>
          </p:cNvGraphicFramePr>
          <p:nvPr>
            <p:extLst>
              <p:ext uri="{D42A27DB-BD31-4B8C-83A1-F6EECF244321}">
                <p14:modId xmlns:p14="http://schemas.microsoft.com/office/powerpoint/2010/main" val="1580353946"/>
              </p:ext>
            </p:extLst>
          </p:nvPr>
        </p:nvGraphicFramePr>
        <p:xfrm>
          <a:off x="467544" y="2641910"/>
          <a:ext cx="8244916" cy="1112520"/>
        </p:xfrm>
        <a:graphic>
          <a:graphicData uri="http://schemas.openxmlformats.org/drawingml/2006/table">
            <a:tbl>
              <a:tblPr rtl="1" firstRow="1" bandRow="1">
                <a:tableStyleId>{5C22544A-7EE6-4342-B048-85BDC9FD1C3A}</a:tableStyleId>
              </a:tblPr>
              <a:tblGrid>
                <a:gridCol w="1376853">
                  <a:extLst>
                    <a:ext uri="{9D8B030D-6E8A-4147-A177-3AD203B41FA5}">
                      <a16:colId xmlns:a16="http://schemas.microsoft.com/office/drawing/2014/main" val="1164161881"/>
                    </a:ext>
                  </a:extLst>
                </a:gridCol>
                <a:gridCol w="6868063">
                  <a:extLst>
                    <a:ext uri="{9D8B030D-6E8A-4147-A177-3AD203B41FA5}">
                      <a16:colId xmlns:a16="http://schemas.microsoft.com/office/drawing/2014/main" val="1801113521"/>
                    </a:ext>
                  </a:extLst>
                </a:gridCol>
              </a:tblGrid>
              <a:tr h="370840">
                <a:tc>
                  <a:txBody>
                    <a:bodyPr/>
                    <a:lstStyle/>
                    <a:p>
                      <a:pPr rtl="1"/>
                      <a:r>
                        <a:rPr lang="ar" sz="1300" dirty="0">
                          <a:solidFill>
                            <a:schemeClr val="bg1"/>
                          </a:solidFill>
                          <a:latin typeface="Sakkal Majalla" panose="02000000000000000000" pitchFamily="2" charset="-78"/>
                          <a:cs typeface="Sakkal Majalla" panose="02000000000000000000" pitchFamily="2" charset="-78"/>
                        </a:rPr>
                        <a:t>الوثيقة</a:t>
                      </a:r>
                    </a:p>
                  </a:txBody>
                  <a:tcPr/>
                </a:tc>
                <a:tc>
                  <a:txBody>
                    <a:bodyPr/>
                    <a:lstStyle/>
                    <a:p>
                      <a:pPr rtl="1"/>
                      <a:r>
                        <a:rPr lang="ar" sz="1300" dirty="0">
                          <a:solidFill>
                            <a:schemeClr val="bg1"/>
                          </a:solidFill>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1264649161"/>
                  </a:ext>
                </a:extLst>
              </a:tr>
              <a:tr h="370840">
                <a:tc>
                  <a:txBody>
                    <a:bodyPr/>
                    <a:lstStyle/>
                    <a:p>
                      <a:pPr rtl="1"/>
                      <a:r>
                        <a:rPr lang="ar" sz="1400" dirty="0">
                          <a:latin typeface="Sakkal Majalla" panose="02000000000000000000" pitchFamily="2" charset="-78"/>
                          <a:cs typeface="Sakkal Majalla" panose="02000000000000000000" pitchFamily="2" charset="-78"/>
                        </a:rPr>
                        <a:t>قوائم المواد</a:t>
                      </a:r>
                    </a:p>
                  </a:txBody>
                  <a:tcPr/>
                </a:tc>
                <a:tc>
                  <a:txBody>
                    <a:bodyPr/>
                    <a:lstStyle/>
                    <a:p>
                      <a:pPr rtl="1"/>
                      <a:r>
                        <a:rPr lang="ar" sz="1400" dirty="0">
                          <a:latin typeface="Sakkal Majalla" panose="02000000000000000000" pitchFamily="2" charset="-78"/>
                          <a:cs typeface="Sakkal Majalla" panose="02000000000000000000" pitchFamily="2" charset="-78"/>
                        </a:rPr>
                        <a:t>توضح قوائم المواد المكونات والمواد الخام المطلوبة لكل مهمة تصنيع. وتساعد في ضمان توفر جميع المواد الضرورية قبل بدء الإنتاج.</a:t>
                      </a:r>
                    </a:p>
                  </a:txBody>
                  <a:tcPr/>
                </a:tc>
                <a:extLst>
                  <a:ext uri="{0D108BD9-81ED-4DB2-BD59-A6C34878D82A}">
                    <a16:rowId xmlns:a16="http://schemas.microsoft.com/office/drawing/2014/main" val="1954238420"/>
                  </a:ext>
                </a:extLst>
              </a:tr>
              <a:tr h="370840">
                <a:tc>
                  <a:txBody>
                    <a:bodyPr/>
                    <a:lstStyle/>
                    <a:p>
                      <a:pPr rtl="1"/>
                      <a:r>
                        <a:rPr lang="ar" sz="1400" dirty="0">
                          <a:latin typeface="Sakkal Majalla" panose="02000000000000000000" pitchFamily="2" charset="-78"/>
                          <a:cs typeface="Sakkal Majalla" panose="02000000000000000000" pitchFamily="2" charset="-78"/>
                        </a:rPr>
                        <a:t>طلبات المتاجر</a:t>
                      </a:r>
                    </a:p>
                  </a:txBody>
                  <a:tcPr/>
                </a:tc>
                <a:tc>
                  <a:txBody>
                    <a:bodyPr/>
                    <a:lstStyle/>
                    <a:p>
                      <a:pPr rtl="1"/>
                      <a:r>
                        <a:rPr lang="ar" sz="1400" dirty="0">
                          <a:latin typeface="Sakkal Majalla" panose="02000000000000000000" pitchFamily="2" charset="-78"/>
                          <a:cs typeface="Sakkal Majalla" panose="02000000000000000000" pitchFamily="2" charset="-78"/>
                        </a:rPr>
                        <a:t>تُستخدم طلبات المتاجر لطلب المواد من المستودع أو قسم المخازن. وتحدد كمية ونوع المواد اللازمة لمهمة معينة.</a:t>
                      </a:r>
                    </a:p>
                  </a:txBody>
                  <a:tcPr/>
                </a:tc>
                <a:extLst>
                  <a:ext uri="{0D108BD9-81ED-4DB2-BD59-A6C34878D82A}">
                    <a16:rowId xmlns:a16="http://schemas.microsoft.com/office/drawing/2014/main" val="1017194902"/>
                  </a:ext>
                </a:extLst>
              </a:tr>
            </a:tbl>
          </a:graphicData>
        </a:graphic>
      </p:graphicFrame>
      <p:pic>
        <p:nvPicPr>
          <p:cNvPr id="5" name="Picture 4" descr="A stack of papers on a table&#10;&#10;Description automatically generated">
            <a:extLst>
              <a:ext uri="{FF2B5EF4-FFF2-40B4-BE49-F238E27FC236}">
                <a16:creationId xmlns:a16="http://schemas.microsoft.com/office/drawing/2014/main" id="{ECDAC374-748F-008D-5BEE-1E12894909E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830320" y="4323021"/>
            <a:ext cx="3456384" cy="2247858"/>
          </a:xfrm>
          <a:prstGeom prst="rect">
            <a:avLst/>
          </a:prstGeom>
        </p:spPr>
      </p:pic>
      <p:sp>
        <p:nvSpPr>
          <p:cNvPr id="3" name="Footer Placeholder 2">
            <a:extLst>
              <a:ext uri="{FF2B5EF4-FFF2-40B4-BE49-F238E27FC236}">
                <a16:creationId xmlns:a16="http://schemas.microsoft.com/office/drawing/2014/main" id="{70C329CF-EB76-E07A-C92F-26E5B39F560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1085528761"/>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5516" y="1124744"/>
            <a:ext cx="8897450" cy="57332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وثائق التصنيع</a:t>
            </a:r>
            <a:endParaRPr lang="en-GB" sz="2000" b="1" dirty="0"/>
          </a:p>
          <a:p>
            <a:pPr marL="342000" lvl="1" indent="0" rtl="1">
              <a:buNone/>
            </a:pPr>
            <a:r>
              <a:rPr lang="ar" sz="1600" dirty="0"/>
              <a:t>تؤدي وثائق التصنيع دورًا مهمًّا في التحكم في عمليات التصنيع وتنسيقها. توفر معلومات وإرشادات أساسية لضمان العمليات السلسة والإخراج عالي الجودة. دعونا نلقي نظرة فاحصة على بعض وثائق التصنيع شائعة الاستخدام:</a:t>
            </a:r>
          </a:p>
          <a:p>
            <a:pPr rtl="1"/>
            <a:endParaRPr lang="en-GB" sz="1400" dirty="0"/>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وثائق التصنيع</a:t>
            </a:r>
          </a:p>
        </p:txBody>
      </p:sp>
      <p:graphicFrame>
        <p:nvGraphicFramePr>
          <p:cNvPr id="2" name="Table 2">
            <a:extLst>
              <a:ext uri="{FF2B5EF4-FFF2-40B4-BE49-F238E27FC236}">
                <a16:creationId xmlns:a16="http://schemas.microsoft.com/office/drawing/2014/main" id="{426F09B5-9113-49F9-8364-F44D20700A03}"/>
              </a:ext>
            </a:extLst>
          </p:cNvPr>
          <p:cNvGraphicFramePr>
            <a:graphicFrameLocks noGrp="1"/>
          </p:cNvGraphicFramePr>
          <p:nvPr>
            <p:extLst>
              <p:ext uri="{D42A27DB-BD31-4B8C-83A1-F6EECF244321}">
                <p14:modId xmlns:p14="http://schemas.microsoft.com/office/powerpoint/2010/main" val="2755407112"/>
              </p:ext>
            </p:extLst>
          </p:nvPr>
        </p:nvGraphicFramePr>
        <p:xfrm>
          <a:off x="503548" y="2530196"/>
          <a:ext cx="8136905" cy="1407160"/>
        </p:xfrm>
        <a:graphic>
          <a:graphicData uri="http://schemas.openxmlformats.org/drawingml/2006/table">
            <a:tbl>
              <a:tblPr rtl="1" firstRow="1" bandRow="1">
                <a:tableStyleId>{5C22544A-7EE6-4342-B048-85BDC9FD1C3A}</a:tableStyleId>
              </a:tblPr>
              <a:tblGrid>
                <a:gridCol w="1358816">
                  <a:extLst>
                    <a:ext uri="{9D8B030D-6E8A-4147-A177-3AD203B41FA5}">
                      <a16:colId xmlns:a16="http://schemas.microsoft.com/office/drawing/2014/main" val="1164161881"/>
                    </a:ext>
                  </a:extLst>
                </a:gridCol>
                <a:gridCol w="6778089">
                  <a:extLst>
                    <a:ext uri="{9D8B030D-6E8A-4147-A177-3AD203B41FA5}">
                      <a16:colId xmlns:a16="http://schemas.microsoft.com/office/drawing/2014/main" val="1801113521"/>
                    </a:ext>
                  </a:extLst>
                </a:gridCol>
              </a:tblGrid>
              <a:tr h="370840">
                <a:tc>
                  <a:txBody>
                    <a:bodyPr/>
                    <a:lstStyle/>
                    <a:p>
                      <a:pPr rtl="1"/>
                      <a:r>
                        <a:rPr lang="ar" sz="1400" dirty="0">
                          <a:solidFill>
                            <a:schemeClr val="bg1"/>
                          </a:solidFill>
                          <a:latin typeface="Sakkal Majalla" panose="02000000000000000000" pitchFamily="2" charset="-78"/>
                          <a:cs typeface="Sakkal Majalla" panose="02000000000000000000" pitchFamily="2" charset="-78"/>
                        </a:rPr>
                        <a:t>الوثيقة</a:t>
                      </a:r>
                    </a:p>
                  </a:txBody>
                  <a:tcPr/>
                </a:tc>
                <a:tc>
                  <a:txBody>
                    <a:bodyPr/>
                    <a:lstStyle/>
                    <a:p>
                      <a:pPr rtl="1"/>
                      <a:r>
                        <a:rPr lang="ar" sz="1400" dirty="0">
                          <a:solidFill>
                            <a:schemeClr val="bg1"/>
                          </a:solidFill>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1264649161"/>
                  </a:ext>
                </a:extLst>
              </a:tr>
              <a:tr h="370840">
                <a:tc>
                  <a:txBody>
                    <a:bodyPr/>
                    <a:lstStyle/>
                    <a:p>
                      <a:pPr rtl="1"/>
                      <a:r>
                        <a:rPr lang="ar" sz="1400" dirty="0">
                          <a:latin typeface="Sakkal Majalla" panose="02000000000000000000" pitchFamily="2" charset="-78"/>
                          <a:cs typeface="Sakkal Majalla" panose="02000000000000000000" pitchFamily="2" charset="-78"/>
                        </a:rPr>
                        <a:t>تعليمات التصنيع</a:t>
                      </a:r>
                    </a:p>
                  </a:txBody>
                  <a:tcPr/>
                </a:tc>
                <a:tc>
                  <a:txBody>
                    <a:bodyPr/>
                    <a:lstStyle/>
                    <a:p>
                      <a:pPr rtl="1"/>
                      <a:r>
                        <a:rPr lang="ar" sz="1400" dirty="0">
                          <a:latin typeface="Sakkal Majalla" panose="02000000000000000000" pitchFamily="2" charset="-78"/>
                          <a:cs typeface="Sakkal Majalla" panose="02000000000000000000" pitchFamily="2" charset="-78"/>
                        </a:rPr>
                        <a:t>توفر تعليمات التصنيع إرشادات تفصيلية حول كيفية أداء مهام تصنيع محددة. وتشمل الإجراءات التفصيلية واحتياطات السلامة ومعايير الجودة.</a:t>
                      </a:r>
                    </a:p>
                  </a:txBody>
                  <a:tcPr/>
                </a:tc>
                <a:extLst>
                  <a:ext uri="{0D108BD9-81ED-4DB2-BD59-A6C34878D82A}">
                    <a16:rowId xmlns:a16="http://schemas.microsoft.com/office/drawing/2014/main" val="3441622606"/>
                  </a:ext>
                </a:extLst>
              </a:tr>
              <a:tr h="370840">
                <a:tc>
                  <a:txBody>
                    <a:bodyPr/>
                    <a:lstStyle/>
                    <a:p>
                      <a:pPr rtl="1"/>
                      <a:r>
                        <a:rPr lang="ar" sz="1400" dirty="0">
                          <a:latin typeface="Sakkal Majalla" panose="02000000000000000000" pitchFamily="2" charset="-78"/>
                          <a:cs typeface="Sakkal Majalla" panose="02000000000000000000" pitchFamily="2" charset="-78"/>
                        </a:rPr>
                        <a:t>الوسائل المساعدة المرئية</a:t>
                      </a:r>
                    </a:p>
                  </a:txBody>
                  <a:tcPr/>
                </a:tc>
                <a:tc>
                  <a:txBody>
                    <a:bodyPr/>
                    <a:lstStyle/>
                    <a:p>
                      <a:pPr rtl="1"/>
                      <a:r>
                        <a:rPr lang="ar" sz="1400" dirty="0">
                          <a:latin typeface="Sakkal Majalla" panose="02000000000000000000" pitchFamily="2" charset="-78"/>
                          <a:cs typeface="Sakkal Majalla" panose="02000000000000000000" pitchFamily="2" charset="-78"/>
                        </a:rPr>
                        <a:t>تُستخدم الوسائل المساعدة المرئية، مثل الرسوم البيانية والمخططات والصور الفوتوغرافية، لتعزيز الفهم والتواصل في عملية التصنيع. ويمكنها توضيح خطوات التجميع أو إجراءات السلامة أو نقاط مراجعة الجودة.</a:t>
                      </a:r>
                    </a:p>
                  </a:txBody>
                  <a:tcPr/>
                </a:tc>
                <a:extLst>
                  <a:ext uri="{0D108BD9-81ED-4DB2-BD59-A6C34878D82A}">
                    <a16:rowId xmlns:a16="http://schemas.microsoft.com/office/drawing/2014/main" val="2844362317"/>
                  </a:ext>
                </a:extLst>
              </a:tr>
            </a:tbl>
          </a:graphicData>
        </a:graphic>
      </p:graphicFrame>
      <p:pic>
        <p:nvPicPr>
          <p:cNvPr id="5" name="Picture 4" descr="A collection of pie charts&#10;&#10;Description automatically generated">
            <a:extLst>
              <a:ext uri="{FF2B5EF4-FFF2-40B4-BE49-F238E27FC236}">
                <a16:creationId xmlns:a16="http://schemas.microsoft.com/office/drawing/2014/main" id="{5509BA1D-CD98-7C50-E472-024A40BF767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352801" y="4269130"/>
            <a:ext cx="2438400" cy="2438400"/>
          </a:xfrm>
          <a:prstGeom prst="rect">
            <a:avLst/>
          </a:prstGeom>
        </p:spPr>
      </p:pic>
      <p:sp>
        <p:nvSpPr>
          <p:cNvPr id="3" name="Footer Placeholder 2">
            <a:extLst>
              <a:ext uri="{FF2B5EF4-FFF2-40B4-BE49-F238E27FC236}">
                <a16:creationId xmlns:a16="http://schemas.microsoft.com/office/drawing/2014/main" id="{F3F85E8F-5863-E5DA-2AFF-164CA0EEAA1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4252821902"/>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ج</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7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التحقق من مبادئ التصنيع الرشيق وكيفية تأثيرها في الإنتاجية.</a:t>
            </a:r>
          </a:p>
        </p:txBody>
      </p:sp>
      <p:sp>
        <p:nvSpPr>
          <p:cNvPr id="2" name="Footer Placeholder 2">
            <a:extLst>
              <a:ext uri="{FF2B5EF4-FFF2-40B4-BE49-F238E27FC236}">
                <a16:creationId xmlns:a16="http://schemas.microsoft.com/office/drawing/2014/main" id="{D93E6768-E636-20FD-79E0-B4FACC6DC25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2402631685"/>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5050" y="1700808"/>
            <a:ext cx="4684982" cy="40770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dirty="0"/>
              <a:t>فلسفة التصنيع الرشيق</a:t>
            </a:r>
          </a:p>
          <a:p>
            <a:pPr rtl="1"/>
            <a:endParaRPr lang="en-GB" sz="1800" dirty="0"/>
          </a:p>
          <a:p>
            <a:pPr rtl="1"/>
            <a:r>
              <a:rPr lang="ar" sz="2000" b="1" dirty="0">
                <a:effectLst/>
              </a:rPr>
              <a:t>تلبية الطلب بشكل فوري</a:t>
            </a:r>
            <a:endParaRPr lang="en-GB" sz="2000" b="1" dirty="0"/>
          </a:p>
          <a:p>
            <a:pPr marL="342000" lvl="1" indent="0" rtl="1">
              <a:buNone/>
            </a:pPr>
            <a:r>
              <a:rPr lang="ar" sz="1600" dirty="0"/>
              <a:t>يهدف التصنيع الرشيق إلى تلبية طلب العملاء على الفور، ما يضمن توفر المنتجات متى وأينما استدعت الحاجة.</a:t>
            </a:r>
          </a:p>
          <a:p>
            <a:pPr rtl="1"/>
            <a:endParaRPr lang="en-GB" sz="1800" dirty="0"/>
          </a:p>
          <a:p>
            <a:pPr rtl="1"/>
            <a:r>
              <a:rPr lang="ar" sz="2000" b="1" dirty="0">
                <a:effectLst/>
              </a:rPr>
              <a:t>جودة مثالية دون هدر</a:t>
            </a:r>
            <a:endParaRPr lang="en-GB" sz="2000" b="1" dirty="0"/>
          </a:p>
          <a:p>
            <a:pPr marL="342000" lvl="1" indent="0" rtl="1">
              <a:buNone/>
            </a:pPr>
            <a:r>
              <a:rPr lang="ar" sz="1600" dirty="0"/>
              <a:t>يركز التصنيع الرشيق على إنتاج سلع بجودة مثالية مع تقليل الهدر طوال عملية الإنتاج.</a:t>
            </a:r>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مبادئ التصنيع الرشيق</a:t>
            </a:r>
          </a:p>
        </p:txBody>
      </p:sp>
      <p:pic>
        <p:nvPicPr>
          <p:cNvPr id="4" name="Picture 3" descr="A circular green symbol with icons around it&#10;&#10;Description automatically generated">
            <a:extLst>
              <a:ext uri="{FF2B5EF4-FFF2-40B4-BE49-F238E27FC236}">
                <a16:creationId xmlns:a16="http://schemas.microsoft.com/office/drawing/2014/main" id="{5CB6A8BC-796D-BC76-81D5-029755156CD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023040" y="2420888"/>
            <a:ext cx="3869440" cy="2736304"/>
          </a:xfrm>
          <a:prstGeom prst="rect">
            <a:avLst/>
          </a:prstGeom>
        </p:spPr>
      </p:pic>
      <p:sp>
        <p:nvSpPr>
          <p:cNvPr id="2" name="Footer Placeholder 2">
            <a:extLst>
              <a:ext uri="{FF2B5EF4-FFF2-40B4-BE49-F238E27FC236}">
                <a16:creationId xmlns:a16="http://schemas.microsoft.com/office/drawing/2014/main" id="{18A370D1-BF4F-485B-14BF-2DA22F3751F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2109112401"/>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27984" y="1412776"/>
            <a:ext cx="4464496" cy="46531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endParaRPr lang="en-GB" sz="1400" dirty="0"/>
          </a:p>
          <a:p>
            <a:pPr rtl="1"/>
            <a:r>
              <a:rPr lang="ar" sz="2000" b="1" dirty="0">
                <a:effectLst/>
              </a:rPr>
              <a:t>خصائص التصنيع الرشيق</a:t>
            </a:r>
            <a:endParaRPr lang="en-GB" sz="2000" b="1" dirty="0"/>
          </a:p>
          <a:p>
            <a:pPr marL="342000" lvl="1" indent="0" rtl="1">
              <a:buNone/>
            </a:pPr>
            <a:r>
              <a:rPr lang="ar" sz="1600" dirty="0"/>
              <a:t>تصنيع السلع لتتناسب مع طلبات العملاء</a:t>
            </a:r>
          </a:p>
          <a:p>
            <a:pPr marL="342000" lvl="1" indent="0" rtl="1">
              <a:buNone/>
            </a:pPr>
            <a:r>
              <a:rPr lang="ar" sz="1600" dirty="0"/>
              <a:t>أوقات تسليم قصيرة</a:t>
            </a:r>
          </a:p>
          <a:p>
            <a:pPr marL="342000" lvl="1" indent="0" rtl="1">
              <a:buNone/>
            </a:pPr>
            <a:r>
              <a:rPr lang="ar" sz="1600" dirty="0"/>
              <a:t>الحد الأدنى من العمل تحت التنفيذ (WIP) والمخزون</a:t>
            </a:r>
          </a:p>
          <a:p>
            <a:pPr marL="342000" lvl="1" indent="0" rtl="1">
              <a:buNone/>
            </a:pPr>
            <a:r>
              <a:rPr lang="ar" sz="1600" dirty="0"/>
              <a:t>ثقافة التحسين المستمر</a:t>
            </a:r>
          </a:p>
          <a:p>
            <a:pPr marL="342000" lvl="1" indent="0" rtl="1">
              <a:buNone/>
            </a:pPr>
            <a:r>
              <a:rPr lang="ar" sz="1600" dirty="0"/>
              <a:t>مهام متسقة</a:t>
            </a:r>
          </a:p>
          <a:p>
            <a:pPr marL="342000" lvl="1" indent="0" rtl="1">
              <a:buNone/>
            </a:pPr>
            <a:r>
              <a:rPr lang="ar" sz="1600" dirty="0"/>
              <a:t>إزالة العيوب</a:t>
            </a:r>
          </a:p>
          <a:p>
            <a:pPr rtl="1"/>
            <a:endParaRPr lang="en-GB" sz="1800" dirty="0"/>
          </a:p>
          <a:p>
            <a:pPr rtl="1"/>
            <a:r>
              <a:rPr lang="ar" sz="2000" b="1" dirty="0">
                <a:effectLst/>
              </a:rPr>
              <a:t>انخفاض التكاليف الإجمالية</a:t>
            </a:r>
            <a:endParaRPr lang="en-GB" sz="2000" b="1" dirty="0"/>
          </a:p>
          <a:p>
            <a:pPr marL="342000" lvl="1" indent="0" rtl="1">
              <a:buNone/>
            </a:pPr>
            <a:r>
              <a:rPr lang="ar" sz="1600" dirty="0"/>
              <a:t>يقلل التصنيع الرشيق من التكاليف الإجمالية من خلال زيادة الكفاءة وخفض مستويات المخزون.</a:t>
            </a:r>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مبادئ التصنيع الرشيق</a:t>
            </a:r>
          </a:p>
        </p:txBody>
      </p:sp>
      <p:pic>
        <p:nvPicPr>
          <p:cNvPr id="4" name="Picture 3" descr="A graph of coins and a red arrow&#10;&#10;Description automatically generated">
            <a:extLst>
              <a:ext uri="{FF2B5EF4-FFF2-40B4-BE49-F238E27FC236}">
                <a16:creationId xmlns:a16="http://schemas.microsoft.com/office/drawing/2014/main" id="{991A8091-FB45-C8B7-E5B3-8DF58F9FAC7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31540" y="2492896"/>
            <a:ext cx="3780420" cy="2520280"/>
          </a:xfrm>
          <a:prstGeom prst="rect">
            <a:avLst/>
          </a:prstGeom>
        </p:spPr>
      </p:pic>
      <p:sp>
        <p:nvSpPr>
          <p:cNvPr id="2" name="Footer Placeholder 2">
            <a:extLst>
              <a:ext uri="{FF2B5EF4-FFF2-40B4-BE49-F238E27FC236}">
                <a16:creationId xmlns:a16="http://schemas.microsoft.com/office/drawing/2014/main" id="{45791CEB-6836-3A8D-F32F-8E1E7966F64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2791135740"/>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268760"/>
            <a:ext cx="4433462" cy="52565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القضاء على النفايات/ الهدر</a:t>
            </a:r>
            <a:endParaRPr lang="en-GB" sz="2000" b="1" dirty="0"/>
          </a:p>
          <a:p>
            <a:pPr marL="342000" lvl="1" indent="0" rtl="1">
              <a:buNone/>
            </a:pPr>
            <a:r>
              <a:rPr lang="ar" sz="1600" dirty="0"/>
              <a:t>يقلل الأنشطة عديمة القيمة المضافة؛ مثل الإنتاج المسرف، ووقت الانتظار، والعيوب.</a:t>
            </a:r>
          </a:p>
          <a:p>
            <a:pPr rtl="1"/>
            <a:endParaRPr lang="en-GB" sz="1800" dirty="0"/>
          </a:p>
          <a:p>
            <a:pPr rtl="1"/>
            <a:r>
              <a:rPr lang="ar" sz="2000" b="1" dirty="0">
                <a:effectLst/>
              </a:rPr>
              <a:t>اعتماد نهج العمل الجماعي</a:t>
            </a:r>
            <a:endParaRPr lang="en-GB" sz="2000" b="1" dirty="0"/>
          </a:p>
          <a:p>
            <a:pPr marL="342000" lvl="1" indent="0" rtl="1">
              <a:buNone/>
            </a:pPr>
            <a:r>
              <a:rPr lang="ar" sz="1600" dirty="0"/>
              <a:t>يشجع على حل المشكلات وتعدد المهارات وتحديد المسؤولية عن العمليات.</a:t>
            </a:r>
          </a:p>
          <a:p>
            <a:pPr rtl="1"/>
            <a:endParaRPr lang="en-GB" sz="1800" dirty="0"/>
          </a:p>
          <a:p>
            <a:pPr rtl="1"/>
            <a:r>
              <a:rPr lang="ar" sz="2000" b="1" dirty="0">
                <a:effectLst/>
              </a:rPr>
              <a:t>التحسين المستمر</a:t>
            </a:r>
            <a:endParaRPr lang="en-GB" sz="2000" b="1" dirty="0"/>
          </a:p>
          <a:p>
            <a:pPr marL="342000" lvl="1" indent="0" rtl="1">
              <a:buNone/>
            </a:pPr>
            <a:r>
              <a:rPr lang="ar" sz="1600" dirty="0"/>
              <a:t>يعزز الابتكار وإدارة التغيير.</a:t>
            </a:r>
          </a:p>
          <a:p>
            <a:pPr rtl="1"/>
            <a:endParaRPr lang="en-GB" sz="1800" dirty="0"/>
          </a:p>
          <a:p>
            <a:pPr rtl="1"/>
            <a:r>
              <a:rPr lang="ar" sz="2000" b="1" dirty="0">
                <a:effectLst/>
              </a:rPr>
              <a:t>تحسين الجودة</a:t>
            </a:r>
            <a:endParaRPr lang="en-GB" sz="2000" b="1" dirty="0"/>
          </a:p>
          <a:p>
            <a:pPr marL="342000" lvl="1" indent="0" rtl="1">
              <a:buNone/>
            </a:pPr>
            <a:r>
              <a:rPr lang="ar" sz="1600" dirty="0"/>
              <a:t>تنفيذ تدابير مراقبة الجودة لضمان الالتزام بمعايير عالية.</a:t>
            </a:r>
          </a:p>
          <a:p>
            <a:pPr rtl="1"/>
            <a:endParaRPr lang="en-GB" sz="1800" dirty="0"/>
          </a:p>
          <a:p>
            <a:pPr rtl="1"/>
            <a:r>
              <a:rPr lang="ar" sz="2000" b="1" dirty="0">
                <a:effectLst/>
              </a:rPr>
              <a:t>زيادة مرونة التصنيع</a:t>
            </a:r>
            <a:endParaRPr lang="en-GB" sz="2000" b="1" dirty="0"/>
          </a:p>
          <a:p>
            <a:pPr marL="342000" lvl="1" indent="0" rtl="1">
              <a:buNone/>
            </a:pPr>
            <a:r>
              <a:rPr lang="ar" sz="1600" dirty="0"/>
              <a:t>تلبية متطلبات العملاء المتغيرة والتكيف مع ظروف السوق.</a:t>
            </a:r>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العناصر الرئيسة للتصنيع الرشيق</a:t>
            </a:r>
          </a:p>
        </p:txBody>
      </p:sp>
      <p:pic>
        <p:nvPicPr>
          <p:cNvPr id="4" name="Picture 3" descr="A group of stick figures with different thoughts&#10;&#10;Description automatically generated">
            <a:extLst>
              <a:ext uri="{FF2B5EF4-FFF2-40B4-BE49-F238E27FC236}">
                <a16:creationId xmlns:a16="http://schemas.microsoft.com/office/drawing/2014/main" id="{B492F9E3-2380-74DE-3892-5360BA07119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121344" y="2420888"/>
            <a:ext cx="3627120" cy="2563368"/>
          </a:xfrm>
          <a:prstGeom prst="rect">
            <a:avLst/>
          </a:prstGeom>
        </p:spPr>
      </p:pic>
      <p:sp>
        <p:nvSpPr>
          <p:cNvPr id="2" name="Footer Placeholder 2">
            <a:extLst>
              <a:ext uri="{FF2B5EF4-FFF2-40B4-BE49-F238E27FC236}">
                <a16:creationId xmlns:a16="http://schemas.microsoft.com/office/drawing/2014/main" id="{30DB2D84-F0B1-E36B-F434-238F2FF32CC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4272893632"/>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196752"/>
            <a:ext cx="8964488" cy="515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أدوات التصنيع الرشيق وأساليبه</a:t>
            </a:r>
            <a:endParaRPr lang="en-GB" sz="2000" b="1" dirty="0"/>
          </a:p>
          <a:p>
            <a:pPr marL="342000" lvl="1" indent="0" rtl="1">
              <a:buNone/>
            </a:pPr>
            <a:r>
              <a:rPr lang="ar" sz="1600" dirty="0"/>
              <a:t>يستخدم التصنيع الرشيق أدوات وأساليب مختلفة لتبسيط العمليات والقضاء على النفايات/ الهدر وتحسين الكفاءة. ويرد في ما يأتي بعض الأدوات والأساليب الرئيسة المستخدمة في عمليات التصنيع الرشيق:</a:t>
            </a:r>
          </a:p>
          <a:p>
            <a:pPr rtl="1"/>
            <a:endParaRPr lang="en-GB" sz="1400" dirty="0"/>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أدوات التصنيع الرشيق وأساليبه</a:t>
            </a:r>
          </a:p>
        </p:txBody>
      </p:sp>
      <p:graphicFrame>
        <p:nvGraphicFramePr>
          <p:cNvPr id="2" name="Table 2">
            <a:extLst>
              <a:ext uri="{FF2B5EF4-FFF2-40B4-BE49-F238E27FC236}">
                <a16:creationId xmlns:a16="http://schemas.microsoft.com/office/drawing/2014/main" id="{84A5A99D-3B2C-4E2E-83B8-219E9D27E6C6}"/>
              </a:ext>
            </a:extLst>
          </p:cNvPr>
          <p:cNvGraphicFramePr>
            <a:graphicFrameLocks noGrp="1"/>
          </p:cNvGraphicFramePr>
          <p:nvPr>
            <p:extLst>
              <p:ext uri="{D42A27DB-BD31-4B8C-83A1-F6EECF244321}">
                <p14:modId xmlns:p14="http://schemas.microsoft.com/office/powerpoint/2010/main" val="2068840464"/>
              </p:ext>
            </p:extLst>
          </p:nvPr>
        </p:nvGraphicFramePr>
        <p:xfrm>
          <a:off x="413792" y="2353594"/>
          <a:ext cx="8136904" cy="1112520"/>
        </p:xfrm>
        <a:graphic>
          <a:graphicData uri="http://schemas.openxmlformats.org/drawingml/2006/table">
            <a:tbl>
              <a:tblPr rtl="1" firstRow="1" bandRow="1">
                <a:tableStyleId>{5C22544A-7EE6-4342-B048-85BDC9FD1C3A}</a:tableStyleId>
              </a:tblPr>
              <a:tblGrid>
                <a:gridCol w="2644494">
                  <a:extLst>
                    <a:ext uri="{9D8B030D-6E8A-4147-A177-3AD203B41FA5}">
                      <a16:colId xmlns:a16="http://schemas.microsoft.com/office/drawing/2014/main" val="376663258"/>
                    </a:ext>
                  </a:extLst>
                </a:gridCol>
                <a:gridCol w="5492410">
                  <a:extLst>
                    <a:ext uri="{9D8B030D-6E8A-4147-A177-3AD203B41FA5}">
                      <a16:colId xmlns:a16="http://schemas.microsoft.com/office/drawing/2014/main" val="2141017425"/>
                    </a:ext>
                  </a:extLst>
                </a:gridCol>
              </a:tblGrid>
              <a:tr h="370840">
                <a:tc>
                  <a:txBody>
                    <a:bodyPr/>
                    <a:lstStyle/>
                    <a:p>
                      <a:pPr rtl="1"/>
                      <a:r>
                        <a:rPr lang="ar" sz="1400" dirty="0">
                          <a:latin typeface="Sakkal Majalla" panose="02000000000000000000" pitchFamily="2" charset="-78"/>
                          <a:cs typeface="Sakkal Majalla" panose="02000000000000000000" pitchFamily="2" charset="-78"/>
                        </a:rPr>
                        <a:t>أداة/الأسلوب</a:t>
                      </a:r>
                    </a:p>
                  </a:txBody>
                  <a:tcPr/>
                </a:tc>
                <a:tc>
                  <a:txBody>
                    <a:bodyPr/>
                    <a:lstStyle/>
                    <a:p>
                      <a:pPr rtl="1"/>
                      <a:r>
                        <a:rPr lang="ar" sz="1400" dirty="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1366480386"/>
                  </a:ext>
                </a:extLst>
              </a:tr>
              <a:tr h="370840">
                <a:tc>
                  <a:txBody>
                    <a:bodyPr/>
                    <a:lstStyle/>
                    <a:p>
                      <a:pPr rtl="1"/>
                      <a:r>
                        <a:rPr lang="ar" sz="1400" dirty="0">
                          <a:latin typeface="Sakkal Majalla" panose="02000000000000000000" pitchFamily="2" charset="-78"/>
                          <a:cs typeface="Sakkal Majalla" panose="02000000000000000000" pitchFamily="2" charset="-78"/>
                        </a:rPr>
                        <a:t>نظام إنتاج Toyota® أو (TPS)</a:t>
                      </a:r>
                    </a:p>
                  </a:txBody>
                  <a:tcPr/>
                </a:tc>
                <a:tc>
                  <a:txBody>
                    <a:bodyPr/>
                    <a:lstStyle/>
                    <a:p>
                      <a:pPr rtl="1"/>
                      <a:r>
                        <a:rPr lang="ar" sz="1400" dirty="0">
                          <a:latin typeface="Sakkal Majalla" panose="02000000000000000000" pitchFamily="2" charset="-78"/>
                          <a:cs typeface="Sakkal Majalla" panose="02000000000000000000" pitchFamily="2" charset="-78"/>
                        </a:rPr>
                        <a:t>نظام إنتاج شامل طورته تويوتا يركز على القضاء على النفايات/ الهدر وزيادة الكفاءة.</a:t>
                      </a:r>
                    </a:p>
                  </a:txBody>
                  <a:tcPr/>
                </a:tc>
                <a:extLst>
                  <a:ext uri="{0D108BD9-81ED-4DB2-BD59-A6C34878D82A}">
                    <a16:rowId xmlns:a16="http://schemas.microsoft.com/office/drawing/2014/main" val="2852137478"/>
                  </a:ext>
                </a:extLst>
              </a:tr>
              <a:tr h="370840">
                <a:tc>
                  <a:txBody>
                    <a:bodyPr/>
                    <a:lstStyle/>
                    <a:p>
                      <a:pPr rtl="1"/>
                      <a:r>
                        <a:rPr lang="ar" sz="1400" dirty="0">
                          <a:latin typeface="Sakkal Majalla" panose="02000000000000000000" pitchFamily="2" charset="-78"/>
                          <a:cs typeface="Sakkal Majalla" panose="02000000000000000000" pitchFamily="2" charset="-78"/>
                        </a:rPr>
                        <a:t>نظام إنتاج Ford® أو (FPS)</a:t>
                      </a:r>
                    </a:p>
                  </a:txBody>
                  <a:tcPr/>
                </a:tc>
                <a:tc>
                  <a:txBody>
                    <a:bodyPr/>
                    <a:lstStyle/>
                    <a:p>
                      <a:pPr rtl="1"/>
                      <a:r>
                        <a:rPr lang="ar" sz="1400" dirty="0">
                          <a:latin typeface="Sakkal Majalla" panose="02000000000000000000" pitchFamily="2" charset="-78"/>
                          <a:cs typeface="Sakkal Majalla" panose="02000000000000000000" pitchFamily="2" charset="-78"/>
                        </a:rPr>
                        <a:t>نظام إنتاج طورته فورد يركز على التحسين المستمر وتقليل النفايات.</a:t>
                      </a:r>
                    </a:p>
                  </a:txBody>
                  <a:tcPr/>
                </a:tc>
                <a:extLst>
                  <a:ext uri="{0D108BD9-81ED-4DB2-BD59-A6C34878D82A}">
                    <a16:rowId xmlns:a16="http://schemas.microsoft.com/office/drawing/2014/main" val="1587935235"/>
                  </a:ext>
                </a:extLst>
              </a:tr>
            </a:tbl>
          </a:graphicData>
        </a:graphic>
      </p:graphicFrame>
      <p:pic>
        <p:nvPicPr>
          <p:cNvPr id="5" name="Picture 4" descr="A graph on a computer screen&#10;&#10;Description automatically generated">
            <a:extLst>
              <a:ext uri="{FF2B5EF4-FFF2-40B4-BE49-F238E27FC236}">
                <a16:creationId xmlns:a16="http://schemas.microsoft.com/office/drawing/2014/main" id="{6498D64B-18E9-BE3A-1526-81C05466A45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852162" y="3904179"/>
            <a:ext cx="3304014" cy="2478011"/>
          </a:xfrm>
          <a:prstGeom prst="rect">
            <a:avLst/>
          </a:prstGeom>
        </p:spPr>
      </p:pic>
      <p:sp>
        <p:nvSpPr>
          <p:cNvPr id="3" name="Footer Placeholder 2">
            <a:extLst>
              <a:ext uri="{FF2B5EF4-FFF2-40B4-BE49-F238E27FC236}">
                <a16:creationId xmlns:a16="http://schemas.microsoft.com/office/drawing/2014/main" id="{491749FD-2666-B903-636C-A26F710AE9E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3268422281"/>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196752"/>
            <a:ext cx="8496944" cy="51562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أدوات التصنيع الرشيق وأساليبه</a:t>
            </a:r>
            <a:endParaRPr lang="en-GB" sz="2000" b="1" dirty="0"/>
          </a:p>
          <a:p>
            <a:pPr marL="342000" lvl="1" indent="0" rtl="1">
              <a:buNone/>
            </a:pPr>
            <a:r>
              <a:rPr lang="ar" sz="1600" dirty="0"/>
              <a:t>يستخدم التصنيع الرشيق أدوات وأساليب مختلفة لتبسيط العمليات والقضاء على النفايات/ الهدر وتحسين الكفاءة. ويرد في ما يأتي بعض الأدوات والأساليب الرئيسة المستخدمة في عمليات التصنيع الرشيق:</a:t>
            </a:r>
          </a:p>
          <a:p>
            <a:pPr rtl="1"/>
            <a:endParaRPr lang="en-GB" sz="1400" dirty="0"/>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أدوات التصنيع الرشيق وأساليبه</a:t>
            </a:r>
          </a:p>
        </p:txBody>
      </p:sp>
      <p:graphicFrame>
        <p:nvGraphicFramePr>
          <p:cNvPr id="2" name="Table 2">
            <a:extLst>
              <a:ext uri="{FF2B5EF4-FFF2-40B4-BE49-F238E27FC236}">
                <a16:creationId xmlns:a16="http://schemas.microsoft.com/office/drawing/2014/main" id="{84A5A99D-3B2C-4E2E-83B8-219E9D27E6C6}"/>
              </a:ext>
            </a:extLst>
          </p:cNvPr>
          <p:cNvGraphicFramePr>
            <a:graphicFrameLocks noGrp="1"/>
          </p:cNvGraphicFramePr>
          <p:nvPr>
            <p:extLst>
              <p:ext uri="{D42A27DB-BD31-4B8C-83A1-F6EECF244321}">
                <p14:modId xmlns:p14="http://schemas.microsoft.com/office/powerpoint/2010/main" val="1984651394"/>
              </p:ext>
            </p:extLst>
          </p:nvPr>
        </p:nvGraphicFramePr>
        <p:xfrm>
          <a:off x="539552" y="2348880"/>
          <a:ext cx="7992888" cy="1112520"/>
        </p:xfrm>
        <a:graphic>
          <a:graphicData uri="http://schemas.openxmlformats.org/drawingml/2006/table">
            <a:tbl>
              <a:tblPr rtl="1" firstRow="1" bandRow="1">
                <a:tableStyleId>{5C22544A-7EE6-4342-B048-85BDC9FD1C3A}</a:tableStyleId>
              </a:tblPr>
              <a:tblGrid>
                <a:gridCol w="2597689">
                  <a:extLst>
                    <a:ext uri="{9D8B030D-6E8A-4147-A177-3AD203B41FA5}">
                      <a16:colId xmlns:a16="http://schemas.microsoft.com/office/drawing/2014/main" val="376663258"/>
                    </a:ext>
                  </a:extLst>
                </a:gridCol>
                <a:gridCol w="5395199">
                  <a:extLst>
                    <a:ext uri="{9D8B030D-6E8A-4147-A177-3AD203B41FA5}">
                      <a16:colId xmlns:a16="http://schemas.microsoft.com/office/drawing/2014/main" val="2141017425"/>
                    </a:ext>
                  </a:extLst>
                </a:gridCol>
              </a:tblGrid>
              <a:tr h="370840">
                <a:tc>
                  <a:txBody>
                    <a:bodyPr/>
                    <a:lstStyle/>
                    <a:p>
                      <a:pPr rtl="1"/>
                      <a:r>
                        <a:rPr lang="ar" sz="1400" dirty="0">
                          <a:latin typeface="Sakkal Majalla" panose="02000000000000000000" pitchFamily="2" charset="-78"/>
                          <a:cs typeface="Sakkal Majalla" panose="02000000000000000000" pitchFamily="2" charset="-78"/>
                        </a:rPr>
                        <a:t>أداة/الأسلوب</a:t>
                      </a:r>
                    </a:p>
                  </a:txBody>
                  <a:tcPr/>
                </a:tc>
                <a:tc>
                  <a:txBody>
                    <a:bodyPr/>
                    <a:lstStyle/>
                    <a:p>
                      <a:pPr rtl="1"/>
                      <a:r>
                        <a:rPr lang="ar" sz="1400" dirty="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1366480386"/>
                  </a:ext>
                </a:extLst>
              </a:tr>
              <a:tr h="370840">
                <a:tc>
                  <a:txBody>
                    <a:bodyPr/>
                    <a:lstStyle/>
                    <a:p>
                      <a:pPr rtl="1"/>
                      <a:r>
                        <a:rPr lang="ar" sz="1400" dirty="0">
                          <a:latin typeface="Sakkal Majalla" panose="02000000000000000000" pitchFamily="2" charset="-78"/>
                          <a:cs typeface="Sakkal Majalla" panose="02000000000000000000" pitchFamily="2" charset="-78"/>
                        </a:rPr>
                        <a:t>ممارسات العمل الموحدة</a:t>
                      </a:r>
                    </a:p>
                  </a:txBody>
                  <a:tcPr/>
                </a:tc>
                <a:tc>
                  <a:txBody>
                    <a:bodyPr/>
                    <a:lstStyle/>
                    <a:p>
                      <a:pPr rtl="1"/>
                      <a:r>
                        <a:rPr lang="ar" sz="1400" dirty="0">
                          <a:latin typeface="Sakkal Majalla" panose="02000000000000000000" pitchFamily="2" charset="-78"/>
                          <a:cs typeface="Sakkal Majalla" panose="02000000000000000000" pitchFamily="2" charset="-78"/>
                        </a:rPr>
                        <a:t>إنشاء عمليات عمل متسقة وموحدة للقضاء على الاختلافات وتحسين الإنتاجية.</a:t>
                      </a:r>
                    </a:p>
                  </a:txBody>
                  <a:tcPr/>
                </a:tc>
                <a:extLst>
                  <a:ext uri="{0D108BD9-81ED-4DB2-BD59-A6C34878D82A}">
                    <a16:rowId xmlns:a16="http://schemas.microsoft.com/office/drawing/2014/main" val="2006310078"/>
                  </a:ext>
                </a:extLst>
              </a:tr>
              <a:tr h="370840">
                <a:tc>
                  <a:txBody>
                    <a:bodyPr/>
                    <a:lstStyle/>
                    <a:p>
                      <a:pPr rtl="1"/>
                      <a:r>
                        <a:rPr lang="ar" sz="1400" dirty="0">
                          <a:latin typeface="Sakkal Majalla" panose="02000000000000000000" pitchFamily="2" charset="-78"/>
                          <a:cs typeface="Sakkal Majalla" panose="02000000000000000000" pitchFamily="2" charset="-78"/>
                        </a:rPr>
                        <a:t>التصميم للتصنيع</a:t>
                      </a:r>
                    </a:p>
                  </a:txBody>
                  <a:tcPr/>
                </a:tc>
                <a:tc>
                  <a:txBody>
                    <a:bodyPr/>
                    <a:lstStyle/>
                    <a:p>
                      <a:pPr rtl="1"/>
                      <a:r>
                        <a:rPr lang="ar" sz="1400" dirty="0">
                          <a:latin typeface="Sakkal Majalla" panose="02000000000000000000" pitchFamily="2" charset="-78"/>
                          <a:cs typeface="Sakkal Majalla" panose="02000000000000000000" pitchFamily="2" charset="-78"/>
                        </a:rPr>
                        <a:t>تصميم المنتجات والعمليات المُحسنة لحصول على لتصنيع وتجميع الفعالين.</a:t>
                      </a:r>
                    </a:p>
                  </a:txBody>
                  <a:tcPr/>
                </a:tc>
                <a:extLst>
                  <a:ext uri="{0D108BD9-81ED-4DB2-BD59-A6C34878D82A}">
                    <a16:rowId xmlns:a16="http://schemas.microsoft.com/office/drawing/2014/main" val="1014660137"/>
                  </a:ext>
                </a:extLst>
              </a:tr>
            </a:tbl>
          </a:graphicData>
        </a:graphic>
      </p:graphicFrame>
      <p:pic>
        <p:nvPicPr>
          <p:cNvPr id="5" name="Picture 4" descr="A close-up of a robotic arm&#10;&#10;Description automatically generated">
            <a:extLst>
              <a:ext uri="{FF2B5EF4-FFF2-40B4-BE49-F238E27FC236}">
                <a16:creationId xmlns:a16="http://schemas.microsoft.com/office/drawing/2014/main" id="{9394EF22-5768-6D12-CAF9-34A08CB202A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854793" y="3933056"/>
            <a:ext cx="3438128" cy="2292086"/>
          </a:xfrm>
          <a:prstGeom prst="rect">
            <a:avLst/>
          </a:prstGeom>
        </p:spPr>
      </p:pic>
      <p:sp>
        <p:nvSpPr>
          <p:cNvPr id="3" name="Footer Placeholder 2">
            <a:extLst>
              <a:ext uri="{FF2B5EF4-FFF2-40B4-BE49-F238E27FC236}">
                <a16:creationId xmlns:a16="http://schemas.microsoft.com/office/drawing/2014/main" id="{B04FEF7B-1C23-0145-AFD3-2971D3D3C8C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1609704640"/>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124744"/>
            <a:ext cx="8892480" cy="50131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أدوات التصنيع الرشيق وأساليبه</a:t>
            </a:r>
            <a:endParaRPr lang="en-GB" sz="2000" b="1" dirty="0"/>
          </a:p>
          <a:p>
            <a:pPr marL="342000" lvl="1" indent="0" rtl="1">
              <a:buNone/>
            </a:pPr>
            <a:r>
              <a:rPr lang="ar" sz="1600" dirty="0"/>
              <a:t>يستخدم التصنيع الرشيق أدوات وأساليب مختلفة لتبسيط العمليات والقضاء على النفايات/ الهدر وتحسين الكفاءة. ويرد في ما يأتي بعض الأدوات والأساليب الرئيسة المستخدمة في عمليات التصنيع الرشيق:</a:t>
            </a:r>
          </a:p>
          <a:p>
            <a:pPr rtl="1"/>
            <a:endParaRPr lang="en-GB" sz="1400" dirty="0"/>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أدوات التصنيع الرشيق وأساليبه</a:t>
            </a:r>
          </a:p>
        </p:txBody>
      </p:sp>
      <p:graphicFrame>
        <p:nvGraphicFramePr>
          <p:cNvPr id="2" name="Table 2">
            <a:extLst>
              <a:ext uri="{FF2B5EF4-FFF2-40B4-BE49-F238E27FC236}">
                <a16:creationId xmlns:a16="http://schemas.microsoft.com/office/drawing/2014/main" id="{84A5A99D-3B2C-4E2E-83B8-219E9D27E6C6}"/>
              </a:ext>
            </a:extLst>
          </p:cNvPr>
          <p:cNvGraphicFramePr>
            <a:graphicFrameLocks noGrp="1"/>
          </p:cNvGraphicFramePr>
          <p:nvPr>
            <p:extLst>
              <p:ext uri="{D42A27DB-BD31-4B8C-83A1-F6EECF244321}">
                <p14:modId xmlns:p14="http://schemas.microsoft.com/office/powerpoint/2010/main" val="2678249708"/>
              </p:ext>
            </p:extLst>
          </p:nvPr>
        </p:nvGraphicFramePr>
        <p:xfrm>
          <a:off x="395536" y="2204864"/>
          <a:ext cx="8064896" cy="1112520"/>
        </p:xfrm>
        <a:graphic>
          <a:graphicData uri="http://schemas.openxmlformats.org/drawingml/2006/table">
            <a:tbl>
              <a:tblPr rtl="1" firstRow="1" bandRow="1">
                <a:tableStyleId>{5C22544A-7EE6-4342-B048-85BDC9FD1C3A}</a:tableStyleId>
              </a:tblPr>
              <a:tblGrid>
                <a:gridCol w="2621091">
                  <a:extLst>
                    <a:ext uri="{9D8B030D-6E8A-4147-A177-3AD203B41FA5}">
                      <a16:colId xmlns:a16="http://schemas.microsoft.com/office/drawing/2014/main" val="376663258"/>
                    </a:ext>
                  </a:extLst>
                </a:gridCol>
                <a:gridCol w="5443805">
                  <a:extLst>
                    <a:ext uri="{9D8B030D-6E8A-4147-A177-3AD203B41FA5}">
                      <a16:colId xmlns:a16="http://schemas.microsoft.com/office/drawing/2014/main" val="2141017425"/>
                    </a:ext>
                  </a:extLst>
                </a:gridCol>
              </a:tblGrid>
              <a:tr h="370840">
                <a:tc>
                  <a:txBody>
                    <a:bodyPr/>
                    <a:lstStyle/>
                    <a:p>
                      <a:pPr rtl="1"/>
                      <a:r>
                        <a:rPr lang="ar" sz="1400" dirty="0">
                          <a:latin typeface="Sakkal Majalla" panose="02000000000000000000" pitchFamily="2" charset="-78"/>
                          <a:cs typeface="Sakkal Majalla" panose="02000000000000000000" pitchFamily="2" charset="-78"/>
                        </a:rPr>
                        <a:t>أداة/الأسلوب</a:t>
                      </a:r>
                    </a:p>
                  </a:txBody>
                  <a:tcPr/>
                </a:tc>
                <a:tc>
                  <a:txBody>
                    <a:bodyPr/>
                    <a:lstStyle/>
                    <a:p>
                      <a:pPr rtl="1"/>
                      <a:r>
                        <a:rPr lang="ar" sz="1400" dirty="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1366480386"/>
                  </a:ext>
                </a:extLst>
              </a:tr>
              <a:tr h="370840">
                <a:tc>
                  <a:txBody>
                    <a:bodyPr/>
                    <a:lstStyle/>
                    <a:p>
                      <a:pPr rtl="1"/>
                      <a:r>
                        <a:rPr lang="ar" sz="1400" dirty="0">
                          <a:latin typeface="Sakkal Majalla" panose="02000000000000000000" pitchFamily="2" charset="-78"/>
                          <a:cs typeface="Sakkal Majalla" panose="02000000000000000000" pitchFamily="2" charset="-78"/>
                        </a:rPr>
                        <a:t>الصيانة الإنتاجية الشاملة (TPM)</a:t>
                      </a:r>
                    </a:p>
                  </a:txBody>
                  <a:tcPr/>
                </a:tc>
                <a:tc>
                  <a:txBody>
                    <a:bodyPr/>
                    <a:lstStyle/>
                    <a:p>
                      <a:pPr rtl="1"/>
                      <a:r>
                        <a:rPr lang="ar" sz="1400" dirty="0">
                          <a:latin typeface="Sakkal Majalla" panose="02000000000000000000" pitchFamily="2" charset="-78"/>
                          <a:cs typeface="Sakkal Majalla" panose="02000000000000000000" pitchFamily="2" charset="-78"/>
                        </a:rPr>
                        <a:t>نهج منظم لصيانة المعدات لتقليل وقت التوقف عن العمل وتحسين الفعالية الإجمالية للمعدات.</a:t>
                      </a:r>
                    </a:p>
                  </a:txBody>
                  <a:tcPr/>
                </a:tc>
                <a:extLst>
                  <a:ext uri="{0D108BD9-81ED-4DB2-BD59-A6C34878D82A}">
                    <a16:rowId xmlns:a16="http://schemas.microsoft.com/office/drawing/2014/main" val="2776434322"/>
                  </a:ext>
                </a:extLst>
              </a:tr>
              <a:tr h="370840">
                <a:tc>
                  <a:txBody>
                    <a:bodyPr/>
                    <a:lstStyle/>
                    <a:p>
                      <a:pPr rtl="1"/>
                      <a:r>
                        <a:rPr lang="ar" sz="1400" dirty="0">
                          <a:latin typeface="Sakkal Majalla" panose="02000000000000000000" pitchFamily="2" charset="-78"/>
                          <a:cs typeface="Sakkal Majalla" panose="02000000000000000000" pitchFamily="2" charset="-78"/>
                        </a:rPr>
                        <a:t>تحليل عنق الزجاجة</a:t>
                      </a:r>
                    </a:p>
                  </a:txBody>
                  <a:tcPr/>
                </a:tc>
                <a:tc>
                  <a:txBody>
                    <a:bodyPr/>
                    <a:lstStyle/>
                    <a:p>
                      <a:pPr rtl="1"/>
                      <a:r>
                        <a:rPr lang="ar" sz="1400" dirty="0">
                          <a:latin typeface="Sakkal Majalla" panose="02000000000000000000" pitchFamily="2" charset="-78"/>
                          <a:cs typeface="Sakkal Majalla" panose="02000000000000000000" pitchFamily="2" charset="-78"/>
                        </a:rPr>
                        <a:t>تحديد ومعالجة العوائق أو القيود في عملية الإنتاج لتحسين التدفق والإنتاجية.</a:t>
                      </a:r>
                    </a:p>
                  </a:txBody>
                  <a:tcPr/>
                </a:tc>
                <a:extLst>
                  <a:ext uri="{0D108BD9-81ED-4DB2-BD59-A6C34878D82A}">
                    <a16:rowId xmlns:a16="http://schemas.microsoft.com/office/drawing/2014/main" val="4277462936"/>
                  </a:ext>
                </a:extLst>
              </a:tr>
            </a:tbl>
          </a:graphicData>
        </a:graphic>
      </p:graphicFrame>
      <p:pic>
        <p:nvPicPr>
          <p:cNvPr id="5" name="Picture 4" descr="A person in a hard hat using a computer&#10;&#10;Description automatically generated">
            <a:extLst>
              <a:ext uri="{FF2B5EF4-FFF2-40B4-BE49-F238E27FC236}">
                <a16:creationId xmlns:a16="http://schemas.microsoft.com/office/drawing/2014/main" id="{68A34421-2781-3E1D-BBE0-00EE69A00AC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555776" y="3789040"/>
            <a:ext cx="3888432" cy="2592287"/>
          </a:xfrm>
          <a:prstGeom prst="rect">
            <a:avLst/>
          </a:prstGeom>
        </p:spPr>
      </p:pic>
      <p:sp>
        <p:nvSpPr>
          <p:cNvPr id="3" name="Footer Placeholder 2">
            <a:extLst>
              <a:ext uri="{FF2B5EF4-FFF2-40B4-BE49-F238E27FC236}">
                <a16:creationId xmlns:a16="http://schemas.microsoft.com/office/drawing/2014/main" id="{FCDE54C1-4AB8-E56C-273B-77FA3A9D3A3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2859473798"/>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 y="1196752"/>
            <a:ext cx="8907997" cy="48691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أدوات التصنيع الرشيق وأساليبه</a:t>
            </a:r>
            <a:endParaRPr lang="en-GB" sz="2000" b="1" dirty="0"/>
          </a:p>
          <a:p>
            <a:pPr marL="342000" lvl="1" indent="0" rtl="1">
              <a:buNone/>
            </a:pPr>
            <a:r>
              <a:rPr lang="ar" sz="1600" dirty="0"/>
              <a:t>يستخدم التصنيع الرشيق أدوات وأساليب مختلفة لتبسيط العمليات والقضاء على النفايات/ الهدر وتحسين الكفاءة. ويرد في ما يأتي بعض الأدوات والأساليب الرئيسة المستخدمة في عمليات التصنيع الرشيق:</a:t>
            </a:r>
          </a:p>
          <a:p>
            <a:pPr rtl="1"/>
            <a:endParaRPr lang="en-GB" sz="1400" dirty="0"/>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أدوات التصنيع الرشيق وأساليبه</a:t>
            </a:r>
          </a:p>
        </p:txBody>
      </p:sp>
      <p:graphicFrame>
        <p:nvGraphicFramePr>
          <p:cNvPr id="2" name="Table 2">
            <a:extLst>
              <a:ext uri="{FF2B5EF4-FFF2-40B4-BE49-F238E27FC236}">
                <a16:creationId xmlns:a16="http://schemas.microsoft.com/office/drawing/2014/main" id="{84A5A99D-3B2C-4E2E-83B8-219E9D27E6C6}"/>
              </a:ext>
            </a:extLst>
          </p:cNvPr>
          <p:cNvGraphicFramePr>
            <a:graphicFrameLocks noGrp="1"/>
          </p:cNvGraphicFramePr>
          <p:nvPr>
            <p:extLst>
              <p:ext uri="{D42A27DB-BD31-4B8C-83A1-F6EECF244321}">
                <p14:modId xmlns:p14="http://schemas.microsoft.com/office/powerpoint/2010/main" val="1487667491"/>
              </p:ext>
            </p:extLst>
          </p:nvPr>
        </p:nvGraphicFramePr>
        <p:xfrm>
          <a:off x="467544" y="2296037"/>
          <a:ext cx="7992888" cy="1630680"/>
        </p:xfrm>
        <a:graphic>
          <a:graphicData uri="http://schemas.openxmlformats.org/drawingml/2006/table">
            <a:tbl>
              <a:tblPr rtl="1" firstRow="1" bandRow="1">
                <a:tableStyleId>{5C22544A-7EE6-4342-B048-85BDC9FD1C3A}</a:tableStyleId>
              </a:tblPr>
              <a:tblGrid>
                <a:gridCol w="2597689">
                  <a:extLst>
                    <a:ext uri="{9D8B030D-6E8A-4147-A177-3AD203B41FA5}">
                      <a16:colId xmlns:a16="http://schemas.microsoft.com/office/drawing/2014/main" val="376663258"/>
                    </a:ext>
                  </a:extLst>
                </a:gridCol>
                <a:gridCol w="5395199">
                  <a:extLst>
                    <a:ext uri="{9D8B030D-6E8A-4147-A177-3AD203B41FA5}">
                      <a16:colId xmlns:a16="http://schemas.microsoft.com/office/drawing/2014/main" val="2141017425"/>
                    </a:ext>
                  </a:extLst>
                </a:gridCol>
              </a:tblGrid>
              <a:tr h="370840">
                <a:tc>
                  <a:txBody>
                    <a:bodyPr/>
                    <a:lstStyle/>
                    <a:p>
                      <a:pPr rtl="1"/>
                      <a:r>
                        <a:rPr lang="ar" sz="1400" dirty="0">
                          <a:latin typeface="Sakkal Majalla" panose="02000000000000000000" pitchFamily="2" charset="-78"/>
                          <a:cs typeface="Sakkal Majalla" panose="02000000000000000000" pitchFamily="2" charset="-78"/>
                        </a:rPr>
                        <a:t>أداة/الأسلوب</a:t>
                      </a:r>
                    </a:p>
                  </a:txBody>
                  <a:tcPr/>
                </a:tc>
                <a:tc>
                  <a:txBody>
                    <a:bodyPr/>
                    <a:lstStyle/>
                    <a:p>
                      <a:pPr rtl="1"/>
                      <a:r>
                        <a:rPr lang="ar" sz="1400" dirty="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1366480386"/>
                  </a:ext>
                </a:extLst>
              </a:tr>
              <a:tr h="370840">
                <a:tc>
                  <a:txBody>
                    <a:bodyPr/>
                    <a:lstStyle/>
                    <a:p>
                      <a:pPr rtl="1"/>
                      <a:r>
                        <a:rPr lang="ar" sz="1400" dirty="0">
                          <a:latin typeface="Sakkal Majalla" panose="02000000000000000000" pitchFamily="2" charset="-78"/>
                          <a:cs typeface="Sakkal Majalla" panose="02000000000000000000" pitchFamily="2" charset="-78"/>
                        </a:rPr>
                        <a:t>تحليل عنق الزجاجة</a:t>
                      </a:r>
                    </a:p>
                  </a:txBody>
                  <a:tcPr/>
                </a:tc>
                <a:tc>
                  <a:txBody>
                    <a:bodyPr/>
                    <a:lstStyle/>
                    <a:p>
                      <a:pPr rtl="1"/>
                      <a:r>
                        <a:rPr lang="ar" sz="1400" dirty="0">
                          <a:latin typeface="Sakkal Majalla" panose="02000000000000000000" pitchFamily="2" charset="-78"/>
                          <a:cs typeface="Sakkal Majalla" panose="02000000000000000000" pitchFamily="2" charset="-78"/>
                        </a:rPr>
                        <a:t>تحديد ومعالجة العوائق أو القيود في عملية الإنتاج لتحسين التدفق والإنتاجية.</a:t>
                      </a:r>
                    </a:p>
                  </a:txBody>
                  <a:tcPr/>
                </a:tc>
                <a:extLst>
                  <a:ext uri="{0D108BD9-81ED-4DB2-BD59-A6C34878D82A}">
                    <a16:rowId xmlns:a16="http://schemas.microsoft.com/office/drawing/2014/main" val="4277462936"/>
                  </a:ext>
                </a:extLst>
              </a:tr>
              <a:tr h="370840">
                <a:tc>
                  <a:txBody>
                    <a:bodyPr/>
                    <a:lstStyle/>
                    <a:p>
                      <a:pPr rtl="1"/>
                      <a:r>
                        <a:rPr lang="ar" sz="1400" dirty="0">
                          <a:latin typeface="Sakkal Majalla" panose="02000000000000000000" pitchFamily="2" charset="-78"/>
                          <a:cs typeface="Sakkal Majalla" panose="02000000000000000000" pitchFamily="2" charset="-78"/>
                        </a:rPr>
                        <a:t>في الوقت المحدد (JIT)</a:t>
                      </a:r>
                    </a:p>
                  </a:txBody>
                  <a:tcPr/>
                </a:tc>
                <a:tc>
                  <a:txBody>
                    <a:bodyPr/>
                    <a:lstStyle/>
                    <a:p>
                      <a:pPr rtl="1"/>
                      <a:r>
                        <a:rPr lang="ar" sz="1400" dirty="0">
                          <a:latin typeface="Sakkal Majalla" panose="02000000000000000000" pitchFamily="2" charset="-78"/>
                          <a:cs typeface="Sakkal Majalla" panose="02000000000000000000" pitchFamily="2" charset="-78"/>
                        </a:rPr>
                        <a:t>إستراتيجية إنتاج تهدف إلى إنتاج المنتجات وتسليمها في الوقت المحدد الذي تحتاج إليه، ما يقلل المخزون والنفايات.</a:t>
                      </a:r>
                    </a:p>
                  </a:txBody>
                  <a:tcPr/>
                </a:tc>
                <a:extLst>
                  <a:ext uri="{0D108BD9-81ED-4DB2-BD59-A6C34878D82A}">
                    <a16:rowId xmlns:a16="http://schemas.microsoft.com/office/drawing/2014/main" val="3919455128"/>
                  </a:ext>
                </a:extLst>
              </a:tr>
              <a:tr h="370840">
                <a:tc>
                  <a:txBody>
                    <a:bodyPr/>
                    <a:lstStyle/>
                    <a:p>
                      <a:pPr rtl="1"/>
                      <a:r>
                        <a:rPr lang="ar" sz="1400" dirty="0">
                          <a:latin typeface="Sakkal Majalla" panose="02000000000000000000" pitchFamily="2" charset="-78"/>
                          <a:cs typeface="Sakkal Majalla" panose="02000000000000000000" pitchFamily="2" charset="-78"/>
                        </a:rPr>
                        <a:t>كانبان</a:t>
                      </a:r>
                    </a:p>
                  </a:txBody>
                  <a:tcPr/>
                </a:tc>
                <a:tc>
                  <a:txBody>
                    <a:bodyPr/>
                    <a:lstStyle/>
                    <a:p>
                      <a:pPr rtl="1"/>
                      <a:r>
                        <a:rPr lang="ar" sz="1400" dirty="0">
                          <a:latin typeface="Sakkal Majalla" panose="02000000000000000000" pitchFamily="2" charset="-78"/>
                          <a:cs typeface="Sakkal Majalla" panose="02000000000000000000" pitchFamily="2" charset="-78"/>
                        </a:rPr>
                        <a:t>نظام جدولة مرئي يستخدم بطاقات أو إشارات للتحكم في تدفق المواد والمعلومات في عملية الإنتاج.</a:t>
                      </a:r>
                    </a:p>
                  </a:txBody>
                  <a:tcPr/>
                </a:tc>
                <a:extLst>
                  <a:ext uri="{0D108BD9-81ED-4DB2-BD59-A6C34878D82A}">
                    <a16:rowId xmlns:a16="http://schemas.microsoft.com/office/drawing/2014/main" val="3659523850"/>
                  </a:ext>
                </a:extLst>
              </a:tr>
            </a:tbl>
          </a:graphicData>
        </a:graphic>
      </p:graphicFrame>
      <p:pic>
        <p:nvPicPr>
          <p:cNvPr id="5" name="Picture 4" descr="A no u-turn sign&#10;&#10;Description automatically generated">
            <a:extLst>
              <a:ext uri="{FF2B5EF4-FFF2-40B4-BE49-F238E27FC236}">
                <a16:creationId xmlns:a16="http://schemas.microsoft.com/office/drawing/2014/main" id="{2EC7ED50-2470-4EBB-CD53-FA44AEE92B8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762926" y="4263177"/>
            <a:ext cx="3393250" cy="2262167"/>
          </a:xfrm>
          <a:prstGeom prst="rect">
            <a:avLst/>
          </a:prstGeom>
        </p:spPr>
      </p:pic>
      <p:sp>
        <p:nvSpPr>
          <p:cNvPr id="3" name="Footer Placeholder 2">
            <a:extLst>
              <a:ext uri="{FF2B5EF4-FFF2-40B4-BE49-F238E27FC236}">
                <a16:creationId xmlns:a16="http://schemas.microsoft.com/office/drawing/2014/main" id="{15827B6E-5032-27DB-801B-AD4E53CDCD1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3989639613"/>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196752"/>
            <a:ext cx="8640960" cy="5589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أدوات التصنيع الرشيق وأساليبه</a:t>
            </a:r>
            <a:endParaRPr lang="en-GB" sz="2000" b="1" dirty="0"/>
          </a:p>
          <a:p>
            <a:pPr marL="342000" lvl="1" indent="0" rtl="1">
              <a:buNone/>
            </a:pPr>
            <a:r>
              <a:rPr lang="ar" sz="1600" dirty="0"/>
              <a:t>يستخدم التصنيع الرشيق أدوات وأساليب مختلفة لتبسيط العمليات والقضاء على النفايات/ الهدر وتحسين الكفاءة. ويرد في ما يأتي بعض الأدوات والأساليب الرئيسة المستخدمة في عمليات التصنيع الرشيق:</a:t>
            </a:r>
          </a:p>
          <a:p>
            <a:pPr rtl="1"/>
            <a:endParaRPr lang="en-GB" sz="1400" dirty="0"/>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أدوات التصنيع الرشيق وأساليبه</a:t>
            </a:r>
          </a:p>
        </p:txBody>
      </p:sp>
      <p:graphicFrame>
        <p:nvGraphicFramePr>
          <p:cNvPr id="2" name="Table 2">
            <a:extLst>
              <a:ext uri="{FF2B5EF4-FFF2-40B4-BE49-F238E27FC236}">
                <a16:creationId xmlns:a16="http://schemas.microsoft.com/office/drawing/2014/main" id="{84A5A99D-3B2C-4E2E-83B8-219E9D27E6C6}"/>
              </a:ext>
            </a:extLst>
          </p:cNvPr>
          <p:cNvGraphicFramePr>
            <a:graphicFrameLocks noGrp="1"/>
          </p:cNvGraphicFramePr>
          <p:nvPr>
            <p:extLst>
              <p:ext uri="{D42A27DB-BD31-4B8C-83A1-F6EECF244321}">
                <p14:modId xmlns:p14="http://schemas.microsoft.com/office/powerpoint/2010/main" val="3776076600"/>
              </p:ext>
            </p:extLst>
          </p:nvPr>
        </p:nvGraphicFramePr>
        <p:xfrm>
          <a:off x="539552" y="2340487"/>
          <a:ext cx="7920880" cy="1259840"/>
        </p:xfrm>
        <a:graphic>
          <a:graphicData uri="http://schemas.openxmlformats.org/drawingml/2006/table">
            <a:tbl>
              <a:tblPr rtl="1" firstRow="1" bandRow="1">
                <a:tableStyleId>{5C22544A-7EE6-4342-B048-85BDC9FD1C3A}</a:tableStyleId>
              </a:tblPr>
              <a:tblGrid>
                <a:gridCol w="2574286">
                  <a:extLst>
                    <a:ext uri="{9D8B030D-6E8A-4147-A177-3AD203B41FA5}">
                      <a16:colId xmlns:a16="http://schemas.microsoft.com/office/drawing/2014/main" val="376663258"/>
                    </a:ext>
                  </a:extLst>
                </a:gridCol>
                <a:gridCol w="5346594">
                  <a:extLst>
                    <a:ext uri="{9D8B030D-6E8A-4147-A177-3AD203B41FA5}">
                      <a16:colId xmlns:a16="http://schemas.microsoft.com/office/drawing/2014/main" val="2141017425"/>
                    </a:ext>
                  </a:extLst>
                </a:gridCol>
              </a:tblGrid>
              <a:tr h="370840">
                <a:tc>
                  <a:txBody>
                    <a:bodyPr/>
                    <a:lstStyle/>
                    <a:p>
                      <a:pPr rtl="1"/>
                      <a:r>
                        <a:rPr lang="ar" sz="1400" dirty="0">
                          <a:latin typeface="Sakkal Majalla" panose="02000000000000000000" pitchFamily="2" charset="-78"/>
                          <a:cs typeface="Sakkal Majalla" panose="02000000000000000000" pitchFamily="2" charset="-78"/>
                        </a:rPr>
                        <a:t>أداة/الأسلوب</a:t>
                      </a:r>
                    </a:p>
                  </a:txBody>
                  <a:tcPr/>
                </a:tc>
                <a:tc>
                  <a:txBody>
                    <a:bodyPr/>
                    <a:lstStyle/>
                    <a:p>
                      <a:pPr rtl="1"/>
                      <a:r>
                        <a:rPr lang="ar" sz="1400" dirty="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1366480386"/>
                  </a:ext>
                </a:extLst>
              </a:tr>
              <a:tr h="370840">
                <a:tc>
                  <a:txBody>
                    <a:bodyPr/>
                    <a:lstStyle/>
                    <a:p>
                      <a:pPr rtl="1"/>
                      <a:r>
                        <a:rPr lang="ar" sz="1400" dirty="0">
                          <a:latin typeface="Sakkal Majalla" panose="02000000000000000000" pitchFamily="2" charset="-78"/>
                          <a:cs typeface="Sakkal Majalla" panose="02000000000000000000" pitchFamily="2" charset="-78"/>
                        </a:rPr>
                        <a:t>منهجية 5S</a:t>
                      </a:r>
                    </a:p>
                  </a:txBody>
                  <a:tcPr/>
                </a:tc>
                <a:tc>
                  <a:txBody>
                    <a:bodyPr/>
                    <a:lstStyle/>
                    <a:p>
                      <a:pPr rtl="1"/>
                      <a:r>
                        <a:rPr lang="ar" sz="1400" dirty="0">
                          <a:latin typeface="Sakkal Majalla" panose="02000000000000000000" pitchFamily="2" charset="-78"/>
                          <a:cs typeface="Sakkal Majalla" panose="02000000000000000000" pitchFamily="2" charset="-78"/>
                        </a:rPr>
                        <a:t>طريقة تنظيم مكان العمل التي تركز على الفرز والترتيب والتلميع ووضع المعايير والاستدامة لتحسين الكفاءة والسلامة.</a:t>
                      </a:r>
                    </a:p>
                  </a:txBody>
                  <a:tcPr/>
                </a:tc>
                <a:extLst>
                  <a:ext uri="{0D108BD9-81ED-4DB2-BD59-A6C34878D82A}">
                    <a16:rowId xmlns:a16="http://schemas.microsoft.com/office/drawing/2014/main" val="1587935235"/>
                  </a:ext>
                </a:extLst>
              </a:tr>
              <a:tr h="370840">
                <a:tc>
                  <a:txBody>
                    <a:bodyPr/>
                    <a:lstStyle/>
                    <a:p>
                      <a:pPr rtl="1"/>
                      <a:r>
                        <a:rPr lang="ar" sz="1400" dirty="0">
                          <a:latin typeface="Sakkal Majalla" panose="02000000000000000000" pitchFamily="2" charset="-78"/>
                          <a:cs typeface="Sakkal Majalla" panose="02000000000000000000" pitchFamily="2" charset="-78"/>
                        </a:rPr>
                        <a:t>التدفق المستمر</a:t>
                      </a:r>
                    </a:p>
                  </a:txBody>
                  <a:tcPr/>
                </a:tc>
                <a:tc>
                  <a:txBody>
                    <a:bodyPr/>
                    <a:lstStyle/>
                    <a:p>
                      <a:pPr rtl="1"/>
                      <a:r>
                        <a:rPr lang="ar" sz="1400" dirty="0">
                          <a:latin typeface="Sakkal Majalla" panose="02000000000000000000" pitchFamily="2" charset="-78"/>
                          <a:cs typeface="Sakkal Majalla" panose="02000000000000000000" pitchFamily="2" charset="-78"/>
                        </a:rPr>
                        <a:t>نهج إنتاج يهدف إلى جعل المنتجات تتدفق باستمرار خلال عملية الإنتاج، ما يقلل وقت الانتظار والمخزون.</a:t>
                      </a:r>
                    </a:p>
                  </a:txBody>
                  <a:tcPr/>
                </a:tc>
                <a:extLst>
                  <a:ext uri="{0D108BD9-81ED-4DB2-BD59-A6C34878D82A}">
                    <a16:rowId xmlns:a16="http://schemas.microsoft.com/office/drawing/2014/main" val="2006310078"/>
                  </a:ext>
                </a:extLst>
              </a:tr>
            </a:tbl>
          </a:graphicData>
        </a:graphic>
      </p:graphicFrame>
      <p:pic>
        <p:nvPicPr>
          <p:cNvPr id="5" name="Picture 4" descr="A group of elevators in a building&#10;&#10;Description automatically generated">
            <a:extLst>
              <a:ext uri="{FF2B5EF4-FFF2-40B4-BE49-F238E27FC236}">
                <a16:creationId xmlns:a16="http://schemas.microsoft.com/office/drawing/2014/main" id="{4298A6F1-7A4E-CD60-702C-682245619F1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526838" y="4203045"/>
            <a:ext cx="3917371" cy="2322299"/>
          </a:xfrm>
          <a:prstGeom prst="rect">
            <a:avLst/>
          </a:prstGeom>
        </p:spPr>
      </p:pic>
      <p:sp>
        <p:nvSpPr>
          <p:cNvPr id="3" name="Footer Placeholder 2">
            <a:extLst>
              <a:ext uri="{FF2B5EF4-FFF2-40B4-BE49-F238E27FC236}">
                <a16:creationId xmlns:a16="http://schemas.microsoft.com/office/drawing/2014/main" id="{36FAFEC5-50E0-8CBE-E23B-AE0D10233F4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3901554687"/>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5" y="1340768"/>
            <a:ext cx="8512462" cy="57332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أدوات التصنيع الرشيق وأساليبه</a:t>
            </a:r>
            <a:endParaRPr lang="en-GB" sz="2000" b="1" dirty="0"/>
          </a:p>
          <a:p>
            <a:pPr marL="342000" lvl="1" indent="0" rtl="1">
              <a:buNone/>
            </a:pPr>
            <a:r>
              <a:rPr lang="ar" sz="1600" dirty="0"/>
              <a:t>يستخدم التصنيع الرشيق أدوات وأساليب مختلفة لتبسيط العمليات والقضاء على النفايات/ الهدر وتحسين الكفاءة. ويرد في ما يأتي بعض الأدوات والأساليب الرئيسة المستخدمة في عمليات التصنيع الرشيق:</a:t>
            </a:r>
          </a:p>
          <a:p>
            <a:pPr rtl="1"/>
            <a:endParaRPr lang="en-GB" sz="1400" dirty="0"/>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أدوات التصنيع الرشيق وأساليبه</a:t>
            </a:r>
          </a:p>
        </p:txBody>
      </p:sp>
      <p:graphicFrame>
        <p:nvGraphicFramePr>
          <p:cNvPr id="2" name="Table 2">
            <a:extLst>
              <a:ext uri="{FF2B5EF4-FFF2-40B4-BE49-F238E27FC236}">
                <a16:creationId xmlns:a16="http://schemas.microsoft.com/office/drawing/2014/main" id="{84A5A99D-3B2C-4E2E-83B8-219E9D27E6C6}"/>
              </a:ext>
            </a:extLst>
          </p:cNvPr>
          <p:cNvGraphicFramePr>
            <a:graphicFrameLocks noGrp="1"/>
          </p:cNvGraphicFramePr>
          <p:nvPr>
            <p:extLst>
              <p:ext uri="{D42A27DB-BD31-4B8C-83A1-F6EECF244321}">
                <p14:modId xmlns:p14="http://schemas.microsoft.com/office/powerpoint/2010/main" val="2019779763"/>
              </p:ext>
            </p:extLst>
          </p:nvPr>
        </p:nvGraphicFramePr>
        <p:xfrm>
          <a:off x="395535" y="2492896"/>
          <a:ext cx="8064896" cy="1112520"/>
        </p:xfrm>
        <a:graphic>
          <a:graphicData uri="http://schemas.openxmlformats.org/drawingml/2006/table">
            <a:tbl>
              <a:tblPr rtl="1" firstRow="1" bandRow="1">
                <a:tableStyleId>{5C22544A-7EE6-4342-B048-85BDC9FD1C3A}</a:tableStyleId>
              </a:tblPr>
              <a:tblGrid>
                <a:gridCol w="2621091">
                  <a:extLst>
                    <a:ext uri="{9D8B030D-6E8A-4147-A177-3AD203B41FA5}">
                      <a16:colId xmlns:a16="http://schemas.microsoft.com/office/drawing/2014/main" val="376663258"/>
                    </a:ext>
                  </a:extLst>
                </a:gridCol>
                <a:gridCol w="5443805">
                  <a:extLst>
                    <a:ext uri="{9D8B030D-6E8A-4147-A177-3AD203B41FA5}">
                      <a16:colId xmlns:a16="http://schemas.microsoft.com/office/drawing/2014/main" val="2141017425"/>
                    </a:ext>
                  </a:extLst>
                </a:gridCol>
              </a:tblGrid>
              <a:tr h="370840">
                <a:tc>
                  <a:txBody>
                    <a:bodyPr/>
                    <a:lstStyle/>
                    <a:p>
                      <a:pPr rtl="1"/>
                      <a:r>
                        <a:rPr lang="ar" sz="1400" dirty="0">
                          <a:latin typeface="Sakkal Majalla" panose="02000000000000000000" pitchFamily="2" charset="-78"/>
                          <a:cs typeface="Sakkal Majalla" panose="02000000000000000000" pitchFamily="2" charset="-78"/>
                        </a:rPr>
                        <a:t>أداة/الأسلوب</a:t>
                      </a:r>
                    </a:p>
                  </a:txBody>
                  <a:tcPr/>
                </a:tc>
                <a:tc>
                  <a:txBody>
                    <a:bodyPr/>
                    <a:lstStyle/>
                    <a:p>
                      <a:pPr rtl="1"/>
                      <a:r>
                        <a:rPr lang="ar" sz="1400" dirty="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1366480386"/>
                  </a:ext>
                </a:extLst>
              </a:tr>
              <a:tr h="370840">
                <a:tc>
                  <a:txBody>
                    <a:bodyPr/>
                    <a:lstStyle/>
                    <a:p>
                      <a:pPr rtl="1"/>
                      <a:r>
                        <a:rPr lang="ar" sz="1400" dirty="0">
                          <a:latin typeface="Sakkal Majalla" panose="02000000000000000000" pitchFamily="2" charset="-78"/>
                          <a:cs typeface="Sakkal Majalla" panose="02000000000000000000" pitchFamily="2" charset="-78"/>
                        </a:rPr>
                        <a:t>كايزن</a:t>
                      </a:r>
                    </a:p>
                  </a:txBody>
                  <a:tcPr/>
                </a:tc>
                <a:tc>
                  <a:txBody>
                    <a:bodyPr/>
                    <a:lstStyle/>
                    <a:p>
                      <a:pPr rtl="1"/>
                      <a:r>
                        <a:rPr lang="ar" sz="1400" dirty="0">
                          <a:latin typeface="Sakkal Majalla" panose="02000000000000000000" pitchFamily="2" charset="-78"/>
                          <a:cs typeface="Sakkal Majalla" panose="02000000000000000000" pitchFamily="2" charset="-78"/>
                        </a:rPr>
                        <a:t>فلسفة التحسين المستمر التي تشجع على إجراء تغييرات صغيرة ومتزايدة لتحسين الكفاءة والجودة.</a:t>
                      </a:r>
                    </a:p>
                  </a:txBody>
                  <a:tcPr/>
                </a:tc>
                <a:extLst>
                  <a:ext uri="{0D108BD9-81ED-4DB2-BD59-A6C34878D82A}">
                    <a16:rowId xmlns:a16="http://schemas.microsoft.com/office/drawing/2014/main" val="1014660137"/>
                  </a:ext>
                </a:extLst>
              </a:tr>
              <a:tr h="370840">
                <a:tc>
                  <a:txBody>
                    <a:bodyPr/>
                    <a:lstStyle/>
                    <a:p>
                      <a:pPr rtl="1"/>
                      <a:r>
                        <a:rPr lang="ar" sz="1400" dirty="0">
                          <a:latin typeface="Sakkal Majalla" panose="02000000000000000000" pitchFamily="2" charset="-78"/>
                          <a:cs typeface="Sakkal Majalla" panose="02000000000000000000" pitchFamily="2" charset="-78"/>
                        </a:rPr>
                        <a:t>بوكا-يوك</a:t>
                      </a:r>
                    </a:p>
                  </a:txBody>
                  <a:tcPr/>
                </a:tc>
                <a:tc>
                  <a:txBody>
                    <a:bodyPr/>
                    <a:lstStyle/>
                    <a:p>
                      <a:pPr rtl="1"/>
                      <a:r>
                        <a:rPr lang="ar" sz="1400" dirty="0">
                          <a:latin typeface="Sakkal Majalla" panose="02000000000000000000" pitchFamily="2" charset="-78"/>
                          <a:cs typeface="Sakkal Majalla" panose="02000000000000000000" pitchFamily="2" charset="-78"/>
                        </a:rPr>
                        <a:t>أساليب وأدوات الوقاية من حدوث الأخطاء التي تمنع حدوث الخلل والعيوب في عملية الإنتاج.</a:t>
                      </a:r>
                    </a:p>
                  </a:txBody>
                  <a:tcPr/>
                </a:tc>
                <a:extLst>
                  <a:ext uri="{0D108BD9-81ED-4DB2-BD59-A6C34878D82A}">
                    <a16:rowId xmlns:a16="http://schemas.microsoft.com/office/drawing/2014/main" val="2776434322"/>
                  </a:ext>
                </a:extLst>
              </a:tr>
            </a:tbl>
          </a:graphicData>
        </a:graphic>
      </p:graphicFrame>
      <p:pic>
        <p:nvPicPr>
          <p:cNvPr id="5" name="Picture 4" descr="A close-up of chinese characters&#10;&#10;Description automatically generated">
            <a:extLst>
              <a:ext uri="{FF2B5EF4-FFF2-40B4-BE49-F238E27FC236}">
                <a16:creationId xmlns:a16="http://schemas.microsoft.com/office/drawing/2014/main" id="{2825C17D-4B78-E996-8772-1EEF18F5DDB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192717" y="4138548"/>
            <a:ext cx="2918098" cy="2334479"/>
          </a:xfrm>
          <a:prstGeom prst="rect">
            <a:avLst/>
          </a:prstGeom>
        </p:spPr>
      </p:pic>
      <p:sp>
        <p:nvSpPr>
          <p:cNvPr id="3" name="Footer Placeholder 2">
            <a:extLst>
              <a:ext uri="{FF2B5EF4-FFF2-40B4-BE49-F238E27FC236}">
                <a16:creationId xmlns:a16="http://schemas.microsoft.com/office/drawing/2014/main" id="{5CBD7118-5DCC-F78A-A66D-6346313DD84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2503387395"/>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268760"/>
            <a:ext cx="8892480" cy="5589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000" b="1" dirty="0">
                <a:effectLst/>
              </a:rPr>
              <a:t>أدوات التصنيع الرشيق وأساليبه</a:t>
            </a:r>
            <a:endParaRPr lang="en-GB" sz="2000" b="1" dirty="0"/>
          </a:p>
          <a:p>
            <a:pPr marL="342000" lvl="1" indent="0" rtl="1">
              <a:buNone/>
            </a:pPr>
            <a:r>
              <a:rPr lang="ar" sz="1600" dirty="0"/>
              <a:t>يستخدم التصنيع الرشيق أدوات وأساليب مختلفة لتبسيط العمليات والقضاء على النفايات/ الهدر وتحسين الكفاءة. ويرد في ما يأتي بعض الأدوات والأساليب الرئيسة المستخدمة في عمليات التصنيع الرشيق:</a:t>
            </a:r>
          </a:p>
          <a:p>
            <a:pPr rtl="1"/>
            <a:endParaRPr lang="en-GB" sz="1400" dirty="0"/>
          </a:p>
          <a:p>
            <a:pPr rtl="1"/>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أدوات التصنيع الرشيق وأساليبه</a:t>
            </a:r>
          </a:p>
        </p:txBody>
      </p:sp>
      <p:graphicFrame>
        <p:nvGraphicFramePr>
          <p:cNvPr id="2" name="Table 2">
            <a:extLst>
              <a:ext uri="{FF2B5EF4-FFF2-40B4-BE49-F238E27FC236}">
                <a16:creationId xmlns:a16="http://schemas.microsoft.com/office/drawing/2014/main" id="{84A5A99D-3B2C-4E2E-83B8-219E9D27E6C6}"/>
              </a:ext>
            </a:extLst>
          </p:cNvPr>
          <p:cNvGraphicFramePr>
            <a:graphicFrameLocks noGrp="1"/>
          </p:cNvGraphicFramePr>
          <p:nvPr>
            <p:extLst>
              <p:ext uri="{D42A27DB-BD31-4B8C-83A1-F6EECF244321}">
                <p14:modId xmlns:p14="http://schemas.microsoft.com/office/powerpoint/2010/main" val="1515529881"/>
              </p:ext>
            </p:extLst>
          </p:nvPr>
        </p:nvGraphicFramePr>
        <p:xfrm>
          <a:off x="467544" y="2420888"/>
          <a:ext cx="7992888" cy="1259840"/>
        </p:xfrm>
        <a:graphic>
          <a:graphicData uri="http://schemas.openxmlformats.org/drawingml/2006/table">
            <a:tbl>
              <a:tblPr rtl="1" firstRow="1" bandRow="1">
                <a:tableStyleId>{5C22544A-7EE6-4342-B048-85BDC9FD1C3A}</a:tableStyleId>
              </a:tblPr>
              <a:tblGrid>
                <a:gridCol w="2597689">
                  <a:extLst>
                    <a:ext uri="{9D8B030D-6E8A-4147-A177-3AD203B41FA5}">
                      <a16:colId xmlns:a16="http://schemas.microsoft.com/office/drawing/2014/main" val="376663258"/>
                    </a:ext>
                  </a:extLst>
                </a:gridCol>
                <a:gridCol w="5395199">
                  <a:extLst>
                    <a:ext uri="{9D8B030D-6E8A-4147-A177-3AD203B41FA5}">
                      <a16:colId xmlns:a16="http://schemas.microsoft.com/office/drawing/2014/main" val="2141017425"/>
                    </a:ext>
                  </a:extLst>
                </a:gridCol>
              </a:tblGrid>
              <a:tr h="370840">
                <a:tc>
                  <a:txBody>
                    <a:bodyPr/>
                    <a:lstStyle/>
                    <a:p>
                      <a:pPr rtl="1"/>
                      <a:r>
                        <a:rPr lang="ar" sz="1400" dirty="0">
                          <a:latin typeface="Sakkal Majalla" panose="02000000000000000000" pitchFamily="2" charset="-78"/>
                          <a:cs typeface="Sakkal Majalla" panose="02000000000000000000" pitchFamily="2" charset="-78"/>
                        </a:rPr>
                        <a:t>أداة/الأسلوب</a:t>
                      </a:r>
                    </a:p>
                  </a:txBody>
                  <a:tcPr/>
                </a:tc>
                <a:tc>
                  <a:txBody>
                    <a:bodyPr/>
                    <a:lstStyle/>
                    <a:p>
                      <a:pPr rtl="1"/>
                      <a:r>
                        <a:rPr lang="ar" sz="1400" dirty="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1366480386"/>
                  </a:ext>
                </a:extLst>
              </a:tr>
              <a:tr h="370840">
                <a:tc>
                  <a:txBody>
                    <a:bodyPr/>
                    <a:lstStyle/>
                    <a:p>
                      <a:pPr rtl="1"/>
                      <a:r>
                        <a:rPr lang="ar" sz="1400" dirty="0">
                          <a:latin typeface="Sakkal Majalla" panose="02000000000000000000" pitchFamily="2" charset="-78"/>
                          <a:cs typeface="Sakkal Majalla" panose="02000000000000000000" pitchFamily="2" charset="-78"/>
                        </a:rPr>
                        <a:t>الوقت المطلوب لتصنيع المنتج (TAKT)</a:t>
                      </a:r>
                    </a:p>
                  </a:txBody>
                  <a:tcPr/>
                </a:tc>
                <a:tc>
                  <a:txBody>
                    <a:bodyPr/>
                    <a:lstStyle/>
                    <a:p>
                      <a:pPr rtl="1"/>
                      <a:r>
                        <a:rPr lang="ar" sz="1400" dirty="0">
                          <a:latin typeface="Sakkal Majalla" panose="02000000000000000000" pitchFamily="2" charset="-78"/>
                          <a:cs typeface="Sakkal Majalla" panose="02000000000000000000" pitchFamily="2" charset="-78"/>
                        </a:rPr>
                        <a:t>يستخدم معدل إنتاج المنتجات لتلبية طلب العملاء لمزامنة عمليات الإنتاج.</a:t>
                      </a:r>
                    </a:p>
                  </a:txBody>
                  <a:tcPr/>
                </a:tc>
                <a:extLst>
                  <a:ext uri="{0D108BD9-81ED-4DB2-BD59-A6C34878D82A}">
                    <a16:rowId xmlns:a16="http://schemas.microsoft.com/office/drawing/2014/main" val="4277462936"/>
                  </a:ext>
                </a:extLst>
              </a:tr>
              <a:tr h="370840">
                <a:tc>
                  <a:txBody>
                    <a:bodyPr/>
                    <a:lstStyle/>
                    <a:p>
                      <a:pPr rtl="1"/>
                      <a:r>
                        <a:rPr lang="ar" sz="1400" dirty="0">
                          <a:latin typeface="Sakkal Majalla" panose="02000000000000000000" pitchFamily="2" charset="-78"/>
                          <a:cs typeface="Sakkal Majalla" panose="02000000000000000000" pitchFamily="2" charset="-78"/>
                        </a:rPr>
                        <a:t>تقليل الإعداد (SUR) /سرعة تغيير الأدوات (SMED)</a:t>
                      </a:r>
                    </a:p>
                  </a:txBody>
                  <a:tcPr/>
                </a:tc>
                <a:tc>
                  <a:txBody>
                    <a:bodyPr/>
                    <a:lstStyle/>
                    <a:p>
                      <a:pPr rtl="1"/>
                      <a:r>
                        <a:rPr lang="ar" sz="1400" dirty="0">
                          <a:latin typeface="Sakkal Majalla" panose="02000000000000000000" pitchFamily="2" charset="-78"/>
                          <a:cs typeface="Sakkal Majalla" panose="02000000000000000000" pitchFamily="2" charset="-78"/>
                        </a:rPr>
                        <a:t>طرق وتقنيات لتقليل الوقت المطلوب لعمليات تغيير المعدات وإعداداتها، ما يقلل وقت التوقف عن العمل.</a:t>
                      </a:r>
                    </a:p>
                  </a:txBody>
                  <a:tcPr/>
                </a:tc>
                <a:extLst>
                  <a:ext uri="{0D108BD9-81ED-4DB2-BD59-A6C34878D82A}">
                    <a16:rowId xmlns:a16="http://schemas.microsoft.com/office/drawing/2014/main" val="3919455128"/>
                  </a:ext>
                </a:extLst>
              </a:tr>
            </a:tbl>
          </a:graphicData>
        </a:graphic>
      </p:graphicFrame>
      <p:pic>
        <p:nvPicPr>
          <p:cNvPr id="5" name="Picture 4" descr="A machine with many buckets&#10;&#10;Description automatically generated with medium confidence">
            <a:extLst>
              <a:ext uri="{FF2B5EF4-FFF2-40B4-BE49-F238E27FC236}">
                <a16:creationId xmlns:a16="http://schemas.microsoft.com/office/drawing/2014/main" id="{92A0E83D-B8AB-03F0-C7C3-3E47A044125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972105" y="4077072"/>
            <a:ext cx="2896039" cy="2353900"/>
          </a:xfrm>
          <a:prstGeom prst="rect">
            <a:avLst/>
          </a:prstGeom>
        </p:spPr>
      </p:pic>
      <p:sp>
        <p:nvSpPr>
          <p:cNvPr id="3" name="Footer Placeholder 2">
            <a:extLst>
              <a:ext uri="{FF2B5EF4-FFF2-40B4-BE49-F238E27FC236}">
                <a16:creationId xmlns:a16="http://schemas.microsoft.com/office/drawing/2014/main" id="{DDEBB55D-51AF-3F5E-B372-47FC88E9221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extLst>
      <p:ext uri="{BB962C8B-B14F-4D97-AF65-F5344CB8AC3E}">
        <p14:creationId xmlns:p14="http://schemas.microsoft.com/office/powerpoint/2010/main" val="2272689223"/>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endParaRPr lang="en-GB" altLang="en-US" sz="4600" kern="0" dirty="0">
              <a:latin typeface="Sakkal Majalla" panose="02000000000000000000" pitchFamily="2" charset="-78"/>
              <a:cs typeface="Sakkal Majalla" panose="02000000000000000000" pitchFamily="2" charset="-78"/>
            </a:endParaRP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3" y="2060848"/>
            <a:ext cx="7991475" cy="3096343"/>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2600" kern="0" dirty="0">
                <a:latin typeface="Sakkal Majalla" panose="02000000000000000000" pitchFamily="2" charset="-78"/>
                <a:cs typeface="Sakkal Majalla" panose="02000000000000000000" pitchFamily="2" charset="-78"/>
              </a:rPr>
              <a:t>الصور</a:t>
            </a:r>
          </a:p>
          <a:p>
            <a:pPr marL="0" indent="0" rtl="1">
              <a:buNone/>
            </a:pP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(دليل الاختصارات: l-يسار، r-يمين، c-وسط، t-أعلى، b-أسفل)</a:t>
            </a:r>
            <a:endParaRPr lang="en-GB" sz="2000" dirty="0">
              <a:effectLst/>
              <a:latin typeface="Sakkal Majalla" panose="02000000000000000000" pitchFamily="2" charset="-78"/>
              <a:ea typeface="Times New Roman" panose="02020603050405020304" pitchFamily="18" charset="0"/>
              <a:cs typeface="Sakkal Majalla" panose="02000000000000000000" pitchFamily="2" charset="-78"/>
            </a:endParaRPr>
          </a:p>
          <a:p>
            <a:pPr marL="0" indent="0" rtl="1">
              <a:buNone/>
            </a:pPr>
            <a:r>
              <a:rPr lang="ar" sz="2000" b="1" dirty="0">
                <a:effectLst/>
                <a:latin typeface="Sakkal Majalla" panose="02000000000000000000" pitchFamily="2" charset="-78"/>
                <a:ea typeface="Times New Roman" panose="02020603050405020304" pitchFamily="18" charset="0"/>
                <a:cs typeface="Sakkal Majalla" panose="02000000000000000000" pitchFamily="2" charset="-78"/>
              </a:rPr>
              <a:t>123آر اف: </a:t>
            </a:r>
            <a:r>
              <a:rPr lang="ar" sz="2000" dirty="0">
                <a:solidFill>
                  <a:srgbClr val="242424"/>
                </a:solidFill>
                <a:effectLst/>
                <a:latin typeface="Sakkal Majalla" panose="02000000000000000000" pitchFamily="2" charset="-78"/>
                <a:ea typeface="Times New Roman" panose="02020603050405020304" pitchFamily="18" charset="0"/>
                <a:cs typeface="Sakkal Majalla" panose="02000000000000000000" pitchFamily="2" charset="-78"/>
              </a:rPr>
              <a:t>ماريو سافويا (شريحة 30)</a:t>
            </a: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a:t>
            </a:r>
            <a:r>
              <a:rPr lang="ar" sz="2000" b="1" dirty="0">
                <a:effectLst/>
                <a:latin typeface="Sakkal Majalla" panose="02000000000000000000" pitchFamily="2" charset="-78"/>
                <a:ea typeface="Times New Roman" panose="02020603050405020304" pitchFamily="18" charset="0"/>
                <a:cs typeface="Sakkal Majalla" panose="02000000000000000000" pitchFamily="2" charset="-78"/>
              </a:rPr>
              <a:t> شترستوك:</a:t>
            </a: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solidFill>
                  <a:srgbClr val="242424"/>
                </a:solidFill>
                <a:effectLst/>
                <a:latin typeface="Sakkal Majalla" panose="02000000000000000000" pitchFamily="2" charset="-78"/>
                <a:ea typeface="Times New Roman" panose="02020603050405020304" pitchFamily="18" charset="0"/>
                <a:cs typeface="Sakkal Majalla" panose="02000000000000000000" pitchFamily="2" charset="-78"/>
              </a:rPr>
              <a:t>باري بارنز (الشريحة 6)، إلكرسيليك (الشريحة 7)، أوريمار (الشريحة 8)، إلينابسل (الشريحة 9)، ينز (الشريحة 10)، فيجوال جنيريشن (الشريحة 12)، ترايماك (الشريحة 13)، جود ستوديو (الشريحة 16)، لايت فيلد ستوديوز (الشريحة 17)، سينسيهو (الشريحة 18)، نيكولينينو (الشريحة 19)، يوري أسوتوف (الشريحة 20)، كلور لايف (الشريحة 21)، MG_Vectors (الشريحة 23)، تونايدور (الشريحة 24)، تروفيلبكس (الشريحة 25)، فورد برفكت (الشريحة 26)، اس اف سي (الشريحة 27)، سوين (الشريحة 28)، روبرت جيه بايرز الثاني (الشريحة 29)، نردال آرت (الشريحة 31)، ايفي45 (الشريحة 32).</a:t>
            </a:r>
            <a:endParaRPr lang="en-GB" sz="2000" dirty="0">
              <a:effectLst/>
              <a:latin typeface="Sakkal Majalla" panose="02000000000000000000" pitchFamily="2" charset="-78"/>
              <a:ea typeface="Times New Roman" panose="02020603050405020304" pitchFamily="18" charset="0"/>
              <a:cs typeface="Sakkal Majalla" panose="02000000000000000000" pitchFamily="2" charset="-78"/>
            </a:endParaRPr>
          </a:p>
          <a:p>
            <a:pPr marL="0" indent="0" rtl="1">
              <a:buFont typeface="Wingdings" panose="05000000000000000000" pitchFamily="2" charset="2"/>
              <a:buNone/>
            </a:pPr>
            <a:endParaRPr lang="en-GB"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6D76311-99EC-636C-75F1-16E17FA2FCF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A103000399209</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_Flow_SignoffStatus xmlns="f63d1639-2e8e-4dfe-b2d4-ff2deac92409" xsi:nil="true"/>
    <AdditionalInfo xmlns="f63d1639-2e8e-4dfe-b2d4-ff2deac92409" xsi:nil="true"/>
  </documentManagement>
</p:properties>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7D4F29B3-3247-4B6B-92AA-169A7549EF42}"/>
</file>

<file path=customXml/itemProps3.xml><?xml version="1.0" encoding="utf-8"?>
<ds:datastoreItem xmlns:ds="http://schemas.openxmlformats.org/officeDocument/2006/customXml" ds:itemID="{4B700610-39F3-4A35-AAF4-C1E1359C0930}">
  <ds:schemaRefs>
    <ds:schemaRef ds:uri="http://schemas.microsoft.com/office/infopath/2007/PartnerControls"/>
    <ds:schemaRef ds:uri="http://purl.org/dc/terms/"/>
    <ds:schemaRef ds:uri="7c1bd8dc-4e40-424f-a15f-9ffcd522197f"/>
    <ds:schemaRef ds:uri="http://schemas.openxmlformats.org/package/2006/metadata/core-properties"/>
    <ds:schemaRef ds:uri="http://purl.org/dc/elements/1.1/"/>
    <ds:schemaRef ds:uri="6125ffc9-2c56-435e-8267-1393444907b2"/>
    <ds:schemaRef ds:uri="http://schemas.microsoft.com/office/2006/documentManagement/types"/>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10112</TotalTime>
  <Words>2478</Words>
  <Application>Microsoft Office PowerPoint</Application>
  <PresentationFormat>On-screen Show (4:3)</PresentationFormat>
  <Paragraphs>378</Paragraphs>
  <Slides>33</Slides>
  <Notes>33</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33</vt:i4>
      </vt:variant>
    </vt:vector>
  </HeadingPairs>
  <TitlesOfParts>
    <vt:vector size="48" baseType="lpstr">
      <vt:lpstr>Arial</vt:lpstr>
      <vt:lpstr>Calibri</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39 أنظمة التصنيع الحديثة</vt:lpstr>
      <vt:lpstr>PowerPoint Presentation</vt:lpstr>
      <vt:lpstr>PowerPoint Presentation</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157</cp:revision>
  <dcterms:created xsi:type="dcterms:W3CDTF">2020-07-15T07:14:47Z</dcterms:created>
  <dcterms:modified xsi:type="dcterms:W3CDTF">2024-09-10T14:56:30Z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