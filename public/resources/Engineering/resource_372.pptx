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1"/>
  </p:notesMasterIdLst>
  <p:sldIdLst>
    <p:sldId id="310" r:id="rId14"/>
    <p:sldId id="311" r:id="rId15"/>
    <p:sldId id="312" r:id="rId16"/>
    <p:sldId id="313" r:id="rId17"/>
    <p:sldId id="314" r:id="rId18"/>
    <p:sldId id="324" r:id="rId19"/>
    <p:sldId id="331" r:id="rId20"/>
    <p:sldId id="332" r:id="rId21"/>
    <p:sldId id="326" r:id="rId22"/>
    <p:sldId id="333" r:id="rId23"/>
    <p:sldId id="334" r:id="rId24"/>
    <p:sldId id="325" r:id="rId25"/>
    <p:sldId id="335" r:id="rId26"/>
    <p:sldId id="336" r:id="rId27"/>
    <p:sldId id="337" r:id="rId28"/>
    <p:sldId id="327" r:id="rId29"/>
    <p:sldId id="338" r:id="rId30"/>
    <p:sldId id="339" r:id="rId31"/>
    <p:sldId id="340" r:id="rId32"/>
    <p:sldId id="328" r:id="rId33"/>
    <p:sldId id="341" r:id="rId34"/>
    <p:sldId id="342" r:id="rId35"/>
    <p:sldId id="329" r:id="rId36"/>
    <p:sldId id="343" r:id="rId37"/>
    <p:sldId id="315" r:id="rId38"/>
    <p:sldId id="316" r:id="rId39"/>
    <p:sldId id="317" r:id="rId40"/>
    <p:sldId id="318" r:id="rId41"/>
    <p:sldId id="319" r:id="rId42"/>
    <p:sldId id="320" r:id="rId43"/>
    <p:sldId id="276" r:id="rId44"/>
    <p:sldId id="330" r:id="rId45"/>
    <p:sldId id="344" r:id="rId46"/>
    <p:sldId id="321" r:id="rId47"/>
    <p:sldId id="322" r:id="rId48"/>
    <p:sldId id="323" r:id="rId49"/>
    <p:sldId id="345" r:id="rId50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2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B197F-974D-478D-A262-8CB9B6B1EF36}" v="2" dt="2023-08-26T21:10:18.15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3" autoAdjust="0"/>
    <p:restoredTop sz="95226" autoAdjust="0"/>
  </p:normalViewPr>
  <p:slideViewPr>
    <p:cSldViewPr>
      <p:cViewPr varScale="1">
        <p:scale>
          <a:sx n="162" d="100"/>
          <a:sy n="162" d="100"/>
        </p:scale>
        <p:origin x="166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6A2B197F-974D-478D-A262-8CB9B6B1EF36}"/>
    <pc:docChg chg="custSel modSld">
      <pc:chgData name="Paul Winser" userId="c3146a91-e6bd-4264-bd86-e164e04bc32d" providerId="ADAL" clId="{6A2B197F-974D-478D-A262-8CB9B6B1EF36}" dt="2023-08-26T21:10:18.154" v="3"/>
      <pc:docMkLst>
        <pc:docMk/>
      </pc:docMkLst>
      <pc:sldChg chg="addSp modSp">
        <pc:chgData name="Paul Winser" userId="c3146a91-e6bd-4264-bd86-e164e04bc32d" providerId="ADAL" clId="{6A2B197F-974D-478D-A262-8CB9B6B1EF36}" dt="2023-08-26T21:10:18.154" v="3"/>
        <pc:sldMkLst>
          <pc:docMk/>
          <pc:sldMk cId="0" sldId="276"/>
        </pc:sldMkLst>
        <pc:picChg chg="add mod">
          <ac:chgData name="Paul Winser" userId="c3146a91-e6bd-4264-bd86-e164e04bc32d" providerId="ADAL" clId="{6A2B197F-974D-478D-A262-8CB9B6B1EF36}" dt="2023-08-26T21:10:18.154" v="3"/>
          <ac:picMkLst>
            <pc:docMk/>
            <pc:sldMk cId="0" sldId="276"/>
            <ac:picMk id="2" creationId="{26025C29-13E3-03AA-1B92-719229869CDC}"/>
          </ac:picMkLst>
        </pc:picChg>
      </pc:sldChg>
      <pc:sldChg chg="addSp delSp modSp mod">
        <pc:chgData name="Paul Winser" userId="c3146a91-e6bd-4264-bd86-e164e04bc32d" providerId="ADAL" clId="{6A2B197F-974D-478D-A262-8CB9B6B1EF36}" dt="2023-08-26T21:10:01.267" v="2"/>
        <pc:sldMkLst>
          <pc:docMk/>
          <pc:sldMk cId="1534088468" sldId="342"/>
        </pc:sldMkLst>
        <pc:spChg chg="mod">
          <ac:chgData name="Paul Winser" userId="c3146a91-e6bd-4264-bd86-e164e04bc32d" providerId="ADAL" clId="{6A2B197F-974D-478D-A262-8CB9B6B1EF36}" dt="2023-08-26T21:10:01.267" v="2"/>
          <ac:spMkLst>
            <pc:docMk/>
            <pc:sldMk cId="1534088468" sldId="342"/>
            <ac:spMk id="7" creationId="{31715738-9956-D055-131D-689260094E2F}"/>
          </ac:spMkLst>
        </pc:spChg>
        <pc:spChg chg="mod">
          <ac:chgData name="Paul Winser" userId="c3146a91-e6bd-4264-bd86-e164e04bc32d" providerId="ADAL" clId="{6A2B197F-974D-478D-A262-8CB9B6B1EF36}" dt="2023-08-26T21:10:01.267" v="2"/>
          <ac:spMkLst>
            <pc:docMk/>
            <pc:sldMk cId="1534088468" sldId="342"/>
            <ac:spMk id="8" creationId="{A287CB9F-B145-22EC-C96C-C5EC5B5CABDE}"/>
          </ac:spMkLst>
        </pc:spChg>
        <pc:spChg chg="mod">
          <ac:chgData name="Paul Winser" userId="c3146a91-e6bd-4264-bd86-e164e04bc32d" providerId="ADAL" clId="{6A2B197F-974D-478D-A262-8CB9B6B1EF36}" dt="2023-08-26T21:10:01.267" v="2"/>
          <ac:spMkLst>
            <pc:docMk/>
            <pc:sldMk cId="1534088468" sldId="342"/>
            <ac:spMk id="9" creationId="{1B20C604-D643-5CFA-F146-0B29C5B2622A}"/>
          </ac:spMkLst>
        </pc:spChg>
        <pc:spChg chg="mod">
          <ac:chgData name="Paul Winser" userId="c3146a91-e6bd-4264-bd86-e164e04bc32d" providerId="ADAL" clId="{6A2B197F-974D-478D-A262-8CB9B6B1EF36}" dt="2023-08-26T21:10:01.267" v="2"/>
          <ac:spMkLst>
            <pc:docMk/>
            <pc:sldMk cId="1534088468" sldId="342"/>
            <ac:spMk id="10" creationId="{E2D18FF5-63A5-0472-6553-7731733B4D5C}"/>
          </ac:spMkLst>
        </pc:spChg>
        <pc:grpChg chg="add mod">
          <ac:chgData name="Paul Winser" userId="c3146a91-e6bd-4264-bd86-e164e04bc32d" providerId="ADAL" clId="{6A2B197F-974D-478D-A262-8CB9B6B1EF36}" dt="2023-08-26T21:10:01.267" v="2"/>
          <ac:grpSpMkLst>
            <pc:docMk/>
            <pc:sldMk cId="1534088468" sldId="342"/>
            <ac:grpSpMk id="4" creationId="{AA009013-4F70-0DBB-4FC7-FBF9E1C0BEBD}"/>
          </ac:grpSpMkLst>
        </pc:grpChg>
        <pc:picChg chg="del ord">
          <ac:chgData name="Paul Winser" userId="c3146a91-e6bd-4264-bd86-e164e04bc32d" providerId="ADAL" clId="{6A2B197F-974D-478D-A262-8CB9B6B1EF36}" dt="2023-08-26T21:10:00.905" v="1" actId="478"/>
          <ac:picMkLst>
            <pc:docMk/>
            <pc:sldMk cId="1534088468" sldId="342"/>
            <ac:picMk id="2" creationId="{C4A15A6D-D2E4-F018-72E1-05FDB1C536B9}"/>
          </ac:picMkLst>
        </pc:picChg>
        <pc:picChg chg="mod">
          <ac:chgData name="Paul Winser" userId="c3146a91-e6bd-4264-bd86-e164e04bc32d" providerId="ADAL" clId="{6A2B197F-974D-478D-A262-8CB9B6B1EF36}" dt="2023-08-26T21:10:01.267" v="2"/>
          <ac:picMkLst>
            <pc:docMk/>
            <pc:sldMk cId="1534088468" sldId="342"/>
            <ac:picMk id="6" creationId="{854437DC-1F94-DFF9-F482-1908EEE01CC7}"/>
          </ac:picMkLst>
        </pc:picChg>
      </pc:sldChg>
    </pc:docChg>
  </pc:docChgLst>
  <pc:docChgLst>
    <pc:chgData name="Paul Winser" userId="S::paul.winser@pearson.com::c3146a91-e6bd-4264-bd86-e164e04bc32d" providerId="AD" clId="Web-{1C574A32-90BE-EDDC-BE37-5E028AADF2D2}"/>
    <pc:docChg chg="modSld">
      <pc:chgData name="Paul Winser" userId="S::paul.winser@pearson.com::c3146a91-e6bd-4264-bd86-e164e04bc32d" providerId="AD" clId="Web-{1C574A32-90BE-EDDC-BE37-5E028AADF2D2}" dt="2023-08-22T15:57:00.667" v="0" actId="1076"/>
      <pc:docMkLst>
        <pc:docMk/>
      </pc:docMkLst>
      <pc:sldChg chg="modSp">
        <pc:chgData name="Paul Winser" userId="S::paul.winser@pearson.com::c3146a91-e6bd-4264-bd86-e164e04bc32d" providerId="AD" clId="Web-{1C574A32-90BE-EDDC-BE37-5E028AADF2D2}" dt="2023-08-22T15:57:00.667" v="0" actId="1076"/>
        <pc:sldMkLst>
          <pc:docMk/>
          <pc:sldMk cId="1909563961" sldId="321"/>
        </pc:sldMkLst>
        <pc:spChg chg="mod">
          <ac:chgData name="Paul Winser" userId="S::paul.winser@pearson.com::c3146a91-e6bd-4264-bd86-e164e04bc32d" providerId="AD" clId="Web-{1C574A32-90BE-EDDC-BE37-5E028AADF2D2}" dt="2023-08-22T15:57:00.667" v="0" actId="1076"/>
          <ac:spMkLst>
            <pc:docMk/>
            <pc:sldMk cId="1909563961" sldId="321"/>
            <ac:spMk id="9" creationId="{4BA00321-544D-0948-ED68-12F2AD52870E}"/>
          </ac:spMkLst>
        </pc:spChg>
      </pc:sldChg>
    </pc:docChg>
  </pc:docChgLst>
  <pc:docChgLst>
    <pc:chgData name="Paul Winser" userId="c3146a91-e6bd-4264-bd86-e164e04bc32d" providerId="ADAL" clId="{8AEAEA33-E5E2-4153-BD28-5E4CAD09E12B}"/>
    <pc:docChg chg="custSel modSld">
      <pc:chgData name="Paul Winser" userId="c3146a91-e6bd-4264-bd86-e164e04bc32d" providerId="ADAL" clId="{8AEAEA33-E5E2-4153-BD28-5E4CAD09E12B}" dt="2023-08-21T14:31:37.981" v="166"/>
      <pc:docMkLst>
        <pc:docMk/>
      </pc:docMkLst>
      <pc:sldChg chg="addSp delSp modSp mod">
        <pc:chgData name="Paul Winser" userId="c3146a91-e6bd-4264-bd86-e164e04bc32d" providerId="ADAL" clId="{8AEAEA33-E5E2-4153-BD28-5E4CAD09E12B}" dt="2023-08-21T14:31:31.239" v="161"/>
        <pc:sldMkLst>
          <pc:docMk/>
          <pc:sldMk cId="0" sldId="276"/>
        </pc:sldMkLst>
        <pc:spChg chg="add mod">
          <ac:chgData name="Paul Winser" userId="c3146a91-e6bd-4264-bd86-e164e04bc32d" providerId="ADAL" clId="{8AEAEA33-E5E2-4153-BD28-5E4CAD09E12B}" dt="2023-08-21T14:31:31.239" v="161"/>
          <ac:spMkLst>
            <pc:docMk/>
            <pc:sldMk cId="0" sldId="276"/>
            <ac:spMk id="4" creationId="{DDAC5A84-6B6F-587D-22D1-E5EBC279240A}"/>
          </ac:spMkLst>
        </pc:spChg>
        <pc:picChg chg="add mod">
          <ac:chgData name="Paul Winser" userId="c3146a91-e6bd-4264-bd86-e164e04bc32d" providerId="ADAL" clId="{8AEAEA33-E5E2-4153-BD28-5E4CAD09E12B}" dt="2023-08-21T14:27:58.384" v="95" actId="14100"/>
          <ac:picMkLst>
            <pc:docMk/>
            <pc:sldMk cId="0" sldId="276"/>
            <ac:picMk id="2" creationId="{63A91927-E093-51AC-9CEC-77F7D8CCCA07}"/>
          </ac:picMkLst>
        </pc:picChg>
        <pc:picChg chg="del">
          <ac:chgData name="Paul Winser" userId="c3146a91-e6bd-4264-bd86-e164e04bc32d" providerId="ADAL" clId="{8AEAEA33-E5E2-4153-BD28-5E4CAD09E12B}" dt="2023-08-21T14:27:53.486" v="92" actId="478"/>
          <ac:picMkLst>
            <pc:docMk/>
            <pc:sldMk cId="0" sldId="276"/>
            <ac:picMk id="3" creationId="{80884D40-6720-D14A-87EB-9CBBB4042DE6}"/>
          </ac:picMkLst>
        </pc:picChg>
      </pc:sldChg>
      <pc:sldChg chg="addSp modSp">
        <pc:chgData name="Paul Winser" userId="c3146a91-e6bd-4264-bd86-e164e04bc32d" providerId="ADAL" clId="{8AEAEA33-E5E2-4153-BD28-5E4CAD09E12B}" dt="2023-08-21T14:30:40.827" v="131"/>
        <pc:sldMkLst>
          <pc:docMk/>
          <pc:sldMk cId="0" sldId="310"/>
        </pc:sldMkLst>
        <pc:spChg chg="add mod">
          <ac:chgData name="Paul Winser" userId="c3146a91-e6bd-4264-bd86-e164e04bc32d" providerId="ADAL" clId="{8AEAEA33-E5E2-4153-BD28-5E4CAD09E12B}" dt="2023-08-21T14:30:40.827" v="131"/>
          <ac:spMkLst>
            <pc:docMk/>
            <pc:sldMk cId="0" sldId="310"/>
            <ac:spMk id="3" creationId="{53F2FB24-F17F-CB58-CD61-F49DBB258C5B}"/>
          </ac:spMkLst>
        </pc:spChg>
      </pc:sldChg>
      <pc:sldChg chg="addSp modSp">
        <pc:chgData name="Paul Winser" userId="c3146a91-e6bd-4264-bd86-e164e04bc32d" providerId="ADAL" clId="{8AEAEA33-E5E2-4153-BD28-5E4CAD09E12B}" dt="2023-08-21T14:30:42.308" v="132"/>
        <pc:sldMkLst>
          <pc:docMk/>
          <pc:sldMk cId="0" sldId="311"/>
        </pc:sldMkLst>
        <pc:spChg chg="add mod">
          <ac:chgData name="Paul Winser" userId="c3146a91-e6bd-4264-bd86-e164e04bc32d" providerId="ADAL" clId="{8AEAEA33-E5E2-4153-BD28-5E4CAD09E12B}" dt="2023-08-21T14:30:42.308" v="132"/>
          <ac:spMkLst>
            <pc:docMk/>
            <pc:sldMk cId="0" sldId="311"/>
            <ac:spMk id="2" creationId="{F4F49AE1-498F-FBAA-39F4-74A750D3FF3A}"/>
          </ac:spMkLst>
        </pc:spChg>
      </pc:sldChg>
      <pc:sldChg chg="addSp modSp">
        <pc:chgData name="Paul Winser" userId="c3146a91-e6bd-4264-bd86-e164e04bc32d" providerId="ADAL" clId="{8AEAEA33-E5E2-4153-BD28-5E4CAD09E12B}" dt="2023-08-21T14:30:43.320" v="133"/>
        <pc:sldMkLst>
          <pc:docMk/>
          <pc:sldMk cId="0" sldId="312"/>
        </pc:sldMkLst>
        <pc:spChg chg="add mod">
          <ac:chgData name="Paul Winser" userId="c3146a91-e6bd-4264-bd86-e164e04bc32d" providerId="ADAL" clId="{8AEAEA33-E5E2-4153-BD28-5E4CAD09E12B}" dt="2023-08-21T14:30:43.320" v="133"/>
          <ac:spMkLst>
            <pc:docMk/>
            <pc:sldMk cId="0" sldId="312"/>
            <ac:spMk id="2" creationId="{B1859E93-A453-982D-6DEE-AE6EE16D44F7}"/>
          </ac:spMkLst>
        </pc:spChg>
      </pc:sldChg>
      <pc:sldChg chg="addSp modSp">
        <pc:chgData name="Paul Winser" userId="c3146a91-e6bd-4264-bd86-e164e04bc32d" providerId="ADAL" clId="{8AEAEA33-E5E2-4153-BD28-5E4CAD09E12B}" dt="2023-08-21T14:30:44.510" v="134"/>
        <pc:sldMkLst>
          <pc:docMk/>
          <pc:sldMk cId="0" sldId="313"/>
        </pc:sldMkLst>
        <pc:spChg chg="add mod">
          <ac:chgData name="Paul Winser" userId="c3146a91-e6bd-4264-bd86-e164e04bc32d" providerId="ADAL" clId="{8AEAEA33-E5E2-4153-BD28-5E4CAD09E12B}" dt="2023-08-21T14:30:44.510" v="134"/>
          <ac:spMkLst>
            <pc:docMk/>
            <pc:sldMk cId="0" sldId="313"/>
            <ac:spMk id="2" creationId="{0F7B6C88-5038-FC1A-08E3-6380490792C1}"/>
          </ac:spMkLst>
        </pc:spChg>
      </pc:sldChg>
      <pc:sldChg chg="addSp delSp modSp mod">
        <pc:chgData name="Paul Winser" userId="c3146a91-e6bd-4264-bd86-e164e04bc32d" providerId="ADAL" clId="{8AEAEA33-E5E2-4153-BD28-5E4CAD09E12B}" dt="2023-08-21T14:30:46.545" v="135"/>
        <pc:sldMkLst>
          <pc:docMk/>
          <pc:sldMk cId="2127562047" sldId="314"/>
        </pc:sldMkLst>
        <pc:spChg chg="add mod">
          <ac:chgData name="Paul Winser" userId="c3146a91-e6bd-4264-bd86-e164e04bc32d" providerId="ADAL" clId="{8AEAEA33-E5E2-4153-BD28-5E4CAD09E12B}" dt="2023-08-21T14:30:46.545" v="135"/>
          <ac:spMkLst>
            <pc:docMk/>
            <pc:sldMk cId="2127562047" sldId="314"/>
            <ac:spMk id="5" creationId="{5CC37A0E-BBE8-A752-FE0D-3C9FD47A6F9E}"/>
          </ac:spMkLst>
        </pc:spChg>
        <pc:picChg chg="add mod">
          <ac:chgData name="Paul Winser" userId="c3146a91-e6bd-4264-bd86-e164e04bc32d" providerId="ADAL" clId="{8AEAEA33-E5E2-4153-BD28-5E4CAD09E12B}" dt="2023-08-21T14:18:11.798" v="2" actId="1076"/>
          <ac:picMkLst>
            <pc:docMk/>
            <pc:sldMk cId="2127562047" sldId="314"/>
            <ac:picMk id="2" creationId="{D6AEC212-47B5-40B9-9A01-4955B2842BEF}"/>
          </ac:picMkLst>
        </pc:picChg>
        <pc:picChg chg="del">
          <ac:chgData name="Paul Winser" userId="c3146a91-e6bd-4264-bd86-e164e04bc32d" providerId="ADAL" clId="{8AEAEA33-E5E2-4153-BD28-5E4CAD09E12B}" dt="2023-08-21T14:18:05.409" v="0" actId="478"/>
          <ac:picMkLst>
            <pc:docMk/>
            <pc:sldMk cId="2127562047" sldId="314"/>
            <ac:picMk id="3" creationId="{8864A9D0-0611-58BD-CDC8-EFA40F2DC202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22.028" v="155"/>
        <pc:sldMkLst>
          <pc:docMk/>
          <pc:sldMk cId="299604946" sldId="315"/>
        </pc:sldMkLst>
        <pc:spChg chg="add mod">
          <ac:chgData name="Paul Winser" userId="c3146a91-e6bd-4264-bd86-e164e04bc32d" providerId="ADAL" clId="{8AEAEA33-E5E2-4153-BD28-5E4CAD09E12B}" dt="2023-08-21T14:31:22.028" v="155"/>
          <ac:spMkLst>
            <pc:docMk/>
            <pc:sldMk cId="299604946" sldId="315"/>
            <ac:spMk id="6" creationId="{9A064289-CC27-7D05-BEBC-15E66FDAC0B3}"/>
          </ac:spMkLst>
        </pc:spChg>
        <pc:picChg chg="add del mod">
          <ac:chgData name="Paul Winser" userId="c3146a91-e6bd-4264-bd86-e164e04bc32d" providerId="ADAL" clId="{8AEAEA33-E5E2-4153-BD28-5E4CAD09E12B}" dt="2023-08-21T14:28:37.032" v="99" actId="478"/>
          <ac:picMkLst>
            <pc:docMk/>
            <pc:sldMk cId="299604946" sldId="315"/>
            <ac:picMk id="4" creationId="{B639236A-AE85-6035-9BA6-46618E3C384A}"/>
          </ac:picMkLst>
        </pc:picChg>
        <pc:picChg chg="add mod">
          <ac:chgData name="Paul Winser" userId="c3146a91-e6bd-4264-bd86-e164e04bc32d" providerId="ADAL" clId="{8AEAEA33-E5E2-4153-BD28-5E4CAD09E12B}" dt="2023-08-21T14:28:46.232" v="104" actId="1076"/>
          <ac:picMkLst>
            <pc:docMk/>
            <pc:sldMk cId="299604946" sldId="315"/>
            <ac:picMk id="5" creationId="{18E3E005-3832-8244-3793-B9358401B661}"/>
          </ac:picMkLst>
        </pc:picChg>
        <pc:picChg chg="del">
          <ac:chgData name="Paul Winser" userId="c3146a91-e6bd-4264-bd86-e164e04bc32d" providerId="ADAL" clId="{8AEAEA33-E5E2-4153-BD28-5E4CAD09E12B}" dt="2023-08-21T14:24:43.208" v="70" actId="478"/>
          <ac:picMkLst>
            <pc:docMk/>
            <pc:sldMk cId="299604946" sldId="315"/>
            <ac:picMk id="10" creationId="{62E62ABF-A949-D3CA-905E-9B595656B0B5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23.231" v="156"/>
        <pc:sldMkLst>
          <pc:docMk/>
          <pc:sldMk cId="2646750393" sldId="316"/>
        </pc:sldMkLst>
        <pc:spChg chg="add mod">
          <ac:chgData name="Paul Winser" userId="c3146a91-e6bd-4264-bd86-e164e04bc32d" providerId="ADAL" clId="{8AEAEA33-E5E2-4153-BD28-5E4CAD09E12B}" dt="2023-08-21T14:31:23.231" v="156"/>
          <ac:spMkLst>
            <pc:docMk/>
            <pc:sldMk cId="2646750393" sldId="316"/>
            <ac:spMk id="5" creationId="{D8F5B82A-5D09-6FB0-6A90-F5376B4180A2}"/>
          </ac:spMkLst>
        </pc:spChg>
        <pc:picChg chg="add mod">
          <ac:chgData name="Paul Winser" userId="c3146a91-e6bd-4264-bd86-e164e04bc32d" providerId="ADAL" clId="{8AEAEA33-E5E2-4153-BD28-5E4CAD09E12B}" dt="2023-08-21T14:28:52.082" v="106" actId="1076"/>
          <ac:picMkLst>
            <pc:docMk/>
            <pc:sldMk cId="2646750393" sldId="316"/>
            <ac:picMk id="4" creationId="{570A69E1-7DD9-4B4C-820A-86A6B63DBB4B}"/>
          </ac:picMkLst>
        </pc:picChg>
        <pc:picChg chg="del">
          <ac:chgData name="Paul Winser" userId="c3146a91-e6bd-4264-bd86-e164e04bc32d" providerId="ADAL" clId="{8AEAEA33-E5E2-4153-BD28-5E4CAD09E12B}" dt="2023-08-21T14:25:12.829" v="73" actId="478"/>
          <ac:picMkLst>
            <pc:docMk/>
            <pc:sldMk cId="2646750393" sldId="316"/>
            <ac:picMk id="7" creationId="{07C62968-9AEF-CBDE-90A9-0846F0ABBC70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24.684" v="157"/>
        <pc:sldMkLst>
          <pc:docMk/>
          <pc:sldMk cId="1767976727" sldId="317"/>
        </pc:sldMkLst>
        <pc:spChg chg="add mod">
          <ac:chgData name="Paul Winser" userId="c3146a91-e6bd-4264-bd86-e164e04bc32d" providerId="ADAL" clId="{8AEAEA33-E5E2-4153-BD28-5E4CAD09E12B}" dt="2023-08-21T14:31:24.684" v="157"/>
          <ac:spMkLst>
            <pc:docMk/>
            <pc:sldMk cId="1767976727" sldId="317"/>
            <ac:spMk id="4" creationId="{05FFEA09-6FD1-2DB1-51E4-4B0588C42AFC}"/>
          </ac:spMkLst>
        </pc:spChg>
        <pc:picChg chg="add mod">
          <ac:chgData name="Paul Winser" userId="c3146a91-e6bd-4264-bd86-e164e04bc32d" providerId="ADAL" clId="{8AEAEA33-E5E2-4153-BD28-5E4CAD09E12B}" dt="2023-08-21T14:25:41.305" v="82" actId="1076"/>
          <ac:picMkLst>
            <pc:docMk/>
            <pc:sldMk cId="1767976727" sldId="317"/>
            <ac:picMk id="3" creationId="{231970E7-381C-3EB4-F453-9A8A20D5AD80}"/>
          </ac:picMkLst>
        </pc:picChg>
        <pc:picChg chg="del">
          <ac:chgData name="Paul Winser" userId="c3146a91-e6bd-4264-bd86-e164e04bc32d" providerId="ADAL" clId="{8AEAEA33-E5E2-4153-BD28-5E4CAD09E12B}" dt="2023-08-21T14:25:30.346" v="77" actId="478"/>
          <ac:picMkLst>
            <pc:docMk/>
            <pc:sldMk cId="1767976727" sldId="317"/>
            <ac:picMk id="8" creationId="{12FC998D-8221-CFE0-5084-1310763BEBB6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26.169" v="158"/>
        <pc:sldMkLst>
          <pc:docMk/>
          <pc:sldMk cId="1938035705" sldId="318"/>
        </pc:sldMkLst>
        <pc:spChg chg="add mod">
          <ac:chgData name="Paul Winser" userId="c3146a91-e6bd-4264-bd86-e164e04bc32d" providerId="ADAL" clId="{8AEAEA33-E5E2-4153-BD28-5E4CAD09E12B}" dt="2023-08-21T14:31:26.169" v="158"/>
          <ac:spMkLst>
            <pc:docMk/>
            <pc:sldMk cId="1938035705" sldId="318"/>
            <ac:spMk id="5" creationId="{FBDD2827-3D5F-F8E0-189E-9B5958568D89}"/>
          </ac:spMkLst>
        </pc:spChg>
        <pc:picChg chg="add mod">
          <ac:chgData name="Paul Winser" userId="c3146a91-e6bd-4264-bd86-e164e04bc32d" providerId="ADAL" clId="{8AEAEA33-E5E2-4153-BD28-5E4CAD09E12B}" dt="2023-08-21T14:25:51.034" v="85" actId="1076"/>
          <ac:picMkLst>
            <pc:docMk/>
            <pc:sldMk cId="1938035705" sldId="318"/>
            <ac:picMk id="3" creationId="{6BDF91DD-87FE-6025-D534-C7232C8B9634}"/>
          </ac:picMkLst>
        </pc:picChg>
        <pc:picChg chg="del">
          <ac:chgData name="Paul Winser" userId="c3146a91-e6bd-4264-bd86-e164e04bc32d" providerId="ADAL" clId="{8AEAEA33-E5E2-4153-BD28-5E4CAD09E12B}" dt="2023-08-21T14:25:48.013" v="83" actId="478"/>
          <ac:picMkLst>
            <pc:docMk/>
            <pc:sldMk cId="1938035705" sldId="318"/>
            <ac:picMk id="4" creationId="{B7079F83-F521-DF9D-83C4-005A2291D1FA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28.032" v="159"/>
        <pc:sldMkLst>
          <pc:docMk/>
          <pc:sldMk cId="3650140836" sldId="319"/>
        </pc:sldMkLst>
        <pc:spChg chg="mod">
          <ac:chgData name="Paul Winser" userId="c3146a91-e6bd-4264-bd86-e164e04bc32d" providerId="ADAL" clId="{8AEAEA33-E5E2-4153-BD28-5E4CAD09E12B}" dt="2023-08-21T14:30:01.261" v="125" actId="1076"/>
          <ac:spMkLst>
            <pc:docMk/>
            <pc:sldMk cId="3650140836" sldId="319"/>
            <ac:spMk id="2" creationId="{6C63A42E-F6B7-B3C6-44A8-9A70AA336A28}"/>
          </ac:spMkLst>
        </pc:spChg>
        <pc:spChg chg="mod">
          <ac:chgData name="Paul Winser" userId="c3146a91-e6bd-4264-bd86-e164e04bc32d" providerId="ADAL" clId="{8AEAEA33-E5E2-4153-BD28-5E4CAD09E12B}" dt="2023-08-21T14:30:17.592" v="129" actId="1076"/>
          <ac:spMkLst>
            <pc:docMk/>
            <pc:sldMk cId="3650140836" sldId="319"/>
            <ac:spMk id="3" creationId="{1D209DCD-66D1-BC63-9C04-1C5AA0BC4BBA}"/>
          </ac:spMkLst>
        </pc:spChg>
        <pc:spChg chg="mod">
          <ac:chgData name="Paul Winser" userId="c3146a91-e6bd-4264-bd86-e164e04bc32d" providerId="ADAL" clId="{8AEAEA33-E5E2-4153-BD28-5E4CAD09E12B}" dt="2023-08-21T14:30:07.305" v="127" actId="1076"/>
          <ac:spMkLst>
            <pc:docMk/>
            <pc:sldMk cId="3650140836" sldId="319"/>
            <ac:spMk id="4" creationId="{B9EDB79D-F1E0-6109-66D3-F4543055DE04}"/>
          </ac:spMkLst>
        </pc:spChg>
        <pc:spChg chg="add mod">
          <ac:chgData name="Paul Winser" userId="c3146a91-e6bd-4264-bd86-e164e04bc32d" providerId="ADAL" clId="{8AEAEA33-E5E2-4153-BD28-5E4CAD09E12B}" dt="2023-08-21T14:31:28.032" v="159"/>
          <ac:spMkLst>
            <pc:docMk/>
            <pc:sldMk cId="3650140836" sldId="319"/>
            <ac:spMk id="9" creationId="{D867DB67-F4EA-ED14-161E-1365BE0C9376}"/>
          </ac:spMkLst>
        </pc:spChg>
        <pc:spChg chg="mod">
          <ac:chgData name="Paul Winser" userId="c3146a91-e6bd-4264-bd86-e164e04bc32d" providerId="ADAL" clId="{8AEAEA33-E5E2-4153-BD28-5E4CAD09E12B}" dt="2023-08-21T14:30:04.145" v="126" actId="1076"/>
          <ac:spMkLst>
            <pc:docMk/>
            <pc:sldMk cId="3650140836" sldId="319"/>
            <ac:spMk id="11" creationId="{D1D6755F-5382-3609-FAA7-03B288F241E5}"/>
          </ac:spMkLst>
        </pc:spChg>
        <pc:spChg chg="mod">
          <ac:chgData name="Paul Winser" userId="c3146a91-e6bd-4264-bd86-e164e04bc32d" providerId="ADAL" clId="{8AEAEA33-E5E2-4153-BD28-5E4CAD09E12B}" dt="2023-08-21T14:30:22.156" v="130" actId="1076"/>
          <ac:spMkLst>
            <pc:docMk/>
            <pc:sldMk cId="3650140836" sldId="319"/>
            <ac:spMk id="12" creationId="{1E9E8846-1466-C131-38A6-8923C397408D}"/>
          </ac:spMkLst>
        </pc:spChg>
        <pc:spChg chg="mod">
          <ac:chgData name="Paul Winser" userId="c3146a91-e6bd-4264-bd86-e164e04bc32d" providerId="ADAL" clId="{8AEAEA33-E5E2-4153-BD28-5E4CAD09E12B}" dt="2023-08-21T14:30:13.929" v="128" actId="1076"/>
          <ac:spMkLst>
            <pc:docMk/>
            <pc:sldMk cId="3650140836" sldId="319"/>
            <ac:spMk id="36867" creationId="{35F9495F-EE7B-F3C4-24AE-86462BA264A8}"/>
          </ac:spMkLst>
        </pc:spChg>
        <pc:picChg chg="del">
          <ac:chgData name="Paul Winser" userId="c3146a91-e6bd-4264-bd86-e164e04bc32d" providerId="ADAL" clId="{8AEAEA33-E5E2-4153-BD28-5E4CAD09E12B}" dt="2023-08-21T14:27:23.528" v="86" actId="478"/>
          <ac:picMkLst>
            <pc:docMk/>
            <pc:sldMk cId="3650140836" sldId="319"/>
            <ac:picMk id="6" creationId="{9C28C8D5-82C2-EC67-D3B1-DCEA0A848D5F}"/>
          </ac:picMkLst>
        </pc:picChg>
        <pc:picChg chg="add del mod">
          <ac:chgData name="Paul Winser" userId="c3146a91-e6bd-4264-bd86-e164e04bc32d" providerId="ADAL" clId="{8AEAEA33-E5E2-4153-BD28-5E4CAD09E12B}" dt="2023-08-21T14:29:54.013" v="121" actId="478"/>
          <ac:picMkLst>
            <pc:docMk/>
            <pc:sldMk cId="3650140836" sldId="319"/>
            <ac:picMk id="7" creationId="{48B3433F-6F68-6B67-60C1-744A0DD1D065}"/>
          </ac:picMkLst>
        </pc:picChg>
        <pc:picChg chg="add mod">
          <ac:chgData name="Paul Winser" userId="c3146a91-e6bd-4264-bd86-e164e04bc32d" providerId="ADAL" clId="{8AEAEA33-E5E2-4153-BD28-5E4CAD09E12B}" dt="2023-08-21T14:29:58.001" v="124" actId="1076"/>
          <ac:picMkLst>
            <pc:docMk/>
            <pc:sldMk cId="3650140836" sldId="319"/>
            <ac:picMk id="8" creationId="{09E954C7-F4EB-E3B8-8B87-A3F4763EB71D}"/>
          </ac:picMkLst>
        </pc:picChg>
      </pc:sldChg>
      <pc:sldChg chg="addSp modSp">
        <pc:chgData name="Paul Winser" userId="c3146a91-e6bd-4264-bd86-e164e04bc32d" providerId="ADAL" clId="{8AEAEA33-E5E2-4153-BD28-5E4CAD09E12B}" dt="2023-08-21T14:31:30.129" v="160"/>
        <pc:sldMkLst>
          <pc:docMk/>
          <pc:sldMk cId="324106407" sldId="320"/>
        </pc:sldMkLst>
        <pc:spChg chg="add mod">
          <ac:chgData name="Paul Winser" userId="c3146a91-e6bd-4264-bd86-e164e04bc32d" providerId="ADAL" clId="{8AEAEA33-E5E2-4153-BD28-5E4CAD09E12B}" dt="2023-08-21T14:31:30.129" v="160"/>
          <ac:spMkLst>
            <pc:docMk/>
            <pc:sldMk cId="324106407" sldId="320"/>
            <ac:spMk id="2" creationId="{F261E036-7541-ECEE-F3D0-DD5A3AC3FC7D}"/>
          </ac:spMkLst>
        </pc:spChg>
      </pc:sldChg>
      <pc:sldChg chg="addSp modSp">
        <pc:chgData name="Paul Winser" userId="c3146a91-e6bd-4264-bd86-e164e04bc32d" providerId="ADAL" clId="{8AEAEA33-E5E2-4153-BD28-5E4CAD09E12B}" dt="2023-08-21T14:31:35.316" v="164"/>
        <pc:sldMkLst>
          <pc:docMk/>
          <pc:sldMk cId="1909563961" sldId="321"/>
        </pc:sldMkLst>
        <pc:spChg chg="add mod">
          <ac:chgData name="Paul Winser" userId="c3146a91-e6bd-4264-bd86-e164e04bc32d" providerId="ADAL" clId="{8AEAEA33-E5E2-4153-BD28-5E4CAD09E12B}" dt="2023-08-21T14:31:35.316" v="164"/>
          <ac:spMkLst>
            <pc:docMk/>
            <pc:sldMk cId="1909563961" sldId="321"/>
            <ac:spMk id="8" creationId="{ADDAEF15-6C78-DC6C-C9ED-A997C5177C2A}"/>
          </ac:spMkLst>
        </pc:spChg>
      </pc:sldChg>
      <pc:sldChg chg="addSp delSp modSp mod">
        <pc:chgData name="Paul Winser" userId="c3146a91-e6bd-4264-bd86-e164e04bc32d" providerId="ADAL" clId="{8AEAEA33-E5E2-4153-BD28-5E4CAD09E12B}" dt="2023-08-21T14:31:37.475" v="165"/>
        <pc:sldMkLst>
          <pc:docMk/>
          <pc:sldMk cId="927389733" sldId="322"/>
        </pc:sldMkLst>
        <pc:spChg chg="add mod">
          <ac:chgData name="Paul Winser" userId="c3146a91-e6bd-4264-bd86-e164e04bc32d" providerId="ADAL" clId="{8AEAEA33-E5E2-4153-BD28-5E4CAD09E12B}" dt="2023-08-21T14:31:37.475" v="165"/>
          <ac:spMkLst>
            <pc:docMk/>
            <pc:sldMk cId="927389733" sldId="322"/>
            <ac:spMk id="5" creationId="{262438F1-6B3F-D0BD-80D3-1B4D4C8C8791}"/>
          </ac:spMkLst>
        </pc:spChg>
        <pc:picChg chg="add mod ord">
          <ac:chgData name="Paul Winser" userId="c3146a91-e6bd-4264-bd86-e164e04bc32d" providerId="ADAL" clId="{8AEAEA33-E5E2-4153-BD28-5E4CAD09E12B}" dt="2023-08-21T14:29:27.680" v="115" actId="1076"/>
          <ac:picMkLst>
            <pc:docMk/>
            <pc:sldMk cId="927389733" sldId="322"/>
            <ac:picMk id="2" creationId="{E4C79010-89E4-CE46-A1F3-869B2D459646}"/>
          </ac:picMkLst>
        </pc:picChg>
        <pc:picChg chg="add mod ord">
          <ac:chgData name="Paul Winser" userId="c3146a91-e6bd-4264-bd86-e164e04bc32d" providerId="ADAL" clId="{8AEAEA33-E5E2-4153-BD28-5E4CAD09E12B}" dt="2023-08-21T14:29:12.970" v="113" actId="1076"/>
          <ac:picMkLst>
            <pc:docMk/>
            <pc:sldMk cId="927389733" sldId="322"/>
            <ac:picMk id="3" creationId="{5119225D-3109-2529-2EF6-A72D5281C246}"/>
          </ac:picMkLst>
        </pc:picChg>
        <pc:picChg chg="del">
          <ac:chgData name="Paul Winser" userId="c3146a91-e6bd-4264-bd86-e164e04bc32d" providerId="ADAL" clId="{8AEAEA33-E5E2-4153-BD28-5E4CAD09E12B}" dt="2023-08-21T14:28:17.821" v="96" actId="478"/>
          <ac:picMkLst>
            <pc:docMk/>
            <pc:sldMk cId="927389733" sldId="322"/>
            <ac:picMk id="4" creationId="{877192EF-65CF-8F56-1B2D-B443097E779C}"/>
          </ac:picMkLst>
        </pc:picChg>
        <pc:picChg chg="del">
          <ac:chgData name="Paul Winser" userId="c3146a91-e6bd-4264-bd86-e164e04bc32d" providerId="ADAL" clId="{8AEAEA33-E5E2-4153-BD28-5E4CAD09E12B}" dt="2023-08-21T14:29:00.749" v="107" actId="478"/>
          <ac:picMkLst>
            <pc:docMk/>
            <pc:sldMk cId="927389733" sldId="322"/>
            <ac:picMk id="11" creationId="{F8F2539E-0DB0-E0B2-E5A9-4CC29A9D8A77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37.981" v="166"/>
        <pc:sldMkLst>
          <pc:docMk/>
          <pc:sldMk cId="3869414918" sldId="323"/>
        </pc:sldMkLst>
        <pc:spChg chg="add mod">
          <ac:chgData name="Paul Winser" userId="c3146a91-e6bd-4264-bd86-e164e04bc32d" providerId="ADAL" clId="{8AEAEA33-E5E2-4153-BD28-5E4CAD09E12B}" dt="2023-08-21T14:31:37.981" v="166"/>
          <ac:spMkLst>
            <pc:docMk/>
            <pc:sldMk cId="3869414918" sldId="323"/>
            <ac:spMk id="8" creationId="{94502CC3-660D-ACC3-38B9-A67ABAEA1515}"/>
          </ac:spMkLst>
        </pc:spChg>
        <pc:picChg chg="add mod">
          <ac:chgData name="Paul Winser" userId="c3146a91-e6bd-4264-bd86-e164e04bc32d" providerId="ADAL" clId="{8AEAEA33-E5E2-4153-BD28-5E4CAD09E12B}" dt="2023-08-21T14:29:47.151" v="120" actId="1076"/>
          <ac:picMkLst>
            <pc:docMk/>
            <pc:sldMk cId="3869414918" sldId="323"/>
            <ac:picMk id="5" creationId="{9095E28F-5924-EBCE-AAF6-39EB8C7749DF}"/>
          </ac:picMkLst>
        </pc:picChg>
        <pc:picChg chg="del">
          <ac:chgData name="Paul Winser" userId="c3146a91-e6bd-4264-bd86-e164e04bc32d" providerId="ADAL" clId="{8AEAEA33-E5E2-4153-BD28-5E4CAD09E12B}" dt="2023-08-21T14:29:40.061" v="116" actId="478"/>
          <ac:picMkLst>
            <pc:docMk/>
            <pc:sldMk cId="3869414918" sldId="323"/>
            <ac:picMk id="6" creationId="{9C28C8D5-82C2-EC67-D3B1-DCEA0A848D5F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48.182" v="136"/>
        <pc:sldMkLst>
          <pc:docMk/>
          <pc:sldMk cId="2855025772" sldId="324"/>
        </pc:sldMkLst>
        <pc:spChg chg="add mod">
          <ac:chgData name="Paul Winser" userId="c3146a91-e6bd-4264-bd86-e164e04bc32d" providerId="ADAL" clId="{8AEAEA33-E5E2-4153-BD28-5E4CAD09E12B}" dt="2023-08-21T14:30:48.182" v="136"/>
          <ac:spMkLst>
            <pc:docMk/>
            <pc:sldMk cId="2855025772" sldId="324"/>
            <ac:spMk id="3" creationId="{DCFBA687-A91E-4E86-63F6-69D617092838}"/>
          </ac:spMkLst>
        </pc:spChg>
        <pc:picChg chg="add mod">
          <ac:chgData name="Paul Winser" userId="c3146a91-e6bd-4264-bd86-e164e04bc32d" providerId="ADAL" clId="{8AEAEA33-E5E2-4153-BD28-5E4CAD09E12B}" dt="2023-08-21T14:18:25.544" v="5" actId="1076"/>
          <ac:picMkLst>
            <pc:docMk/>
            <pc:sldMk cId="2855025772" sldId="324"/>
            <ac:picMk id="2" creationId="{C033E79A-4401-19BD-669D-06515C2E233C}"/>
          </ac:picMkLst>
        </pc:picChg>
        <pc:picChg chg="del">
          <ac:chgData name="Paul Winser" userId="c3146a91-e6bd-4264-bd86-e164e04bc32d" providerId="ADAL" clId="{8AEAEA33-E5E2-4153-BD28-5E4CAD09E12B}" dt="2023-08-21T14:18:20.234" v="3" actId="478"/>
          <ac:picMkLst>
            <pc:docMk/>
            <pc:sldMk cId="2855025772" sldId="324"/>
            <ac:picMk id="6" creationId="{35E21672-7608-8116-D9B2-9CD69E546744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7.776" v="142"/>
        <pc:sldMkLst>
          <pc:docMk/>
          <pc:sldMk cId="306281655" sldId="325"/>
        </pc:sldMkLst>
        <pc:spChg chg="add mod">
          <ac:chgData name="Paul Winser" userId="c3146a91-e6bd-4264-bd86-e164e04bc32d" providerId="ADAL" clId="{8AEAEA33-E5E2-4153-BD28-5E4CAD09E12B}" dt="2023-08-21T14:30:57.776" v="142"/>
          <ac:spMkLst>
            <pc:docMk/>
            <pc:sldMk cId="306281655" sldId="325"/>
            <ac:spMk id="3" creationId="{9553F205-72DE-4399-33FF-B01E964F930C}"/>
          </ac:spMkLst>
        </pc:spChg>
        <pc:picChg chg="add mod">
          <ac:chgData name="Paul Winser" userId="c3146a91-e6bd-4264-bd86-e164e04bc32d" providerId="ADAL" clId="{8AEAEA33-E5E2-4153-BD28-5E4CAD09E12B}" dt="2023-08-21T14:20:37.976" v="37" actId="1076"/>
          <ac:picMkLst>
            <pc:docMk/>
            <pc:sldMk cId="306281655" sldId="325"/>
            <ac:picMk id="2" creationId="{F2199D0C-BB5B-5E2D-C258-FA71E90EDFF5}"/>
          </ac:picMkLst>
        </pc:picChg>
        <pc:picChg chg="del">
          <ac:chgData name="Paul Winser" userId="c3146a91-e6bd-4264-bd86-e164e04bc32d" providerId="ADAL" clId="{8AEAEA33-E5E2-4153-BD28-5E4CAD09E12B}" dt="2023-08-21T14:20:34.558" v="35" actId="478"/>
          <ac:picMkLst>
            <pc:docMk/>
            <pc:sldMk cId="306281655" sldId="325"/>
            <ac:picMk id="7" creationId="{5ADA3EF6-5DEB-3711-D945-CE8DC78B7615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3.079" v="139"/>
        <pc:sldMkLst>
          <pc:docMk/>
          <pc:sldMk cId="2563759385" sldId="326"/>
        </pc:sldMkLst>
        <pc:spChg chg="add mod">
          <ac:chgData name="Paul Winser" userId="c3146a91-e6bd-4264-bd86-e164e04bc32d" providerId="ADAL" clId="{8AEAEA33-E5E2-4153-BD28-5E4CAD09E12B}" dt="2023-08-21T14:30:53.079" v="139"/>
          <ac:spMkLst>
            <pc:docMk/>
            <pc:sldMk cId="2563759385" sldId="326"/>
            <ac:spMk id="5" creationId="{5C46662E-78C7-EEE1-75B3-F5398249A827}"/>
          </ac:spMkLst>
        </pc:spChg>
        <pc:picChg chg="add mod">
          <ac:chgData name="Paul Winser" userId="c3146a91-e6bd-4264-bd86-e164e04bc32d" providerId="ADAL" clId="{8AEAEA33-E5E2-4153-BD28-5E4CAD09E12B}" dt="2023-08-21T14:19:02.331" v="14" actId="1076"/>
          <ac:picMkLst>
            <pc:docMk/>
            <pc:sldMk cId="2563759385" sldId="326"/>
            <ac:picMk id="2" creationId="{5F14DB38-B63B-6E39-91A4-3CFCD4CE4EED}"/>
          </ac:picMkLst>
        </pc:picChg>
        <pc:picChg chg="del">
          <ac:chgData name="Paul Winser" userId="c3146a91-e6bd-4264-bd86-e164e04bc32d" providerId="ADAL" clId="{8AEAEA33-E5E2-4153-BD28-5E4CAD09E12B}" dt="2023-08-21T14:18:59.245" v="12" actId="478"/>
          <ac:picMkLst>
            <pc:docMk/>
            <pc:sldMk cId="2563759385" sldId="326"/>
            <ac:picMk id="3" creationId="{4B0B4F45-8DBF-A72B-3135-D577DBBB8EC9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03.986" v="146"/>
        <pc:sldMkLst>
          <pc:docMk/>
          <pc:sldMk cId="4249410202" sldId="327"/>
        </pc:sldMkLst>
        <pc:spChg chg="add mod">
          <ac:chgData name="Paul Winser" userId="c3146a91-e6bd-4264-bd86-e164e04bc32d" providerId="ADAL" clId="{8AEAEA33-E5E2-4153-BD28-5E4CAD09E12B}" dt="2023-08-21T14:31:03.986" v="146"/>
          <ac:spMkLst>
            <pc:docMk/>
            <pc:sldMk cId="4249410202" sldId="327"/>
            <ac:spMk id="5" creationId="{5151ADC9-7687-CAA6-71D9-53D3F62456B8}"/>
          </ac:spMkLst>
        </pc:spChg>
        <pc:picChg chg="add mod">
          <ac:chgData name="Paul Winser" userId="c3146a91-e6bd-4264-bd86-e164e04bc32d" providerId="ADAL" clId="{8AEAEA33-E5E2-4153-BD28-5E4CAD09E12B}" dt="2023-08-21T14:22:01.762" v="53" actId="1076"/>
          <ac:picMkLst>
            <pc:docMk/>
            <pc:sldMk cId="4249410202" sldId="327"/>
            <ac:picMk id="2" creationId="{A8CC6B32-B47F-C98F-0D2A-608AAC27ED2D}"/>
          </ac:picMkLst>
        </pc:picChg>
        <pc:picChg chg="del">
          <ac:chgData name="Paul Winser" userId="c3146a91-e6bd-4264-bd86-e164e04bc32d" providerId="ADAL" clId="{8AEAEA33-E5E2-4153-BD28-5E4CAD09E12B}" dt="2023-08-21T14:21:54.506" v="49" actId="478"/>
          <ac:picMkLst>
            <pc:docMk/>
            <pc:sldMk cId="4249410202" sldId="327"/>
            <ac:picMk id="3" creationId="{E61B3942-E700-FA4C-655E-AC71F6EC5E4F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12.065" v="150"/>
        <pc:sldMkLst>
          <pc:docMk/>
          <pc:sldMk cId="2193653882" sldId="328"/>
        </pc:sldMkLst>
        <pc:spChg chg="add mod">
          <ac:chgData name="Paul Winser" userId="c3146a91-e6bd-4264-bd86-e164e04bc32d" providerId="ADAL" clId="{8AEAEA33-E5E2-4153-BD28-5E4CAD09E12B}" dt="2023-08-21T14:31:12.065" v="150"/>
          <ac:spMkLst>
            <pc:docMk/>
            <pc:sldMk cId="2193653882" sldId="328"/>
            <ac:spMk id="5" creationId="{B13C88BF-A757-23E5-AFDF-2DBA56098E95}"/>
          </ac:spMkLst>
        </pc:spChg>
        <pc:picChg chg="del">
          <ac:chgData name="Paul Winser" userId="c3146a91-e6bd-4264-bd86-e164e04bc32d" providerId="ADAL" clId="{8AEAEA33-E5E2-4153-BD28-5E4CAD09E12B}" dt="2023-08-21T14:24:04.359" v="63" actId="478"/>
          <ac:picMkLst>
            <pc:docMk/>
            <pc:sldMk cId="2193653882" sldId="328"/>
            <ac:picMk id="2" creationId="{F52ADF33-5D88-CC38-0787-CF6BC91A7F17}"/>
          </ac:picMkLst>
        </pc:picChg>
        <pc:picChg chg="add mod">
          <ac:chgData name="Paul Winser" userId="c3146a91-e6bd-4264-bd86-e164e04bc32d" providerId="ADAL" clId="{8AEAEA33-E5E2-4153-BD28-5E4CAD09E12B}" dt="2023-08-21T14:24:04.647" v="64"/>
          <ac:picMkLst>
            <pc:docMk/>
            <pc:sldMk cId="2193653882" sldId="328"/>
            <ac:picMk id="3" creationId="{6B4CD8CD-2820-5893-4B93-232E4C0FC152}"/>
          </ac:picMkLst>
        </pc:picChg>
      </pc:sldChg>
      <pc:sldChg chg="addSp modSp">
        <pc:chgData name="Paul Winser" userId="c3146a91-e6bd-4264-bd86-e164e04bc32d" providerId="ADAL" clId="{8AEAEA33-E5E2-4153-BD28-5E4CAD09E12B}" dt="2023-08-21T14:31:19.359" v="153"/>
        <pc:sldMkLst>
          <pc:docMk/>
          <pc:sldMk cId="603835457" sldId="329"/>
        </pc:sldMkLst>
        <pc:spChg chg="add mod">
          <ac:chgData name="Paul Winser" userId="c3146a91-e6bd-4264-bd86-e164e04bc32d" providerId="ADAL" clId="{8AEAEA33-E5E2-4153-BD28-5E4CAD09E12B}" dt="2023-08-21T14:31:19.359" v="153"/>
          <ac:spMkLst>
            <pc:docMk/>
            <pc:sldMk cId="603835457" sldId="329"/>
            <ac:spMk id="3" creationId="{5A83A066-FF14-6668-7335-36B4C1CBC6F8}"/>
          </ac:spMkLst>
        </pc:spChg>
      </pc:sldChg>
      <pc:sldChg chg="addSp modSp">
        <pc:chgData name="Paul Winser" userId="c3146a91-e6bd-4264-bd86-e164e04bc32d" providerId="ADAL" clId="{8AEAEA33-E5E2-4153-BD28-5E4CAD09E12B}" dt="2023-08-21T14:31:32.407" v="162"/>
        <pc:sldMkLst>
          <pc:docMk/>
          <pc:sldMk cId="2626087763" sldId="330"/>
        </pc:sldMkLst>
        <pc:spChg chg="add mod">
          <ac:chgData name="Paul Winser" userId="c3146a91-e6bd-4264-bd86-e164e04bc32d" providerId="ADAL" clId="{8AEAEA33-E5E2-4153-BD28-5E4CAD09E12B}" dt="2023-08-21T14:31:32.407" v="162"/>
          <ac:spMkLst>
            <pc:docMk/>
            <pc:sldMk cId="2626087763" sldId="330"/>
            <ac:spMk id="2" creationId="{79AB94B9-7E17-1E1E-81FF-5EEB66404386}"/>
          </ac:spMkLst>
        </pc:spChg>
      </pc:sldChg>
      <pc:sldChg chg="addSp delSp modSp mod">
        <pc:chgData name="Paul Winser" userId="c3146a91-e6bd-4264-bd86-e164e04bc32d" providerId="ADAL" clId="{8AEAEA33-E5E2-4153-BD28-5E4CAD09E12B}" dt="2023-08-21T14:30:49.642" v="137"/>
        <pc:sldMkLst>
          <pc:docMk/>
          <pc:sldMk cId="2633708118" sldId="331"/>
        </pc:sldMkLst>
        <pc:spChg chg="add mod">
          <ac:chgData name="Paul Winser" userId="c3146a91-e6bd-4264-bd86-e164e04bc32d" providerId="ADAL" clId="{8AEAEA33-E5E2-4153-BD28-5E4CAD09E12B}" dt="2023-08-21T14:30:49.642" v="137"/>
          <ac:spMkLst>
            <pc:docMk/>
            <pc:sldMk cId="2633708118" sldId="331"/>
            <ac:spMk id="3" creationId="{4B818738-630A-F415-B433-919871110FFB}"/>
          </ac:spMkLst>
        </pc:spChg>
        <pc:picChg chg="add mod">
          <ac:chgData name="Paul Winser" userId="c3146a91-e6bd-4264-bd86-e164e04bc32d" providerId="ADAL" clId="{8AEAEA33-E5E2-4153-BD28-5E4CAD09E12B}" dt="2023-08-21T14:18:37.180" v="8" actId="1076"/>
          <ac:picMkLst>
            <pc:docMk/>
            <pc:sldMk cId="2633708118" sldId="331"/>
            <ac:picMk id="2" creationId="{EC685E5E-8726-AB3E-1EB0-526EFC375A7D}"/>
          </ac:picMkLst>
        </pc:picChg>
        <pc:picChg chg="del">
          <ac:chgData name="Paul Winser" userId="c3146a91-e6bd-4264-bd86-e164e04bc32d" providerId="ADAL" clId="{8AEAEA33-E5E2-4153-BD28-5E4CAD09E12B}" dt="2023-08-21T14:18:32.811" v="6" actId="478"/>
          <ac:picMkLst>
            <pc:docMk/>
            <pc:sldMk cId="2633708118" sldId="331"/>
            <ac:picMk id="6" creationId="{35E21672-7608-8116-D9B2-9CD69E546744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1.644" v="138"/>
        <pc:sldMkLst>
          <pc:docMk/>
          <pc:sldMk cId="3920833829" sldId="332"/>
        </pc:sldMkLst>
        <pc:spChg chg="add mod">
          <ac:chgData name="Paul Winser" userId="c3146a91-e6bd-4264-bd86-e164e04bc32d" providerId="ADAL" clId="{8AEAEA33-E5E2-4153-BD28-5E4CAD09E12B}" dt="2023-08-21T14:30:51.644" v="138"/>
          <ac:spMkLst>
            <pc:docMk/>
            <pc:sldMk cId="3920833829" sldId="332"/>
            <ac:spMk id="3" creationId="{8A8CAA22-E765-9BF6-1F78-B1FB3EF9E58F}"/>
          </ac:spMkLst>
        </pc:spChg>
        <pc:picChg chg="add mod">
          <ac:chgData name="Paul Winser" userId="c3146a91-e6bd-4264-bd86-e164e04bc32d" providerId="ADAL" clId="{8AEAEA33-E5E2-4153-BD28-5E4CAD09E12B}" dt="2023-08-21T14:18:51.274" v="11" actId="1076"/>
          <ac:picMkLst>
            <pc:docMk/>
            <pc:sldMk cId="3920833829" sldId="332"/>
            <ac:picMk id="2" creationId="{73A39B42-6753-4161-0D18-1EE28B1EF570}"/>
          </ac:picMkLst>
        </pc:picChg>
        <pc:picChg chg="del">
          <ac:chgData name="Paul Winser" userId="c3146a91-e6bd-4264-bd86-e164e04bc32d" providerId="ADAL" clId="{8AEAEA33-E5E2-4153-BD28-5E4CAD09E12B}" dt="2023-08-21T14:18:46.925" v="9" actId="478"/>
          <ac:picMkLst>
            <pc:docMk/>
            <pc:sldMk cId="3920833829" sldId="332"/>
            <ac:picMk id="5" creationId="{2AD390CF-31AF-035F-01B6-AC42DBA3CB9D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4.440" v="140"/>
        <pc:sldMkLst>
          <pc:docMk/>
          <pc:sldMk cId="2288917519" sldId="333"/>
        </pc:sldMkLst>
        <pc:spChg chg="add mod">
          <ac:chgData name="Paul Winser" userId="c3146a91-e6bd-4264-bd86-e164e04bc32d" providerId="ADAL" clId="{8AEAEA33-E5E2-4153-BD28-5E4CAD09E12B}" dt="2023-08-21T14:30:54.440" v="140"/>
          <ac:spMkLst>
            <pc:docMk/>
            <pc:sldMk cId="2288917519" sldId="333"/>
            <ac:spMk id="5" creationId="{E82A1593-B9E9-5A89-0B3A-E6EE68507E36}"/>
          </ac:spMkLst>
        </pc:spChg>
        <pc:picChg chg="add mod">
          <ac:chgData name="Paul Winser" userId="c3146a91-e6bd-4264-bd86-e164e04bc32d" providerId="ADAL" clId="{8AEAEA33-E5E2-4153-BD28-5E4CAD09E12B}" dt="2023-08-21T14:19:07.755" v="17" actId="1076"/>
          <ac:picMkLst>
            <pc:docMk/>
            <pc:sldMk cId="2288917519" sldId="333"/>
            <ac:picMk id="2" creationId="{E086330B-D786-7BF3-1D30-98B6DF36373A}"/>
          </ac:picMkLst>
        </pc:picChg>
        <pc:picChg chg="del">
          <ac:chgData name="Paul Winser" userId="c3146a91-e6bd-4264-bd86-e164e04bc32d" providerId="ADAL" clId="{8AEAEA33-E5E2-4153-BD28-5E4CAD09E12B}" dt="2023-08-21T14:19:04.329" v="15" actId="478"/>
          <ac:picMkLst>
            <pc:docMk/>
            <pc:sldMk cId="2288917519" sldId="333"/>
            <ac:picMk id="3" creationId="{4B0B4F45-8DBF-A72B-3135-D577DBBB8EC9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5.944" v="141"/>
        <pc:sldMkLst>
          <pc:docMk/>
          <pc:sldMk cId="916914563" sldId="334"/>
        </pc:sldMkLst>
        <pc:spChg chg="mod">
          <ac:chgData name="Paul Winser" userId="c3146a91-e6bd-4264-bd86-e164e04bc32d" providerId="ADAL" clId="{8AEAEA33-E5E2-4153-BD28-5E4CAD09E12B}" dt="2023-08-21T14:20:24.056" v="34" actId="1037"/>
          <ac:spMkLst>
            <pc:docMk/>
            <pc:sldMk cId="916914563" sldId="334"/>
            <ac:spMk id="2" creationId="{A40B0EC4-F8C7-F75F-7AF9-5CEC27E111C2}"/>
          </ac:spMkLst>
        </pc:spChg>
        <pc:spChg chg="mod">
          <ac:chgData name="Paul Winser" userId="c3146a91-e6bd-4264-bd86-e164e04bc32d" providerId="ADAL" clId="{8AEAEA33-E5E2-4153-BD28-5E4CAD09E12B}" dt="2023-08-21T14:20:09.977" v="27" actId="1076"/>
          <ac:spMkLst>
            <pc:docMk/>
            <pc:sldMk cId="916914563" sldId="334"/>
            <ac:spMk id="3" creationId="{009FFD06-29B3-65C6-DF57-3309925B62D9}"/>
          </ac:spMkLst>
        </pc:spChg>
        <pc:spChg chg="mod">
          <ac:chgData name="Paul Winser" userId="c3146a91-e6bd-4264-bd86-e164e04bc32d" providerId="ADAL" clId="{8AEAEA33-E5E2-4153-BD28-5E4CAD09E12B}" dt="2023-08-21T14:20:06.481" v="26" actId="1076"/>
          <ac:spMkLst>
            <pc:docMk/>
            <pc:sldMk cId="916914563" sldId="334"/>
            <ac:spMk id="5" creationId="{D4F037F4-8EB0-6EB7-71B2-6BA3F4976E1E}"/>
          </ac:spMkLst>
        </pc:spChg>
        <pc:spChg chg="add mod">
          <ac:chgData name="Paul Winser" userId="c3146a91-e6bd-4264-bd86-e164e04bc32d" providerId="ADAL" clId="{8AEAEA33-E5E2-4153-BD28-5E4CAD09E12B}" dt="2023-08-21T14:30:55.944" v="141"/>
          <ac:spMkLst>
            <pc:docMk/>
            <pc:sldMk cId="916914563" sldId="334"/>
            <ac:spMk id="8" creationId="{4FDCC9AC-5CE3-66F4-732F-AA282415D252}"/>
          </ac:spMkLst>
        </pc:spChg>
        <pc:picChg chg="del">
          <ac:chgData name="Paul Winser" userId="c3146a91-e6bd-4264-bd86-e164e04bc32d" providerId="ADAL" clId="{8AEAEA33-E5E2-4153-BD28-5E4CAD09E12B}" dt="2023-08-21T14:19:33.177" v="18" actId="478"/>
          <ac:picMkLst>
            <pc:docMk/>
            <pc:sldMk cId="916914563" sldId="334"/>
            <ac:picMk id="6" creationId="{4AB492D9-9587-D881-A24F-9AAF04CA5070}"/>
          </ac:picMkLst>
        </pc:picChg>
        <pc:picChg chg="add mod ord">
          <ac:chgData name="Paul Winser" userId="c3146a91-e6bd-4264-bd86-e164e04bc32d" providerId="ADAL" clId="{8AEAEA33-E5E2-4153-BD28-5E4CAD09E12B}" dt="2023-08-21T14:20:04.337" v="25" actId="14100"/>
          <ac:picMkLst>
            <pc:docMk/>
            <pc:sldMk cId="916914563" sldId="334"/>
            <ac:picMk id="7" creationId="{98B63B0D-A740-14E5-988A-8B56B56CCC3E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0:59.298" v="143"/>
        <pc:sldMkLst>
          <pc:docMk/>
          <pc:sldMk cId="130926360" sldId="335"/>
        </pc:sldMkLst>
        <pc:spChg chg="add mod">
          <ac:chgData name="Paul Winser" userId="c3146a91-e6bd-4264-bd86-e164e04bc32d" providerId="ADAL" clId="{8AEAEA33-E5E2-4153-BD28-5E4CAD09E12B}" dt="2023-08-21T14:30:59.298" v="143"/>
          <ac:spMkLst>
            <pc:docMk/>
            <pc:sldMk cId="130926360" sldId="335"/>
            <ac:spMk id="6" creationId="{470DEC71-7893-89C7-928C-A3939BB07423}"/>
          </ac:spMkLst>
        </pc:spChg>
        <pc:picChg chg="add mod">
          <ac:chgData name="Paul Winser" userId="c3146a91-e6bd-4264-bd86-e164e04bc32d" providerId="ADAL" clId="{8AEAEA33-E5E2-4153-BD28-5E4CAD09E12B}" dt="2023-08-21T14:20:58.114" v="40" actId="1076"/>
          <ac:picMkLst>
            <pc:docMk/>
            <pc:sldMk cId="130926360" sldId="335"/>
            <ac:picMk id="5" creationId="{11F5D2EF-E8CF-A7C1-7529-75919E8B1CCD}"/>
          </ac:picMkLst>
        </pc:picChg>
        <pc:picChg chg="del">
          <ac:chgData name="Paul Winser" userId="c3146a91-e6bd-4264-bd86-e164e04bc32d" providerId="ADAL" clId="{8AEAEA33-E5E2-4153-BD28-5E4CAD09E12B}" dt="2023-08-21T14:20:46.202" v="38" actId="478"/>
          <ac:picMkLst>
            <pc:docMk/>
            <pc:sldMk cId="130926360" sldId="335"/>
            <ac:picMk id="7" creationId="{5ADA3EF6-5DEB-3711-D945-CE8DC78B7615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00.790" v="144"/>
        <pc:sldMkLst>
          <pc:docMk/>
          <pc:sldMk cId="186831490" sldId="336"/>
        </pc:sldMkLst>
        <pc:spChg chg="add mod">
          <ac:chgData name="Paul Winser" userId="c3146a91-e6bd-4264-bd86-e164e04bc32d" providerId="ADAL" clId="{8AEAEA33-E5E2-4153-BD28-5E4CAD09E12B}" dt="2023-08-21T14:31:00.790" v="144"/>
          <ac:spMkLst>
            <pc:docMk/>
            <pc:sldMk cId="186831490" sldId="336"/>
            <ac:spMk id="5" creationId="{18EFE195-F523-CA6B-0D66-0341FE80DA44}"/>
          </ac:spMkLst>
        </pc:spChg>
        <pc:picChg chg="add mod">
          <ac:chgData name="Paul Winser" userId="c3146a91-e6bd-4264-bd86-e164e04bc32d" providerId="ADAL" clId="{8AEAEA33-E5E2-4153-BD28-5E4CAD09E12B}" dt="2023-08-21T14:21:34.859" v="45" actId="14100"/>
          <ac:picMkLst>
            <pc:docMk/>
            <pc:sldMk cId="186831490" sldId="336"/>
            <ac:picMk id="2" creationId="{310FB4A6-1FC1-74FA-A08B-433CAF5C0960}"/>
          </ac:picMkLst>
        </pc:picChg>
        <pc:picChg chg="del">
          <ac:chgData name="Paul Winser" userId="c3146a91-e6bd-4264-bd86-e164e04bc32d" providerId="ADAL" clId="{8AEAEA33-E5E2-4153-BD28-5E4CAD09E12B}" dt="2023-08-21T14:21:27.422" v="41" actId="478"/>
          <ac:picMkLst>
            <pc:docMk/>
            <pc:sldMk cId="186831490" sldId="336"/>
            <ac:picMk id="3" creationId="{B31E0E5F-4A49-FBCD-D777-7419CB98F57D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02.439" v="145"/>
        <pc:sldMkLst>
          <pc:docMk/>
          <pc:sldMk cId="1708361566" sldId="337"/>
        </pc:sldMkLst>
        <pc:spChg chg="add mod">
          <ac:chgData name="Paul Winser" userId="c3146a91-e6bd-4264-bd86-e164e04bc32d" providerId="ADAL" clId="{8AEAEA33-E5E2-4153-BD28-5E4CAD09E12B}" dt="2023-08-21T14:31:02.439" v="145"/>
          <ac:spMkLst>
            <pc:docMk/>
            <pc:sldMk cId="1708361566" sldId="337"/>
            <ac:spMk id="3" creationId="{757FC01F-C1F5-7F43-C055-1D3D2B097B43}"/>
          </ac:spMkLst>
        </pc:spChg>
        <pc:picChg chg="add mod">
          <ac:chgData name="Paul Winser" userId="c3146a91-e6bd-4264-bd86-e164e04bc32d" providerId="ADAL" clId="{8AEAEA33-E5E2-4153-BD28-5E4CAD09E12B}" dt="2023-08-21T14:21:47.914" v="48" actId="1076"/>
          <ac:picMkLst>
            <pc:docMk/>
            <pc:sldMk cId="1708361566" sldId="337"/>
            <ac:picMk id="2" creationId="{CBD088EA-0178-06BE-EFAA-9A53406157A9}"/>
          </ac:picMkLst>
        </pc:picChg>
        <pc:picChg chg="del">
          <ac:chgData name="Paul Winser" userId="c3146a91-e6bd-4264-bd86-e164e04bc32d" providerId="ADAL" clId="{8AEAEA33-E5E2-4153-BD28-5E4CAD09E12B}" dt="2023-08-21T14:21:43.689" v="46" actId="478"/>
          <ac:picMkLst>
            <pc:docMk/>
            <pc:sldMk cId="1708361566" sldId="337"/>
            <ac:picMk id="5" creationId="{7AB35099-9468-7BD3-309A-362FD3967294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05.459" v="147"/>
        <pc:sldMkLst>
          <pc:docMk/>
          <pc:sldMk cId="639130319" sldId="338"/>
        </pc:sldMkLst>
        <pc:spChg chg="add mod">
          <ac:chgData name="Paul Winser" userId="c3146a91-e6bd-4264-bd86-e164e04bc32d" providerId="ADAL" clId="{8AEAEA33-E5E2-4153-BD28-5E4CAD09E12B}" dt="2023-08-21T14:31:05.459" v="147"/>
          <ac:spMkLst>
            <pc:docMk/>
            <pc:sldMk cId="639130319" sldId="338"/>
            <ac:spMk id="5" creationId="{E13EB9D1-B925-FF35-8E5E-8B8256A11175}"/>
          </ac:spMkLst>
        </pc:spChg>
        <pc:picChg chg="add mod">
          <ac:chgData name="Paul Winser" userId="c3146a91-e6bd-4264-bd86-e164e04bc32d" providerId="ADAL" clId="{8AEAEA33-E5E2-4153-BD28-5E4CAD09E12B}" dt="2023-08-21T14:22:09.015" v="55"/>
          <ac:picMkLst>
            <pc:docMk/>
            <pc:sldMk cId="639130319" sldId="338"/>
            <ac:picMk id="2" creationId="{95CB5C31-1B06-4757-DA41-4C8774AEEA72}"/>
          </ac:picMkLst>
        </pc:picChg>
        <pc:picChg chg="del">
          <ac:chgData name="Paul Winser" userId="c3146a91-e6bd-4264-bd86-e164e04bc32d" providerId="ADAL" clId="{8AEAEA33-E5E2-4153-BD28-5E4CAD09E12B}" dt="2023-08-21T14:22:08.793" v="54" actId="478"/>
          <ac:picMkLst>
            <pc:docMk/>
            <pc:sldMk cId="639130319" sldId="338"/>
            <ac:picMk id="3" creationId="{E61B3942-E700-FA4C-655E-AC71F6EC5E4F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07.608" v="148"/>
        <pc:sldMkLst>
          <pc:docMk/>
          <pc:sldMk cId="4203456225" sldId="339"/>
        </pc:sldMkLst>
        <pc:spChg chg="add mod">
          <ac:chgData name="Paul Winser" userId="c3146a91-e6bd-4264-bd86-e164e04bc32d" providerId="ADAL" clId="{8AEAEA33-E5E2-4153-BD28-5E4CAD09E12B}" dt="2023-08-21T14:31:07.608" v="148"/>
          <ac:spMkLst>
            <pc:docMk/>
            <pc:sldMk cId="4203456225" sldId="339"/>
            <ac:spMk id="5" creationId="{65DAC8F5-E280-4893-6E4A-1A2C60FF14DE}"/>
          </ac:spMkLst>
        </pc:spChg>
        <pc:picChg chg="add mod">
          <ac:chgData name="Paul Winser" userId="c3146a91-e6bd-4264-bd86-e164e04bc32d" providerId="ADAL" clId="{8AEAEA33-E5E2-4153-BD28-5E4CAD09E12B}" dt="2023-08-21T14:22:55.887" v="60" actId="1076"/>
          <ac:picMkLst>
            <pc:docMk/>
            <pc:sldMk cId="4203456225" sldId="339"/>
            <ac:picMk id="2" creationId="{363F23AA-03F9-A196-6F28-7848A9424E26}"/>
          </ac:picMkLst>
        </pc:picChg>
        <pc:picChg chg="del">
          <ac:chgData name="Paul Winser" userId="c3146a91-e6bd-4264-bd86-e164e04bc32d" providerId="ADAL" clId="{8AEAEA33-E5E2-4153-BD28-5E4CAD09E12B}" dt="2023-08-21T14:22:45.081" v="56" actId="478"/>
          <ac:picMkLst>
            <pc:docMk/>
            <pc:sldMk cId="4203456225" sldId="339"/>
            <ac:picMk id="3" creationId="{1B79D702-D0DF-4D5C-1415-6E1F00891D1E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10.502" v="149"/>
        <pc:sldMkLst>
          <pc:docMk/>
          <pc:sldMk cId="416286576" sldId="340"/>
        </pc:sldMkLst>
        <pc:spChg chg="add mod">
          <ac:chgData name="Paul Winser" userId="c3146a91-e6bd-4264-bd86-e164e04bc32d" providerId="ADAL" clId="{8AEAEA33-E5E2-4153-BD28-5E4CAD09E12B}" dt="2023-08-21T14:31:10.502" v="149"/>
          <ac:spMkLst>
            <pc:docMk/>
            <pc:sldMk cId="416286576" sldId="340"/>
            <ac:spMk id="3" creationId="{91FB6637-3205-D0F3-91AE-8B0A05B2E0ED}"/>
          </ac:spMkLst>
        </pc:spChg>
        <pc:picChg chg="add mod">
          <ac:chgData name="Paul Winser" userId="c3146a91-e6bd-4264-bd86-e164e04bc32d" providerId="ADAL" clId="{8AEAEA33-E5E2-4153-BD28-5E4CAD09E12B}" dt="2023-08-21T14:23:57.701" v="62"/>
          <ac:picMkLst>
            <pc:docMk/>
            <pc:sldMk cId="416286576" sldId="340"/>
            <ac:picMk id="2" creationId="{4652CEEB-2937-069E-071A-EEFA252BFD28}"/>
          </ac:picMkLst>
        </pc:picChg>
        <pc:picChg chg="del">
          <ac:chgData name="Paul Winser" userId="c3146a91-e6bd-4264-bd86-e164e04bc32d" providerId="ADAL" clId="{8AEAEA33-E5E2-4153-BD28-5E4CAD09E12B}" dt="2023-08-21T14:23:57.481" v="61" actId="478"/>
          <ac:picMkLst>
            <pc:docMk/>
            <pc:sldMk cId="416286576" sldId="340"/>
            <ac:picMk id="5" creationId="{9C629E4D-76FE-B3BB-6D6E-A47BA0BC5524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14.141" v="151"/>
        <pc:sldMkLst>
          <pc:docMk/>
          <pc:sldMk cId="1702093787" sldId="341"/>
        </pc:sldMkLst>
        <pc:spChg chg="add mod">
          <ac:chgData name="Paul Winser" userId="c3146a91-e6bd-4264-bd86-e164e04bc32d" providerId="ADAL" clId="{8AEAEA33-E5E2-4153-BD28-5E4CAD09E12B}" dt="2023-08-21T14:31:14.141" v="151"/>
          <ac:spMkLst>
            <pc:docMk/>
            <pc:sldMk cId="1702093787" sldId="341"/>
            <ac:spMk id="5" creationId="{153F9104-38C5-93A8-4C48-DBC34415F1AE}"/>
          </ac:spMkLst>
        </pc:spChg>
        <pc:picChg chg="del">
          <ac:chgData name="Paul Winser" userId="c3146a91-e6bd-4264-bd86-e164e04bc32d" providerId="ADAL" clId="{8AEAEA33-E5E2-4153-BD28-5E4CAD09E12B}" dt="2023-08-21T14:24:11.659" v="65" actId="478"/>
          <ac:picMkLst>
            <pc:docMk/>
            <pc:sldMk cId="1702093787" sldId="341"/>
            <ac:picMk id="2" creationId="{F52ADF33-5D88-CC38-0787-CF6BC91A7F17}"/>
          </ac:picMkLst>
        </pc:picChg>
        <pc:picChg chg="add mod">
          <ac:chgData name="Paul Winser" userId="c3146a91-e6bd-4264-bd86-e164e04bc32d" providerId="ADAL" clId="{8AEAEA33-E5E2-4153-BD28-5E4CAD09E12B}" dt="2023-08-21T14:24:11.895" v="66"/>
          <ac:picMkLst>
            <pc:docMk/>
            <pc:sldMk cId="1702093787" sldId="341"/>
            <ac:picMk id="3" creationId="{7F4B552F-3BD1-043F-DA0D-CB69D6F1B2BE}"/>
          </ac:picMkLst>
        </pc:picChg>
      </pc:sldChg>
      <pc:sldChg chg="addSp delSp modSp mod">
        <pc:chgData name="Paul Winser" userId="c3146a91-e6bd-4264-bd86-e164e04bc32d" providerId="ADAL" clId="{8AEAEA33-E5E2-4153-BD28-5E4CAD09E12B}" dt="2023-08-21T14:31:15.226" v="152"/>
        <pc:sldMkLst>
          <pc:docMk/>
          <pc:sldMk cId="1534088468" sldId="342"/>
        </pc:sldMkLst>
        <pc:spChg chg="add mod">
          <ac:chgData name="Paul Winser" userId="c3146a91-e6bd-4264-bd86-e164e04bc32d" providerId="ADAL" clId="{8AEAEA33-E5E2-4153-BD28-5E4CAD09E12B}" dt="2023-08-21T14:31:15.226" v="152"/>
          <ac:spMkLst>
            <pc:docMk/>
            <pc:sldMk cId="1534088468" sldId="342"/>
            <ac:spMk id="3" creationId="{30556D2A-A2B7-4558-8C13-32F712FD7B52}"/>
          </ac:spMkLst>
        </pc:spChg>
        <pc:picChg chg="add mod">
          <ac:chgData name="Paul Winser" userId="c3146a91-e6bd-4264-bd86-e164e04bc32d" providerId="ADAL" clId="{8AEAEA33-E5E2-4153-BD28-5E4CAD09E12B}" dt="2023-08-21T14:24:27.170" v="69" actId="1076"/>
          <ac:picMkLst>
            <pc:docMk/>
            <pc:sldMk cId="1534088468" sldId="342"/>
            <ac:picMk id="2" creationId="{C4A15A6D-D2E4-F018-72E1-05FDB1C536B9}"/>
          </ac:picMkLst>
        </pc:picChg>
        <pc:picChg chg="del">
          <ac:chgData name="Paul Winser" userId="c3146a91-e6bd-4264-bd86-e164e04bc32d" providerId="ADAL" clId="{8AEAEA33-E5E2-4153-BD28-5E4CAD09E12B}" dt="2023-08-21T14:24:23.784" v="67" actId="478"/>
          <ac:picMkLst>
            <pc:docMk/>
            <pc:sldMk cId="1534088468" sldId="342"/>
            <ac:picMk id="4" creationId="{5452EC3D-A2EA-8A89-57A5-A6BE31DA66C4}"/>
          </ac:picMkLst>
        </pc:picChg>
      </pc:sldChg>
      <pc:sldChg chg="addSp modSp">
        <pc:chgData name="Paul Winser" userId="c3146a91-e6bd-4264-bd86-e164e04bc32d" providerId="ADAL" clId="{8AEAEA33-E5E2-4153-BD28-5E4CAD09E12B}" dt="2023-08-21T14:31:20.553" v="154"/>
        <pc:sldMkLst>
          <pc:docMk/>
          <pc:sldMk cId="2901637523" sldId="343"/>
        </pc:sldMkLst>
        <pc:spChg chg="add mod">
          <ac:chgData name="Paul Winser" userId="c3146a91-e6bd-4264-bd86-e164e04bc32d" providerId="ADAL" clId="{8AEAEA33-E5E2-4153-BD28-5E4CAD09E12B}" dt="2023-08-21T14:31:20.553" v="154"/>
          <ac:spMkLst>
            <pc:docMk/>
            <pc:sldMk cId="2901637523" sldId="343"/>
            <ac:spMk id="2" creationId="{4BD44DFC-A47A-E27F-7A8F-BCC1533C694F}"/>
          </ac:spMkLst>
        </pc:spChg>
      </pc:sldChg>
      <pc:sldChg chg="addSp modSp">
        <pc:chgData name="Paul Winser" userId="c3146a91-e6bd-4264-bd86-e164e04bc32d" providerId="ADAL" clId="{8AEAEA33-E5E2-4153-BD28-5E4CAD09E12B}" dt="2023-08-21T14:31:34.118" v="163"/>
        <pc:sldMkLst>
          <pc:docMk/>
          <pc:sldMk cId="2014656275" sldId="344"/>
        </pc:sldMkLst>
        <pc:spChg chg="add mod">
          <ac:chgData name="Paul Winser" userId="c3146a91-e6bd-4264-bd86-e164e04bc32d" providerId="ADAL" clId="{8AEAEA33-E5E2-4153-BD28-5E4CAD09E12B}" dt="2023-08-21T14:31:34.118" v="163"/>
          <ac:spMkLst>
            <pc:docMk/>
            <pc:sldMk cId="2014656275" sldId="344"/>
            <ac:spMk id="3" creationId="{27265B1C-AAFE-0AFB-D3FE-730E3032F682}"/>
          </ac:spMkLst>
        </pc:spChg>
      </pc:sldChg>
    </pc:docChg>
  </pc:docChgLst>
  <pc:docChgLst>
    <pc:chgData name="Paul Winser" userId="c3146a91-e6bd-4264-bd86-e164e04bc32d" providerId="ADAL" clId="{B0565DD1-3186-43FF-AEB3-7F1F9B938D14}"/>
    <pc:docChg chg="modMainMaster">
      <pc:chgData name="Paul Winser" userId="c3146a91-e6bd-4264-bd86-e164e04bc32d" providerId="ADAL" clId="{B0565DD1-3186-43FF-AEB3-7F1F9B938D14}" dt="2023-08-21T14:57:23.440" v="1"/>
      <pc:docMkLst>
        <pc:docMk/>
      </pc:docMkLst>
      <pc:sldMasterChg chg="addSp delSp modSp">
        <pc:chgData name="Paul Winser" userId="c3146a91-e6bd-4264-bd86-e164e04bc32d" providerId="ADAL" clId="{B0565DD1-3186-43FF-AEB3-7F1F9B938D14}" dt="2023-08-21T14:57:23.440" v="1"/>
        <pc:sldMasterMkLst>
          <pc:docMk/>
          <pc:sldMasterMk cId="770692123" sldId="2147484838"/>
        </pc:sldMasterMkLst>
        <pc:picChg chg="add mod">
          <ac:chgData name="Paul Winser" userId="c3146a91-e6bd-4264-bd86-e164e04bc32d" providerId="ADAL" clId="{B0565DD1-3186-43FF-AEB3-7F1F9B938D14}" dt="2023-08-21T14:57:23.440" v="1"/>
          <ac:picMkLst>
            <pc:docMk/>
            <pc:sldMasterMk cId="770692123" sldId="2147484838"/>
            <ac:picMk id="2" creationId="{EEA3F5DC-F582-045B-30DB-1834E959064B}"/>
          </ac:picMkLst>
        </pc:picChg>
        <pc:picChg chg="del">
          <ac:chgData name="Paul Winser" userId="c3146a91-e6bd-4264-bd86-e164e04bc32d" providerId="ADAL" clId="{B0565DD1-3186-43FF-AEB3-7F1F9B938D14}" dt="2023-08-21T14:57:23.067" v="0" actId="478"/>
          <ac:picMkLst>
            <pc:docMk/>
            <pc:sldMasterMk cId="770692123" sldId="2147484838"/>
            <ac:picMk id="14341" creationId="{FEDC9336-94D7-0F7A-9422-574A068E9570}"/>
          </ac:picMkLst>
        </pc:picChg>
      </pc:sldMasterChg>
    </pc:docChg>
  </pc:docChgLst>
  <pc:docChgLst>
    <pc:chgData name="Paul Winser" userId="c3146a91-e6bd-4264-bd86-e164e04bc32d" providerId="ADAL" clId="{F40E56A6-D216-44CA-A537-0D66519E3B9D}"/>
    <pc:docChg chg="custSel addSld modSld">
      <pc:chgData name="Paul Winser" userId="c3146a91-e6bd-4264-bd86-e164e04bc32d" providerId="ADAL" clId="{F40E56A6-D216-44CA-A537-0D66519E3B9D}" dt="2023-08-23T14:42:42.018" v="6"/>
      <pc:docMkLst>
        <pc:docMk/>
      </pc:docMkLst>
      <pc:sldChg chg="addSp delSp modSp new mod">
        <pc:chgData name="Paul Winser" userId="c3146a91-e6bd-4264-bd86-e164e04bc32d" providerId="ADAL" clId="{F40E56A6-D216-44CA-A537-0D66519E3B9D}" dt="2023-08-23T14:42:42.018" v="6"/>
        <pc:sldMkLst>
          <pc:docMk/>
          <pc:sldMk cId="952122931" sldId="345"/>
        </pc:sldMkLst>
        <pc:spChg chg="del">
          <ac:chgData name="Paul Winser" userId="c3146a91-e6bd-4264-bd86-e164e04bc32d" providerId="ADAL" clId="{F40E56A6-D216-44CA-A537-0D66519E3B9D}" dt="2023-08-23T14:42:23.754" v="1" actId="478"/>
          <ac:spMkLst>
            <pc:docMk/>
            <pc:sldMk cId="952122931" sldId="345"/>
            <ac:spMk id="2" creationId="{FE8742EA-484C-BC65-2E24-78CC70393C2B}"/>
          </ac:spMkLst>
        </pc:spChg>
        <pc:spChg chg="del">
          <ac:chgData name="Paul Winser" userId="c3146a91-e6bd-4264-bd86-e164e04bc32d" providerId="ADAL" clId="{F40E56A6-D216-44CA-A537-0D66519E3B9D}" dt="2023-08-23T14:42:25.754" v="2" actId="478"/>
          <ac:spMkLst>
            <pc:docMk/>
            <pc:sldMk cId="952122931" sldId="345"/>
            <ac:spMk id="3" creationId="{EEA8FAF2-5D8A-1BD5-B7FA-B645DE099B4B}"/>
          </ac:spMkLst>
        </pc:spChg>
        <pc:spChg chg="del">
          <ac:chgData name="Paul Winser" userId="c3146a91-e6bd-4264-bd86-e164e04bc32d" providerId="ADAL" clId="{F40E56A6-D216-44CA-A537-0D66519E3B9D}" dt="2023-08-23T14:42:27.647" v="3" actId="478"/>
          <ac:spMkLst>
            <pc:docMk/>
            <pc:sldMk cId="952122931" sldId="345"/>
            <ac:spMk id="4" creationId="{CE9BC19E-2757-9B78-B78D-D5037EAC5165}"/>
          </ac:spMkLst>
        </pc:spChg>
        <pc:spChg chg="add mod">
          <ac:chgData name="Paul Winser" userId="c3146a91-e6bd-4264-bd86-e164e04bc32d" providerId="ADAL" clId="{F40E56A6-D216-44CA-A537-0D66519E3B9D}" dt="2023-08-23T14:42:31.503" v="4"/>
          <ac:spMkLst>
            <pc:docMk/>
            <pc:sldMk cId="952122931" sldId="345"/>
            <ac:spMk id="5" creationId="{3DA0738F-EA51-CC17-7C44-28495DA60689}"/>
          </ac:spMkLst>
        </pc:spChg>
        <pc:spChg chg="add mod">
          <ac:chgData name="Paul Winser" userId="c3146a91-e6bd-4264-bd86-e164e04bc32d" providerId="ADAL" clId="{F40E56A6-D216-44CA-A537-0D66519E3B9D}" dt="2023-08-23T14:42:34.169" v="5"/>
          <ac:spMkLst>
            <pc:docMk/>
            <pc:sldMk cId="952122931" sldId="345"/>
            <ac:spMk id="6" creationId="{32056149-7BDE-2CA4-CFE8-046E4142B260}"/>
          </ac:spMkLst>
        </pc:spChg>
        <pc:spChg chg="add mod">
          <ac:chgData name="Paul Winser" userId="c3146a91-e6bd-4264-bd86-e164e04bc32d" providerId="ADAL" clId="{F40E56A6-D216-44CA-A537-0D66519E3B9D}" dt="2023-08-23T14:42:42.018" v="6"/>
          <ac:spMkLst>
            <pc:docMk/>
            <pc:sldMk cId="952122931" sldId="345"/>
            <ac:spMk id="7" creationId="{220FE7B5-9BB8-F39B-A8DD-ABCF7040F92F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7-15T08:54:13.910" idx="2">
    <p:pos x="10" y="10"/>
    <p:text>AUTHOR QUERY See slide 5.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0777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6536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6796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88340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66758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93890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02590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3536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99505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38056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33701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2344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57160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3062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4567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652171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1692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893716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3722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174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05527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27702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24480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89322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929027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 dirty="0"/>
              <a:t>W</a:t>
            </a: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31405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C7FF90DB-71DC-2A47-4707-DC5DAA68C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6512-D7AE-7EB5-4936-8B8794BD9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>
              <a:defRPr/>
            </a:pPr>
            <a:endParaRPr lang="en-GB" dirty="0"/>
          </a:p>
          <a:p>
            <a:pPr rtl="1">
              <a:defRPr/>
            </a:pPr>
            <a:endParaRPr lang="en-GB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82774E8D-C14F-4481-E221-3C56D4B83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67A28321-DC84-46B3-B807-066DBA3029BF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63556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98721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C7FF90DB-71DC-2A47-4707-DC5DAA68C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6512-D7AE-7EB5-4936-8B8794BD9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>
              <a:defRPr/>
            </a:pPr>
            <a:endParaRPr lang="en-GB" dirty="0"/>
          </a:p>
          <a:p>
            <a:pPr rtl="1">
              <a:defRPr/>
            </a:pPr>
            <a:endParaRPr lang="en-GB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82774E8D-C14F-4481-E221-3C56D4B83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67A28321-DC84-46B3-B807-066DBA3029BF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1935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C7FF90DB-71DC-2A47-4707-DC5DAA68C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6512-D7AE-7EB5-4936-8B8794BD9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>
              <a:defRPr/>
            </a:pPr>
            <a:endParaRPr lang="en-GB" dirty="0"/>
          </a:p>
          <a:p>
            <a:pPr rtl="1">
              <a:defRPr/>
            </a:pPr>
            <a:endParaRPr lang="en-GB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82774E8D-C14F-4481-E221-3C56D4B83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67A28321-DC84-46B3-B807-066DBA3029BF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110837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E649D042-3B8A-EFA0-4CC5-AC7270A1A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D70A2ABB-55CF-2927-2F37-742B9F1E2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  <a:p>
            <a:pPr rtl="1"/>
            <a:r>
              <a:rPr lang="ar" dirty="0"/>
              <a:t>.</a:t>
            </a:r>
          </a:p>
          <a:p>
            <a:pPr rtl="1"/>
            <a:endParaRPr lang="en-GB" altLang="en-US" dirty="0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2BFBE78-7752-A44D-8F60-588371A6A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376DCF4-1505-4F07-972E-A34C850CF6C8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80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EEA3F5DC-F582-045B-30DB-1834E95906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Relationship Id="rId5" Type="http://schemas.openxmlformats.org/officeDocument/2006/relationships/comments" Target="../comments/comment1.xm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0012F91A-CE7E-F9D0-49A0-525DD2185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2130425"/>
            <a:ext cx="9144000" cy="223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/>
              <a:t>الوحدة 2</a:t>
            </a:r>
            <a:br>
              <a:rPr lang="en-GB" altLang="en-US" dirty="0"/>
            </a:br>
            <a:br>
              <a:rPr lang="en-US" altLang="en-US" dirty="0"/>
            </a:br>
            <a:r>
              <a:rPr lang="ar" b="1" kern="0" dirty="0">
                <a:effectLst/>
                <a:ea typeface="Calibri" panose="020F0502020204030204" pitchFamily="34" charset="0"/>
              </a:rPr>
              <a:t>مهارات التفكير في المسائل الهندسية لابتكار الحلول</a:t>
            </a:r>
            <a:endParaRPr lang="en-GB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DEA430-B1E0-5104-2D85-3B112697C3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15868"/>
            <a:ext cx="9144000" cy="287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إيديوكيشن ليمتد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2FB24-F17F-CB58-CD61-F49DBB258C5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 kern="0" dirty="0">
                <a:effectLst/>
                <a:ea typeface="Calibri" panose="020F0502020204030204" pitchFamily="34" charset="0"/>
              </a:rPr>
              <a:t>مهارات التفكير في المشكلات الهندسية</a:t>
            </a:r>
            <a:endParaRPr lang="en-GB" altLang="en-US" dirty="0"/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346325"/>
            <a:ext cx="799147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سوف تتعرف في هذه الوحدة على حل المشكلات بطريقة منهجية، من خلال تطبيق مجموعة من الأدوات والأساليب التي تسمح لك بالتفكير الإبداعي.</a:t>
            </a:r>
          </a:p>
          <a:p>
            <a:pPr marL="0" indent="0" rtl="1">
              <a:buNone/>
            </a:pPr>
            <a:r>
              <a:rPr lang="ar" dirty="0"/>
              <a:t>وسوف تتعلم السلوكيات والمهارات الأساسية التي يستخدمها المهندسون عند تنفيذ عملهم، وتثبت ذلك من خلال حل مشكلة هندسية.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سوف تواجه مراحل التصميم والبناء والاختبار والتقييم لمشروع هندسي وتتعلم كيفية تطبيق المبادئ المذكورة أعلاه في سياق معين.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F49AE1-498F-FBAA-39F4-74A750D3FF3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أهداف التعلم</a:t>
            </a:r>
            <a:endParaRPr lang="en-GB" altLang="en-US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627313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defTabSz="431800" rtl="1">
              <a:buFont typeface="Wingdings" panose="05000000000000000000" pitchFamily="2" charset="2"/>
              <a:buNone/>
            </a:pPr>
            <a:r>
              <a:rPr lang="ar" b="1" dirty="0"/>
              <a:t>(أ)	</a:t>
            </a:r>
            <a:r>
              <a:rPr lang="ar" dirty="0"/>
              <a:t>تطوير نموذج</a:t>
            </a:r>
            <a:r>
              <a:rPr lang="ar" b="0" i="0" u="none" strike="noStrike" dirty="0"/>
              <a:t> أولي لحل التحدي الهندسي</a:t>
            </a:r>
            <a:endParaRPr lang="en-GB" altLang="en-US" dirty="0"/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ar" b="1" dirty="0"/>
              <a:t>(ب)	</a:t>
            </a:r>
            <a:r>
              <a:rPr lang="ar" dirty="0"/>
              <a:t>مراجعة مستوى أداء النموذج الأولي لحل 	التحدي الهندسي والمناهج</a:t>
            </a:r>
            <a:r>
              <a:rPr lang="en-US" dirty="0"/>
              <a:t> </a:t>
            </a:r>
            <a:r>
              <a:rPr lang="ar" dirty="0"/>
              <a:t>والسلوكيات التي تم تطبيقها.</a:t>
            </a:r>
          </a:p>
          <a:p>
            <a:pPr marL="0" indent="0" defTabSz="431800" rtl="1"/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1859E93-A453-982D-6DEE-AE6EE16D44F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48352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(أ)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50938" y="3523888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(أ1): المبادئ الهندسية</a:t>
            </a:r>
          </a:p>
          <a:p>
            <a:pPr rtl="1"/>
            <a:r>
              <a:rPr lang="ar"/>
              <a:t>(أ2): النهج التكراري لحل المشكلات</a:t>
            </a:r>
          </a:p>
          <a:p>
            <a:pPr rtl="1"/>
            <a:r>
              <a:rPr lang="ar"/>
              <a:t>(أ3): مناهج لتسهيل حل المسائل</a:t>
            </a:r>
          </a:p>
          <a:p>
            <a:pPr rtl="1"/>
            <a:r>
              <a:rPr lang="ar"/>
              <a:t>(أ4): النماذج الأولية</a:t>
            </a:r>
          </a:p>
          <a:p>
            <a:pPr rtl="1"/>
            <a:r>
              <a:rPr lang="ar"/>
              <a:t>(أ5): السلوكيات</a:t>
            </a:r>
            <a:endParaRPr lang="en-US" altLang="en-US" dirty="0"/>
          </a:p>
          <a:p>
            <a:pPr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060575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إنشاء نموذج أولي لحل التحدي الهندسي </a:t>
            </a: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F7B6C88-5038-FC1A-08E3-6380490792C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43528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(أ1): المبادئ الهندسية (1) - الكميات الأساسية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72344" y="1978476"/>
            <a:ext cx="7199312" cy="12255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يتطلب تصميم أو اختبار أي منتج أو نظام معرفة الكميات الأساسية مثل الطول والكتلة والوقت.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14686"/>
            <a:ext cx="3599656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وباستخدام هذه الخصائص يمكننا بعد ذلك حساب المزيد من الخصائص مثل المساحة والحجم والوزن والقوة والسرعة والتسارع.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ruler and a marker on a blueprint&#10;&#10;Description automatically generated">
            <a:extLst>
              <a:ext uri="{FF2B5EF4-FFF2-40B4-BE49-F238E27FC236}">
                <a16:creationId xmlns:a16="http://schemas.microsoft.com/office/drawing/2014/main" id="{D6AEC212-47B5-40B9-9A01-4955B2842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140968"/>
            <a:ext cx="3922294" cy="2878044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CC37A0E-BBE8-A752-FE0D-3C9FD47A6F9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275620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الكميات الأساسية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8" y="2156747"/>
            <a:ext cx="4145260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تحتوي الغرفة على الأبعاد الموضحة في الرسم التخطيطي.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مساحة الغرفة؟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 ارتفاع الغرفة 3 أمتار، فما </a:t>
            </a:r>
            <a:r>
              <a:rPr lang="ar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حجم</a:t>
            </a: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الغرفة؟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i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كن حذرًا مع الوحدات!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4" descr="A blue rectangle with red border&#10;&#10;Description automatically generated">
            <a:extLst>
              <a:ext uri="{FF2B5EF4-FFF2-40B4-BE49-F238E27FC236}">
                <a16:creationId xmlns:a16="http://schemas.microsoft.com/office/drawing/2014/main" id="{C033E79A-4401-19BD-669D-06515C2E2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9" y="2708920"/>
            <a:ext cx="3657600" cy="261455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BA687-A91E-4E86-63F6-69D61709283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550257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الكميات </a:t>
            </a:r>
            <a:r>
              <a:rPr lang="ar" sz="2800"/>
              <a:t>الأساسية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8" y="2156747"/>
            <a:ext cx="4145260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المساحة = 3,2 م × 4,5 م = 14,4 متر مربع</a:t>
            </a:r>
          </a:p>
          <a:p>
            <a:pPr rtl="1"/>
            <a:endParaRPr lang="ar-EG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الحجم = 3,2 م × 4,5 م × 3 م = 43,2 متر مكعب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1" descr="A blue rectangle with red border&#10;&#10;Description automatically generated">
            <a:extLst>
              <a:ext uri="{FF2B5EF4-FFF2-40B4-BE49-F238E27FC236}">
                <a16:creationId xmlns:a16="http://schemas.microsoft.com/office/drawing/2014/main" id="{EC685E5E-8726-AB3E-1EB0-526EFC375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62" y="2708920"/>
            <a:ext cx="3657600" cy="261455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18738-630A-F415-B433-919871110FF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337081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(2) - خواص المواد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72344" y="1978476"/>
            <a:ext cx="7199312" cy="12255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يمكنك معرفة مدى ملاءمة المواد التي تتعامل معها للغرض المقصود منها من خلال التعرف على خواصها.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56" y="3266825"/>
            <a:ext cx="3599656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 فهم خواص المواد مثل الكثافة والموصلية والمغناطيسية والمرونة والقوة سيسمح لك باختيار المادة المناسبة لاحتياجاتك. 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hand holding a purple slime&#10;&#10;Description automatically generated">
            <a:extLst>
              <a:ext uri="{FF2B5EF4-FFF2-40B4-BE49-F238E27FC236}">
                <a16:creationId xmlns:a16="http://schemas.microsoft.com/office/drawing/2014/main" id="{73A39B42-6753-4161-0D18-1EE28B1EF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236910"/>
            <a:ext cx="4752474" cy="315748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CAA22-E765-9BF6-1F78-B1FB3EF9E58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208338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خواص </a:t>
            </a:r>
            <a:r>
              <a:rPr lang="ar" sz="2800"/>
              <a:t>المواد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8" y="2156747"/>
            <a:ext cx="4145260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عليك تصميم لعبة بلاستيكية مناسبة للأطفال للعب بها في الحمام.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الخواص المهمة التي يجب مراعاتها عند اختيار مادة مناسبة؟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yellow rubber ducky&#10;&#10;Description automatically generated">
            <a:extLst>
              <a:ext uri="{FF2B5EF4-FFF2-40B4-BE49-F238E27FC236}">
                <a16:creationId xmlns:a16="http://schemas.microsoft.com/office/drawing/2014/main" id="{5F14DB38-B63B-6E39-91A4-3CFCD4CE4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68" y="2924944"/>
            <a:ext cx="3429000" cy="2293557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C46662E-78C7-EEE1-75B3-F5398249A82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637593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خواص المواد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8" y="2156747"/>
            <a:ext cx="4145260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يتعين عليك النظر بعين الاعتبار لما يلي: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سهولة التشكيل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مقاومة الماء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الكتلة </a:t>
            </a:r>
          </a:p>
          <a:p>
            <a:pPr rtl="1"/>
            <a:r>
              <a:rPr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</a:t>
            </a:r>
            <a:r>
              <a:rPr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المتانة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التكلفة</a:t>
            </a:r>
            <a:endParaRPr lang="en-US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yellow rubber ducky&#10;&#10;Description automatically generated">
            <a:extLst>
              <a:ext uri="{FF2B5EF4-FFF2-40B4-BE49-F238E27FC236}">
                <a16:creationId xmlns:a16="http://schemas.microsoft.com/office/drawing/2014/main" id="{E086330B-D786-7BF3-1D30-98B6DF363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996952"/>
            <a:ext cx="3429000" cy="2293557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82A1593-B9E9-5A89-0B3A-E6EE68507E3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889175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A diagram of a hand pulling a spring&#10;&#10;Description automatically generated">
            <a:extLst>
              <a:ext uri="{FF2B5EF4-FFF2-40B4-BE49-F238E27FC236}">
                <a16:creationId xmlns:a16="http://schemas.microsoft.com/office/drawing/2014/main" id="{98B63B0D-A740-14E5-988A-8B56B56C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084" y="1696256"/>
            <a:ext cx="3200400" cy="4325032"/>
          </a:xfrm>
          <a:prstGeom prst="rect">
            <a:avLst/>
          </a:prstGeom>
        </p:spPr>
      </p:pic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(3) - القوى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616" y="2001270"/>
            <a:ext cx="4248692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يعد فهم تأثير القوى داخل النظام الهندسي أمرًا حيويًا لضمان فاعلية الحل النهائي وسلامته.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تتعرض أجزاء من النظام للشد أو الانضغاط أو الالتواء أو تكون عرضة للاحتكاك.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B0EC4-F8C7-F75F-7AF9-5CEC27E111C2}"/>
              </a:ext>
            </a:extLst>
          </p:cNvPr>
          <p:cNvSpPr/>
          <p:nvPr/>
        </p:nvSpPr>
        <p:spPr>
          <a:xfrm>
            <a:off x="7092280" y="4509120"/>
            <a:ext cx="1085222" cy="284703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 anchor="b" anchorCtr="0">
            <a:noAutofit/>
          </a:bodyPr>
          <a:lstStyle/>
          <a:p>
            <a:pPr indent="0" algn="l" rtl="1">
              <a:lnSpc>
                <a:spcPts val="343"/>
              </a:lnSpc>
            </a:pPr>
            <a:r>
              <a:rPr lang="ar" sz="1400" dirty="0">
                <a:solidFill>
                  <a:srgbClr val="21212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قوة السحب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9FFD06-29B3-65C6-DF57-3309925B62D9}"/>
              </a:ext>
            </a:extLst>
          </p:cNvPr>
          <p:cNvSpPr/>
          <p:nvPr/>
        </p:nvSpPr>
        <p:spPr>
          <a:xfrm>
            <a:off x="5220072" y="4575376"/>
            <a:ext cx="572756" cy="28135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400" dirty="0">
                <a:solidFill>
                  <a:srgbClr val="21212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الوزن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037F4-8EB0-6EB7-71B2-6BA3F4976E1E}"/>
              </a:ext>
            </a:extLst>
          </p:cNvPr>
          <p:cNvSpPr/>
          <p:nvPr/>
        </p:nvSpPr>
        <p:spPr>
          <a:xfrm>
            <a:off x="4896897" y="3586666"/>
            <a:ext cx="1142162" cy="27800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400" dirty="0">
                <a:solidFill>
                  <a:srgbClr val="21212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القوة التصاعدية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FDCC9AC-5CE3-66F4-732F-AA282415D25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169145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القوى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320" y="2156747"/>
            <a:ext cx="3538918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عند استخدام مفك البراغي لإحكام ربط برغي ، ما </a:t>
            </a:r>
            <a:r>
              <a:rPr lang="ar" b="1" i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القوتان</a:t>
            </a: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الموضحتان أدناه اللذين يخضع لهما مفك البراغي؟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D6F27BB-6CDF-794D-AF07-62B6FF29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98" y="5635400"/>
            <a:ext cx="8025426" cy="45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الشد             </a:t>
            </a:r>
            <a:r>
              <a:rPr lang="en-US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	</a:t>
            </a: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الانضغاط      </a:t>
            </a:r>
            <a:r>
              <a:rPr lang="en-US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	</a:t>
            </a: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      الالتواء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4" descr="A blue and black screwdriver&#10;&#10;Description automatically generated">
            <a:extLst>
              <a:ext uri="{FF2B5EF4-FFF2-40B4-BE49-F238E27FC236}">
                <a16:creationId xmlns:a16="http://schemas.microsoft.com/office/drawing/2014/main" id="{F2199D0C-BB5B-5E2D-C258-FA71E90ED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160" y="2184430"/>
            <a:ext cx="2743200" cy="276087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3F205-72DE-4399-33FF-B01E964F930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62816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القوى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2156747"/>
            <a:ext cx="41452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الانضغاط، عندما يتم الضغط بمفك البراغي على البرغي</a:t>
            </a:r>
          </a:p>
          <a:p>
            <a:pPr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الالتواء حيث يتم لفه لإحكام ربط البرغي.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D6F27BB-6CDF-794D-AF07-62B6FF29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98" y="5635400"/>
            <a:ext cx="8025426" cy="45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الشد          </a:t>
            </a:r>
            <a:r>
              <a:rPr lang="en-US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	        </a:t>
            </a: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  الانضغاط      </a:t>
            </a:r>
            <a:r>
              <a:rPr lang="en-US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		        </a:t>
            </a:r>
            <a:r>
              <a:rPr lang="ar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      الالتواء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2A24A38-17DA-D5AD-487E-2475D18CB321}"/>
              </a:ext>
            </a:extLst>
          </p:cNvPr>
          <p:cNvSpPr/>
          <p:nvPr/>
        </p:nvSpPr>
        <p:spPr>
          <a:xfrm>
            <a:off x="2987824" y="5445224"/>
            <a:ext cx="3240360" cy="7803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92506E-BA02-15BD-27EE-C174F04CF842}"/>
              </a:ext>
            </a:extLst>
          </p:cNvPr>
          <p:cNvSpPr/>
          <p:nvPr/>
        </p:nvSpPr>
        <p:spPr>
          <a:xfrm>
            <a:off x="855115" y="5493598"/>
            <a:ext cx="1791816" cy="7803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blue and black screwdriver&#10;&#10;Description automatically generated">
            <a:extLst>
              <a:ext uri="{FF2B5EF4-FFF2-40B4-BE49-F238E27FC236}">
                <a16:creationId xmlns:a16="http://schemas.microsoft.com/office/drawing/2014/main" id="{11F5D2EF-E8CF-A7C1-7529-75919E8B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048562"/>
            <a:ext cx="2743200" cy="2760875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70DEC71-7893-89C7-928C-A3939BB0742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09263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(4) - الآلات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768" y="1887880"/>
            <a:ext cx="4565924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الآلة هي أحد الترتيبات التي تمنح «ميزة ميكانيكية» للقوة.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دمج الآلات البسيطة، مثل الرافعات والبكرات، في تصميماتك لتسهيل استخدام النظام.   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يمكن أيضًا إجراء حسابات مختلفة لتحديد مقدار الميزة التي يتم إنشاؤها.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person holding a box&#10;&#10;Description automatically generated">
            <a:extLst>
              <a:ext uri="{FF2B5EF4-FFF2-40B4-BE49-F238E27FC236}">
                <a16:creationId xmlns:a16="http://schemas.microsoft.com/office/drawing/2014/main" id="{310FB4A6-1FC1-74FA-A08B-433CAF5C0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7" y="1988840"/>
            <a:ext cx="3256169" cy="3673772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8EFE195-F523-CA6B-0D66-0341FE80DA4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68314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(5) - الحركة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68393" y="1992354"/>
            <a:ext cx="7199312" cy="12255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إذا كان نظامك يحتوي على أي أجزاء متحركة، أو يحرك جسمًا آخر، فمن المهم أن تفهم مبادئ الحركة عند تصميمه.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651" y="3204026"/>
            <a:ext cx="3599656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تعتبر الخصائص مثل الوقت والسرعة والتسارع والقوة الدافعة مهمة حتى تتمكن من الفهم والحساب.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drone flying in the air&#10;&#10;Description automatically generated">
            <a:extLst>
              <a:ext uri="{FF2B5EF4-FFF2-40B4-BE49-F238E27FC236}">
                <a16:creationId xmlns:a16="http://schemas.microsoft.com/office/drawing/2014/main" id="{CBD088EA-0178-06BE-EFAA-9A5340615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217904"/>
            <a:ext cx="4126832" cy="27570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FC01F-C1F5-7F43-C055-1D3D2B097B4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083615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الحركة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156747"/>
            <a:ext cx="4361286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أنت تقوم بتصميم طائرة بدون طيار يجب أن ترتفع إلى 10 أمتار عن الأرض في 5 ثوانٍ.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السرعة التي تحتاج الطائرة بدون طيار إلى تحقيقها لتلبية هذه المتطلبات؟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white drone with green and blue propellers&#10;&#10;Description automatically generated">
            <a:extLst>
              <a:ext uri="{FF2B5EF4-FFF2-40B4-BE49-F238E27FC236}">
                <a16:creationId xmlns:a16="http://schemas.microsoft.com/office/drawing/2014/main" id="{A8CC6B32-B47F-C98F-0D2A-608AAC27E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35" y="2708920"/>
            <a:ext cx="3888737" cy="2592288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151ADC9-7687-CAA6-71D9-53D3F62456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4941020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الحركة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542" y="2420938"/>
            <a:ext cx="450530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  <a:tabLst>
                <a:tab pos="1341438" algn="l"/>
              </a:tabLst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	= المسافة  / الوقت </a:t>
            </a:r>
          </a:p>
          <a:p>
            <a:pPr marL="0" indent="0" defTabSz="671513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	= 10 / 5 </a:t>
            </a:r>
          </a:p>
          <a:p>
            <a:pPr marL="0" indent="0" rtl="1">
              <a:buNone/>
            </a:pPr>
            <a:endParaRPr lang="en-US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2 متر في الثانية (م/ث)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white drone with green and blue propellers&#10;&#10;Description automatically generated">
            <a:extLst>
              <a:ext uri="{FF2B5EF4-FFF2-40B4-BE49-F238E27FC236}">
                <a16:creationId xmlns:a16="http://schemas.microsoft.com/office/drawing/2014/main" id="{95CB5C31-1B06-4757-DA41-4C8774AEE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35" y="2708920"/>
            <a:ext cx="3888737" cy="2592288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13EB9D1-B925-FF35-8E5E-8B8256A1117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391303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(6) - الطاقة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206" y="1986204"/>
            <a:ext cx="4461226" cy="28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 نظامك يقوم بأي «عمل» (مثل الحركة أو إصدار صوت أو توليد الضوء أو الحرارة) فسوف يقوم بإنشاء و/أو استخدام الطاقة.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ومن أمثلة أشكال الطاقة، الطاقة الحركية وطاقة الوضع (الجهد) والطاقة الكهربائية والطاقة الضوئية والطاقة الحرارية.  تتيح لك معرفة هذه الأمور في التصميم الخاص بك فهم عملها بشكل أفضل.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diagram of a motor&#10;&#10;Description automatically generated">
            <a:extLst>
              <a:ext uri="{FF2B5EF4-FFF2-40B4-BE49-F238E27FC236}">
                <a16:creationId xmlns:a16="http://schemas.microsoft.com/office/drawing/2014/main" id="{363F23AA-03F9-A196-6F28-7848A942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780928"/>
            <a:ext cx="2996245" cy="2132744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5DAC8F5-E280-4893-6E4A-1A2C60FF14D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034562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المبادئ الهندسية (7) - الكهرباء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986204"/>
            <a:ext cx="8003232" cy="65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تتطلب العديد من الأنظمة استخدام الكهرباء من أجل تشغيلها.  </a:t>
            </a: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يعد فهم المصطلحات الكهربائية مثل الجهد والتيار والمقاومة والاستمرارية والتيار المباشر والتيار المتردد أمرًا مهمًا عند تصميم الأنظمة الكهربائية - جنبًا إلى جنب مع الأجهزة الكهربائية البسيطة.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5" descr="A close-up of a circuit&#10;&#10;Description automatically generated">
            <a:extLst>
              <a:ext uri="{FF2B5EF4-FFF2-40B4-BE49-F238E27FC236}">
                <a16:creationId xmlns:a16="http://schemas.microsoft.com/office/drawing/2014/main" id="{4652CEEB-2937-069E-071A-EEFA252BF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428037"/>
            <a:ext cx="4764506" cy="264887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B6637-3205-D0F3-91AE-8B0A05B2E0E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62865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الكهرباء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08" y="2103509"/>
            <a:ext cx="843469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ستضيء الدائرة الموضحة مصباحين عند إغلاق المفتاح.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نوعا الطاقة اللذان تتحول إليهما الطاقة الكهربائية الناتجة من البطارية بمجرد تدفق التيار، وما خاصية المصابيح التي تتسبب في حدوث ذلك؟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close-up of a circuit&#10;&#10;Description automatically generated">
            <a:extLst>
              <a:ext uri="{FF2B5EF4-FFF2-40B4-BE49-F238E27FC236}">
                <a16:creationId xmlns:a16="http://schemas.microsoft.com/office/drawing/2014/main" id="{6B4CD8CD-2820-5893-4B93-232E4C0FC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568" y="3632574"/>
            <a:ext cx="4572001" cy="2540588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13C88BF-A757-23E5-AFDF-2DBA56098E9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936538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الكهرباء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08" y="2201252"/>
            <a:ext cx="8229600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يتم تحويل الطاقة الكهربائية إلى ضوء وحرارة.   وسوف تضيء المصابيح وتسخن.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 مقاومة المصابيح هي التي تسبب حدوث ذلك.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2" descr="A close-up of a circuit&#10;&#10;Description automatically generated">
            <a:extLst>
              <a:ext uri="{FF2B5EF4-FFF2-40B4-BE49-F238E27FC236}">
                <a16:creationId xmlns:a16="http://schemas.microsoft.com/office/drawing/2014/main" id="{7F4B552F-3BD1-043F-DA0D-CB69D6F1B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428037"/>
            <a:ext cx="5029200" cy="2793250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53F9104-38C5-93A8-4C48-DBC34415F1A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020937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أ2: النهج التكراري لحل المشكلات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276700" y="1978476"/>
            <a:ext cx="3894956" cy="15225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يتم تعريف </a:t>
            </a:r>
            <a:r>
              <a:rPr lang="ar" b="0" i="0">
                <a:solidFill>
                  <a:srgbClr val="202124"/>
                </a:solidFill>
                <a:effectLst/>
              </a:rPr>
              <a:t> الإجراء «التكراري» بأنه الإجراء الذي يتم فيه استخدام نتيجة مهمة سابقة للحصول على تقديرات تقريبية أقرب لحل المشكلة.  وعادة ما يتم عرضه على أنه «دورة».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2EF1F9-4E54-29C7-A925-18CB703F0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04" y="4618202"/>
            <a:ext cx="7513728" cy="152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solidFill>
                  <a:srgbClr val="20212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وعند تطبيقه على تصميم منتج أو نظام، فإنه يتكون من عدد من الخطوات المحددة التي يمكن تكرارها حتى يتم الوصول إلى حل التصميم. 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556D2A-A2B7-4558-8C13-32F712FD7B5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A009013-4F70-0DBB-4FC7-FBF9E1C0BEBD}"/>
              </a:ext>
            </a:extLst>
          </p:cNvPr>
          <p:cNvGrpSpPr/>
          <p:nvPr/>
        </p:nvGrpSpPr>
        <p:grpSpPr>
          <a:xfrm>
            <a:off x="755576" y="2057400"/>
            <a:ext cx="2743200" cy="2743200"/>
            <a:chOff x="755576" y="2057400"/>
            <a:chExt cx="2743200" cy="2743200"/>
          </a:xfrm>
        </p:grpSpPr>
        <p:pic>
          <p:nvPicPr>
            <p:cNvPr id="6" name="Picture 5" descr="A diagram of a plan&#10;&#10;Description automatically generated">
              <a:extLst>
                <a:ext uri="{FF2B5EF4-FFF2-40B4-BE49-F238E27FC236}">
                  <a16:creationId xmlns:a16="http://schemas.microsoft.com/office/drawing/2014/main" id="{854437DC-1F94-DFF9-F482-1908EEE01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576" y="2057400"/>
              <a:ext cx="2743200" cy="27432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715738-9956-D055-131D-689260094E2F}"/>
                </a:ext>
              </a:extLst>
            </p:cNvPr>
            <p:cNvSpPr/>
            <p:nvPr/>
          </p:nvSpPr>
          <p:spPr>
            <a:xfrm>
              <a:off x="1259631" y="2864390"/>
              <a:ext cx="487809" cy="295993"/>
            </a:xfrm>
            <a:prstGeom prst="rect">
              <a:avLst/>
            </a:prstGeom>
            <a:solidFill>
              <a:srgbClr val="BC1D32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ar-EG" sz="1050" dirty="0">
                  <a:solidFill>
                    <a:schemeClr val="bg1">
                      <a:lumMod val="9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التخطيط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7CB9F-B145-22EC-C96C-C5EC5B5CABDE}"/>
                </a:ext>
              </a:extLst>
            </p:cNvPr>
            <p:cNvSpPr/>
            <p:nvPr/>
          </p:nvSpPr>
          <p:spPr>
            <a:xfrm>
              <a:off x="2627784" y="2958160"/>
              <a:ext cx="378420" cy="295993"/>
            </a:xfrm>
            <a:prstGeom prst="rect">
              <a:avLst/>
            </a:prstGeom>
            <a:solidFill>
              <a:srgbClr val="FAC720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ar-EG" sz="1050" dirty="0">
                  <a:solidFill>
                    <a:schemeClr val="bg1">
                      <a:lumMod val="9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التنفيذ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20C604-D643-5CFA-F146-0B29C5B2622A}"/>
                </a:ext>
              </a:extLst>
            </p:cNvPr>
            <p:cNvSpPr/>
            <p:nvPr/>
          </p:nvSpPr>
          <p:spPr>
            <a:xfrm>
              <a:off x="2405063" y="4028932"/>
              <a:ext cx="545305" cy="245217"/>
            </a:xfrm>
            <a:prstGeom prst="rect">
              <a:avLst/>
            </a:prstGeom>
            <a:solidFill>
              <a:srgbClr val="74CFD2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ar-EG" sz="1050" dirty="0">
                  <a:solidFill>
                    <a:schemeClr val="bg1">
                      <a:lumMod val="9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التحقق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D18FF5-63A5-0472-6553-7731733B4D5C}"/>
                </a:ext>
              </a:extLst>
            </p:cNvPr>
            <p:cNvSpPr/>
            <p:nvPr/>
          </p:nvSpPr>
          <p:spPr>
            <a:xfrm>
              <a:off x="1308313" y="4005064"/>
              <a:ext cx="455375" cy="269085"/>
            </a:xfrm>
            <a:prstGeom prst="rect">
              <a:avLst/>
            </a:prstGeom>
            <a:solidFill>
              <a:srgbClr val="214C7F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ar-EG" sz="1050" dirty="0">
                  <a:solidFill>
                    <a:schemeClr val="bg1">
                      <a:lumMod val="9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التصرف</a:t>
              </a:r>
              <a:endParaRPr lang="en-US" sz="105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40884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النهج </a:t>
            </a:r>
            <a:r>
              <a:rPr lang="ar" sz="2800"/>
              <a:t>التكراري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- مناقشة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56747"/>
            <a:ext cx="77456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فيما يلي جميع المراحل الممكنة في النهج التكراري للتصميم.  وضعها بالترتيب الذي تريد حدوثه.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D6F27BB-6CDF-794D-AF07-62B6FF29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849" y="3593045"/>
            <a:ext cx="4145262" cy="260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وصف النتائج المطلوبة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اقتراح التحسينات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تنفيذ الحل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تصور الأفكار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7BEBB38-95D2-5CA4-C667-4C94A4B1D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07" y="3593044"/>
            <a:ext cx="4145262" cy="260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الحل الأفضل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جمع المعلومات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وصف المشكلة </a:t>
            </a:r>
          </a:p>
          <a:p>
            <a:pPr rtl="1"/>
            <a:r>
              <a:rPr lang="ar" sz="2000" b="1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النتائج وتقييمها        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3A066-FF14-6668-7335-36B4C1CBC6F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038354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النهج </a:t>
            </a:r>
            <a:r>
              <a:rPr lang="ar" sz="2800"/>
              <a:t>التكراري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- مناقشة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56747"/>
            <a:ext cx="77456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فيما يلي جميع المراحل الممكنة في النهج التكراري للتصميم.  وضعها بالترتيب الذي تريد حدوثه.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D6F27BB-6CDF-794D-AF07-62B6FF29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63" y="3059873"/>
            <a:ext cx="8082349" cy="260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400" b="0" kern="0" dirty="0">
                <a:solidFill>
                  <a:srgbClr val="00206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وصف المشكلة، وصف النتائج المطلوبة، جمع المعلومات، تصور الأفكار، اختيار الحل الأفضل، تنفيذ الحل، اختبار النتائج وتقييمها، اقتراح التحسينات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BD44DFC-A47A-E27F-7A8F-BCC1533C694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016375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06832"/>
            <a:ext cx="858964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أ3: مناهج لتسهيل حل المشكلات (1)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27584" y="2767226"/>
            <a:ext cx="1770124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/>
              <a:t>الاحتفاظ بسجلات شاملة</a:t>
            </a:r>
          </a:p>
          <a:p>
            <a:pPr rtl="1"/>
            <a:endParaRPr lang="en-GB" altLang="en-US" sz="20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 </a:t>
            </a:r>
            <a:endParaRPr lang="en-GB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C63A42E-F6B7-B3C6-44A8-9A70AA33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847" y="2708047"/>
            <a:ext cx="180230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نهج منظم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D209DCD-66D1-BC63-9C04-1C5AA0BC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430" y="2680491"/>
            <a:ext cx="196592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المعلومات بشكل جيد</a:t>
            </a:r>
          </a:p>
          <a:p>
            <a:pPr marL="0" indent="0" rtl="1"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D6755F-5382-3609-FAA7-03B288F24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693" y="5371656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إعداد الرسومات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E9E8846-1466-C131-38A6-8923C397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5436571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النماذج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notebook with a diagram on it&#10;&#10;Description automatically generated">
            <a:extLst>
              <a:ext uri="{FF2B5EF4-FFF2-40B4-BE49-F238E27FC236}">
                <a16:creationId xmlns:a16="http://schemas.microsoft.com/office/drawing/2014/main" id="{18E3E005-3832-8244-3793-B9358401B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3356992"/>
            <a:ext cx="2736304" cy="2736304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A064289-CC27-7D05-BEBC-15E66FDAC0B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96049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مناهج لتسهيل حل المشكلات (2)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27584" y="2767226"/>
            <a:ext cx="1770124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/>
              <a:t>تبسيط المشكلة</a:t>
            </a:r>
          </a:p>
          <a:p>
            <a:pPr rtl="1"/>
            <a:endParaRPr lang="en-GB" altLang="en-US" sz="20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 </a:t>
            </a:r>
            <a:endParaRPr lang="en-GB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C63A42E-F6B7-B3C6-44A8-9A70AA33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847" y="1944479"/>
            <a:ext cx="180230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الخرائط الذهنية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D209DCD-66D1-BC63-9C04-1C5AA0BC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430" y="2680491"/>
            <a:ext cx="2592288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التصور</a:t>
            </a:r>
          </a:p>
          <a:p>
            <a:pPr marL="0" indent="0" rtl="1"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D6755F-5382-3609-FAA7-03B288F24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847" y="5371656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التفكير في الأنظمة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E9E8846-1466-C131-38A6-8923C397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5436571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التحسين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5" descr="A diagram of different colored rectangles&#10;&#10;Description automatically generated">
            <a:extLst>
              <a:ext uri="{FF2B5EF4-FFF2-40B4-BE49-F238E27FC236}">
                <a16:creationId xmlns:a16="http://schemas.microsoft.com/office/drawing/2014/main" id="{570A69E1-7DD9-4B4C-820A-86A6B63DB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260166"/>
            <a:ext cx="3816787" cy="2100834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F5B82A-5D09-6FB0-6A90-F5376B4180A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467503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أ4: النماذج الأولية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93474" y="1808162"/>
            <a:ext cx="3342422" cy="1620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النموذج الأولي هو النسخة المادية الأولى من التصميم المقترح.    إذ يوضح مدى تلبية مقترح التصميم للمتطلبات النهائية.</a:t>
            </a:r>
            <a:endParaRPr lang="en-GB" b="0" i="0" dirty="0">
              <a:solidFill>
                <a:srgbClr val="202124"/>
              </a:solidFill>
              <a:effectLst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5847CDB-FEED-94F2-7165-2C6CF21EA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616" y="4556057"/>
            <a:ext cx="3540223" cy="122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تساعد النماذج الأولية البسيطة المصنوعة من المواد اليومية في تصور التصميم النهائي.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4" descr="A wooden yoyo with a string&#10;&#10;Description automatically generated">
            <a:extLst>
              <a:ext uri="{FF2B5EF4-FFF2-40B4-BE49-F238E27FC236}">
                <a16:creationId xmlns:a16="http://schemas.microsoft.com/office/drawing/2014/main" id="{231970E7-381C-3EB4-F453-9A8A20D5A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666964"/>
            <a:ext cx="3844346" cy="2788415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FFEA09-6FD1-2DB1-51E4-4B0588C42AF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679767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الاختبار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508104" y="1808162"/>
            <a:ext cx="3342422" cy="1620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/>
              <a:t>سيحدد الاختبار نقاط القوة والضعف، ويمكن أن يساعد في المرحلة التالية من النهج التكراري.</a:t>
            </a:r>
            <a:endParaRPr lang="en-GB" b="0" i="0" dirty="0">
              <a:solidFill>
                <a:srgbClr val="202124"/>
              </a:solidFill>
              <a:effectLst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5847CDB-FEED-94F2-7165-2C6CF21EA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921" y="4276103"/>
            <a:ext cx="3540223" cy="122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اختبار القوى والمتانة والخواص الكهربائية واستخدام الطاقة وما إلى ذلك.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3" name="Picture 5" descr="A hand holding a pen and a clipboard with stars&#10;&#10;Description automatically generated">
            <a:extLst>
              <a:ext uri="{FF2B5EF4-FFF2-40B4-BE49-F238E27FC236}">
                <a16:creationId xmlns:a16="http://schemas.microsoft.com/office/drawing/2014/main" id="{6BDF91DD-87FE-6025-D534-C7232C8B9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011" y="2325317"/>
            <a:ext cx="3176336" cy="3176336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BDD2827-3D5F-F8E0-189E-9B5958568D8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380357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/>
              <a:t>أ5: السلوكيات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ar" sz="2800" b="0"/>
              <a:t>سيتحلى المهندس الناجح بالخصائص التالية</a:t>
            </a:r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62618" y="3068960"/>
            <a:ext cx="2592288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algn="l" rtl="1">
              <a:buNone/>
            </a:pPr>
            <a:r>
              <a:rPr lang="ar" dirty="0"/>
              <a:t>حب الاطلاع والفضول</a:t>
            </a:r>
          </a:p>
          <a:p>
            <a:pPr rtl="1"/>
            <a:endParaRPr lang="en-GB" altLang="en-US" sz="20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 </a:t>
            </a:r>
            <a:endParaRPr lang="en-GB" b="0" i="0" dirty="0">
              <a:solidFill>
                <a:srgbClr val="202124"/>
              </a:solidFill>
              <a:effectLst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202124"/>
              </a:solidFill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C63A42E-F6B7-B3C6-44A8-9A70AA33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3015594"/>
            <a:ext cx="1733718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المهنية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D209DCD-66D1-BC63-9C04-1C5AA0BC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456" y="3932719"/>
            <a:ext cx="2592288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الانفتاح</a:t>
            </a:r>
          </a:p>
          <a:p>
            <a:pPr marL="0" indent="0" algn="l" rtl="1"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D6755F-5382-3609-FAA7-03B288F24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656" y="3994109"/>
            <a:ext cx="212772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بالدهاء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E9E8846-1466-C131-38A6-8923C397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456" y="4966327"/>
            <a:ext cx="239648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روح التعاون</a:t>
            </a:r>
          </a:p>
          <a:p>
            <a:pPr rtl="1"/>
            <a:endParaRPr lang="en-GB" altLang="en-US" sz="20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B79D-F1E0-6109-66D3-F4543055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9501" y="4972624"/>
            <a:ext cx="1521881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المرونة</a:t>
            </a:r>
          </a:p>
          <a:p>
            <a:pPr marL="0" indent="0" rtl="1"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E954C7-F4EB-E3B8-8B87-A3F4763EB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945" y="3267647"/>
            <a:ext cx="1850110" cy="1957027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867DB67-F4EA-ED14-161E-1365BE0C937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501408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367813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(ب)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5576" y="4077072"/>
            <a:ext cx="7200974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ب1: مراجعة الأقران</a:t>
            </a:r>
          </a:p>
          <a:p>
            <a:pPr rtl="1"/>
            <a:r>
              <a:rPr lang="ar"/>
              <a:t>ب2: مراجعة أداء حل النموذج الأولي</a:t>
            </a:r>
          </a:p>
          <a:p>
            <a:pPr rtl="1"/>
            <a:r>
              <a:rPr lang="ar"/>
              <a:t>(ب3): مراجعة نهجك لحل المشكلات</a:t>
            </a:r>
          </a:p>
          <a:p>
            <a:pPr rtl="1"/>
            <a:r>
              <a:rPr lang="ar"/>
              <a:t>ب4: مراجعة السلوكيات</a:t>
            </a:r>
            <a:endParaRPr lang="en-US" altLang="en-US" dirty="0"/>
          </a:p>
          <a:p>
            <a:pPr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874225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مستوى أداء النموذج الأولي لحل التحدي الهندسي والمناهج والسلوكيات التي تم تطبيقها</a:t>
            </a:r>
            <a:endParaRPr lang="en-GB" altLang="en-US" sz="3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261E036-7541-ECEE-F3D0-DD5A3AC3FC7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41064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2">
            <a:extLst>
              <a:ext uri="{FF2B5EF4-FFF2-40B4-BE49-F238E27FC236}">
                <a16:creationId xmlns:a16="http://schemas.microsoft.com/office/drawing/2014/main" id="{B1AFB788-FB0B-F193-BC90-5622D88A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7934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600"/>
              <a:t>ب1: مراجعة الأقران</a:t>
            </a:r>
          </a:p>
        </p:txBody>
      </p:sp>
      <p:sp>
        <p:nvSpPr>
          <p:cNvPr id="38915" name="Content Placeholder 3">
            <a:extLst>
              <a:ext uri="{FF2B5EF4-FFF2-40B4-BE49-F238E27FC236}">
                <a16:creationId xmlns:a16="http://schemas.microsoft.com/office/drawing/2014/main" id="{1EF0EFE0-6D88-B4E9-0C64-BF11145A0CB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81087" y="2317461"/>
            <a:ext cx="6985000" cy="587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تمنحك مراجعة الأقران الفرصة لتقديم عملك إلى الزملاء للحصول على ملاحظاتهم وتعليقاتهم.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54EFAE17-7981-AAE6-DB2D-EED23FE26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3429000"/>
            <a:ext cx="302384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1">
            <a:spAutoFit/>
          </a:bodyPr>
          <a:lstStyle>
            <a:lvl1pPr marL="2857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rtl="1"/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ومن ثم، يمكن تجميع هذه التعليقات وتوثيقها رسميًا واستخدامها في المرحلة التالية من النهج التكراري للتصميم.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AC5A84-6B6F-587D-22D1-E5EBC279240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6025C29-13E3-03AA-1B92-719229869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600" y="3212976"/>
            <a:ext cx="3096344" cy="2951848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مراجعة الأقران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56747"/>
            <a:ext cx="77456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المعلومات التي يمكنك الحصول عليها من مراجعة الأقران للمساعدة في تصميم منتجك؟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أفضل الطرق لتسجيل هذه التعليقات بحيث تكون متاحة لك لاستخدامها في المستقبل؟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9AB94B9-7E17-1E1E-81FF-5EEB664043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260877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>
                <a:solidFill>
                  <a:schemeClr val="tx1"/>
                </a:solidFill>
              </a:rPr>
              <a:t>مراجعة الأقران </a:t>
            </a:r>
            <a:r>
              <a:rPr lang="ar" sz="2800" i="1">
                <a:solidFill>
                  <a:schemeClr val="tx1"/>
                </a:solidFill>
              </a:rPr>
              <a:t>-</a:t>
            </a:r>
            <a:r>
              <a:rPr lang="ar" sz="2800">
                <a:solidFill>
                  <a:schemeClr val="tx1"/>
                </a:solidFill>
              </a:rPr>
              <a:t> </a:t>
            </a:r>
            <a:r>
              <a:rPr lang="ar" sz="2800" i="1">
                <a:solidFill>
                  <a:schemeClr val="tx1"/>
                </a:solidFill>
              </a:rPr>
              <a:t>مناقشة صفية</a:t>
            </a:r>
            <a:endParaRPr lang="en-GB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82B4-42E3-B3B5-EE70-8AB0CA2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56747"/>
            <a:ext cx="77456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هي أفضل الطرق لتسجيل هذه التعليقات بحيث تكون متاحة لك لاستخدامها في المستقبل؟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F2933B5-3B7A-F7E7-DCB2-B013F280A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552083"/>
            <a:ext cx="7745662" cy="177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يتعين عليك النظر بعين الاعتبار لما يلي: 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تدوين الملاحظات الرسمية وتسجيل الفيديو والتسجيل الصوتي وجداول النتائج والاستطلاعات (الورقية أو عبر الإنترنت) وما إلى ذلك.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65B1C-AAFE-0AFB-D3FE-730E3032F68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146562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ud 10">
            <a:extLst>
              <a:ext uri="{FF2B5EF4-FFF2-40B4-BE49-F238E27FC236}">
                <a16:creationId xmlns:a16="http://schemas.microsoft.com/office/drawing/2014/main" id="{A8052415-99F6-698F-EAB5-835D955F68BE}"/>
              </a:ext>
            </a:extLst>
          </p:cNvPr>
          <p:cNvSpPr/>
          <p:nvPr/>
        </p:nvSpPr>
        <p:spPr>
          <a:xfrm>
            <a:off x="2843807" y="2711120"/>
            <a:ext cx="1573556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DF7FC674-2EEF-A492-0F4F-CC0E9D98FB64}"/>
              </a:ext>
            </a:extLst>
          </p:cNvPr>
          <p:cNvSpPr/>
          <p:nvPr/>
        </p:nvSpPr>
        <p:spPr>
          <a:xfrm>
            <a:off x="6738963" y="3781160"/>
            <a:ext cx="1963367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92E8AEC-84FB-DB8B-CC83-1D9056855166}"/>
              </a:ext>
            </a:extLst>
          </p:cNvPr>
          <p:cNvSpPr/>
          <p:nvPr/>
        </p:nvSpPr>
        <p:spPr>
          <a:xfrm>
            <a:off x="2671686" y="3843504"/>
            <a:ext cx="2340907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32E6F941-2074-0EBA-797E-2C1FDE428BE4}"/>
              </a:ext>
            </a:extLst>
          </p:cNvPr>
          <p:cNvSpPr/>
          <p:nvPr/>
        </p:nvSpPr>
        <p:spPr>
          <a:xfrm>
            <a:off x="4318503" y="5077320"/>
            <a:ext cx="3168352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D5515812-7598-BDE9-62DC-7F097EDB46DD}"/>
              </a:ext>
            </a:extLst>
          </p:cNvPr>
          <p:cNvSpPr/>
          <p:nvPr/>
        </p:nvSpPr>
        <p:spPr>
          <a:xfrm>
            <a:off x="271889" y="3127077"/>
            <a:ext cx="1852072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096C78C0-8848-01C6-3657-9CAD0157FA4B}"/>
              </a:ext>
            </a:extLst>
          </p:cNvPr>
          <p:cNvSpPr/>
          <p:nvPr/>
        </p:nvSpPr>
        <p:spPr>
          <a:xfrm>
            <a:off x="5261825" y="3194426"/>
            <a:ext cx="1307420" cy="94726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/>
          </a:p>
        </p:txBody>
      </p:sp>
      <p:sp>
        <p:nvSpPr>
          <p:cNvPr id="38914" name="Title 2">
            <a:extLst>
              <a:ext uri="{FF2B5EF4-FFF2-40B4-BE49-F238E27FC236}">
                <a16:creationId xmlns:a16="http://schemas.microsoft.com/office/drawing/2014/main" id="{B1AFB788-FB0B-F193-BC90-5622D88A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873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600"/>
              <a:t>ب2: مراجعة أداء حل النموذج الأولي</a:t>
            </a:r>
          </a:p>
        </p:txBody>
      </p:sp>
      <p:sp>
        <p:nvSpPr>
          <p:cNvPr id="38915" name="Content Placeholder 3">
            <a:extLst>
              <a:ext uri="{FF2B5EF4-FFF2-40B4-BE49-F238E27FC236}">
                <a16:creationId xmlns:a16="http://schemas.microsoft.com/office/drawing/2014/main" id="{1EF0EFE0-6D88-B4E9-0C64-BF11145A0CB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68589" y="2486091"/>
            <a:ext cx="6985000" cy="587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sz="2800" b="1" dirty="0">
                <a:solidFill>
                  <a:srgbClr val="FF0000"/>
                </a:solidFill>
              </a:rPr>
              <a:t>هل النموذج الأولي الخاص بك... </a:t>
            </a:r>
            <a:endParaRPr lang="en-GB" altLang="en-US" b="1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985A0F8-5759-F75A-4D43-8AD1A3DE8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5368924"/>
            <a:ext cx="3168352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2800" b="1" kern="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.... حسب الطلب؟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C394AF-1740-65C2-905F-FF2BD71A8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209" y="3335304"/>
            <a:ext cx="1307420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Font typeface="Wingdings" panose="05000000000000000000" pitchFamily="2" charset="2"/>
              <a:buNone/>
            </a:pPr>
            <a:r>
              <a:rPr lang="ar" sz="2800" b="1" i="1" kern="0" dirty="0">
                <a:solidFill>
                  <a:srgbClr val="0070C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عمل 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7F42E-F5B6-2EF6-89C9-4FDAD56D4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291" y="2899866"/>
            <a:ext cx="973151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Font typeface="Wingdings" panose="05000000000000000000" pitchFamily="2" charset="2"/>
              <a:buNone/>
            </a:pPr>
            <a:r>
              <a:rPr lang="ar" sz="2800" b="1" i="1" kern="0" dirty="0">
                <a:solidFill>
                  <a:schemeClr val="accent6">
                    <a:lumMod val="75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بدا</a:t>
            </a:r>
            <a:endParaRPr lang="en-GB" altLang="en-US" b="1" i="1" kern="0" dirty="0">
              <a:solidFill>
                <a:schemeClr val="accent6">
                  <a:lumMod val="75000"/>
                </a:scheme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56DCA13-D528-6158-21AD-5128F18FA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970" y="3942613"/>
            <a:ext cx="1317225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Font typeface="Wingdings" panose="05000000000000000000" pitchFamily="2" charset="2"/>
              <a:buNone/>
            </a:pPr>
            <a:r>
              <a:rPr lang="ar" sz="2800" b="1" i="1" kern="0" dirty="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أدى 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4C25A92-60D3-8DA1-0E1A-8011D758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489" y="5318041"/>
            <a:ext cx="2649003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Font typeface="Wingdings" panose="05000000000000000000" pitchFamily="2" charset="2"/>
              <a:buNone/>
            </a:pPr>
            <a:r>
              <a:rPr lang="ar" sz="2800" b="1" i="1" kern="0" dirty="0">
                <a:solidFill>
                  <a:srgbClr val="008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اجتاز الاختبارات 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1231789-B40C-E966-4EC3-4228B0F09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055" y="3993753"/>
            <a:ext cx="2170360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2800" b="1" i="1" kern="0" dirty="0">
                <a:solidFill>
                  <a:srgbClr val="CC33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الطاقة</a:t>
            </a: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0321-544D-0948-ED68-12F2AD52870E}"/>
              </a:ext>
            </a:extLst>
          </p:cNvPr>
          <p:cNvSpPr txBox="1"/>
          <p:nvPr/>
        </p:nvSpPr>
        <p:spPr>
          <a:xfrm>
            <a:off x="105601" y="3073374"/>
            <a:ext cx="163766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800" b="1" i="1" kern="0" dirty="0">
                <a:solidFill>
                  <a:srgbClr val="FF66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راعى التصميم</a:t>
            </a:r>
            <a:endParaRPr lang="en-GB" sz="2800" dirty="0">
              <a:solidFill>
                <a:srgbClr val="FF66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DDAEF15-6C78-DC6C-C9ED-A997C5177C2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095639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notebook with a diagram on it&#10;&#10;Description automatically generated">
            <a:extLst>
              <a:ext uri="{FF2B5EF4-FFF2-40B4-BE49-F238E27FC236}">
                <a16:creationId xmlns:a16="http://schemas.microsoft.com/office/drawing/2014/main" id="{E4C79010-89E4-CE46-A1F3-869B2D459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015" y="4329110"/>
            <a:ext cx="1624264" cy="1624264"/>
          </a:xfrm>
          <a:prstGeom prst="rect">
            <a:avLst/>
          </a:prstGeom>
        </p:spPr>
      </p:pic>
      <p:pic>
        <p:nvPicPr>
          <p:cNvPr id="3" name="Picture 5" descr="A diagram of different colored rectangles&#10;&#10;Description automatically generated">
            <a:extLst>
              <a:ext uri="{FF2B5EF4-FFF2-40B4-BE49-F238E27FC236}">
                <a16:creationId xmlns:a16="http://schemas.microsoft.com/office/drawing/2014/main" id="{5119225D-3109-2529-2EF6-A72D5281C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859" y="4270314"/>
            <a:ext cx="2347339" cy="1292021"/>
          </a:xfrm>
          <a:prstGeom prst="rect">
            <a:avLst/>
          </a:prstGeom>
        </p:spPr>
      </p:pic>
      <p:sp>
        <p:nvSpPr>
          <p:cNvPr id="38914" name="Title 2">
            <a:extLst>
              <a:ext uri="{FF2B5EF4-FFF2-40B4-BE49-F238E27FC236}">
                <a16:creationId xmlns:a16="http://schemas.microsoft.com/office/drawing/2014/main" id="{B1AFB788-FB0B-F193-BC90-5622D88A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7934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600"/>
              <a:t>(ب3): مراجعة نهجك لحل المشكلات</a:t>
            </a: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54EFAE17-7981-AAE6-DB2D-EED23FE26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32" y="2676188"/>
            <a:ext cx="82295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1">
            <a:spAutoFit/>
          </a:bodyPr>
          <a:lstStyle>
            <a:lvl1pPr marL="2857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rtl="1"/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هذه هي فرصتك لإلقاء نظرة على أدائك الخاص - إعادة النظر في الأساليب السابقة هدف التعلم (أ).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8616DF6-5D77-252F-C0C6-A19D2909FD0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11802" y="4101211"/>
            <a:ext cx="1109470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1400" dirty="0"/>
              <a:t>الاحتفاظ بسجلات شاملة</a:t>
            </a:r>
          </a:p>
          <a:p>
            <a:pPr rtl="1"/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dirty="0"/>
              <a:t> </a:t>
            </a:r>
            <a:endParaRPr lang="en-GB" sz="1400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3191557-2A0F-AD67-8829-6F38DAFCB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9971" y="3927008"/>
            <a:ext cx="180230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اتباع نهج منظم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F9665BB-8121-06C9-05D7-C570A30B2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846" y="4856861"/>
            <a:ext cx="927392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المعلومات بشكل جيد</a:t>
            </a:r>
          </a:p>
          <a:p>
            <a:pPr marL="0" indent="0" rtl="1"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74DA35-BDAB-6D39-DE2B-803776082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463" y="5955686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إعداد الرسومات</a:t>
            </a:r>
          </a:p>
          <a:p>
            <a:pPr rtl="1"/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68A9DB9-2677-926C-9BD2-5AC1B62C8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485" y="5515517"/>
            <a:ext cx="1770124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النماذج</a:t>
            </a:r>
          </a:p>
          <a:p>
            <a:pPr rtl="1"/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035EA2-7AC8-013A-EC09-D50BB631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407" y="5413663"/>
            <a:ext cx="1397987" cy="34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تبسيط المشكلة</a:t>
            </a:r>
          </a:p>
          <a:p>
            <a:pPr rtl="1"/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57584E6-EAAC-972F-8403-1AB3DE518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15" y="3899854"/>
            <a:ext cx="1545409" cy="35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الخرائط الذهنية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425A668-570F-3F05-AED0-D6A4BC102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1411" y="4022703"/>
            <a:ext cx="1159974" cy="15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التصور</a:t>
            </a:r>
          </a:p>
          <a:p>
            <a:pPr marL="0" indent="0" rtl="1"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A4850A8-0F58-C6AE-B2E7-FCA3BEB5C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337" y="6841769"/>
            <a:ext cx="792080" cy="15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1595340-2F51-3C5D-39A2-8D1611596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3444" y="5990818"/>
            <a:ext cx="964899" cy="36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التحسين</a:t>
            </a:r>
          </a:p>
          <a:p>
            <a:pPr rtl="1"/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4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4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2438F1-6B3F-D0BD-80D3-1B4D4C8C879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273897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2">
            <a:extLst>
              <a:ext uri="{FF2B5EF4-FFF2-40B4-BE49-F238E27FC236}">
                <a16:creationId xmlns:a16="http://schemas.microsoft.com/office/drawing/2014/main" id="{5CB211B2-9089-771A-CF92-4BBE695F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3002"/>
            <a:ext cx="8229600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200"/>
              <a:t>ب4: مراجعة السلوكيات</a:t>
            </a:r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35F9495F-EE7B-F3C4-24AE-86462BA264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60519" y="3525939"/>
            <a:ext cx="2592288" cy="5041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algn="l" rtl="1">
              <a:buNone/>
            </a:pPr>
            <a:r>
              <a:rPr lang="ar" sz="1800"/>
              <a:t>حب الاطلاع والفضول</a:t>
            </a:r>
          </a:p>
          <a:p>
            <a:pPr algn="l" rtl="1"/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r>
              <a:rPr lang="ar" sz="1800"/>
              <a:t> </a:t>
            </a:r>
            <a:endParaRPr lang="en-GB" sz="1800" b="0" i="0" dirty="0">
              <a:solidFill>
                <a:srgbClr val="202124"/>
              </a:solidFill>
              <a:effectLst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>
              <a:solidFill>
                <a:srgbClr val="202124"/>
              </a:solidFill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C63A42E-F6B7-B3C6-44A8-9A70AA33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649" y="3667676"/>
            <a:ext cx="1249183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المهنية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D209DCD-66D1-BC63-9C04-1C5AA0BC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4358190"/>
            <a:ext cx="2592288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الانفتاح</a:t>
            </a:r>
          </a:p>
          <a:p>
            <a:pPr marL="0" indent="0" algn="l" rtl="1"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D6755F-5382-3609-FAA7-03B288F24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725" y="4584993"/>
            <a:ext cx="1720955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بالدهاء</a:t>
            </a:r>
          </a:p>
          <a:p>
            <a:pPr rtl="1"/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E9E8846-1466-C131-38A6-8923C397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194" y="5515896"/>
            <a:ext cx="2396486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روح التعاون</a:t>
            </a:r>
          </a:p>
          <a:p>
            <a:pPr algn="l" rtl="1"/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l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B79D-F1E0-6109-66D3-F4543055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626" y="5411417"/>
            <a:ext cx="1380825" cy="5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المرونة</a:t>
            </a:r>
          </a:p>
          <a:p>
            <a:pPr marL="0" indent="0" rtl="1"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1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solidFill>
                <a:srgbClr val="20212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sz="1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DF181-309E-2943-3186-8977479064C1}"/>
              </a:ext>
            </a:extLst>
          </p:cNvPr>
          <p:cNvSpPr txBox="1"/>
          <p:nvPr/>
        </p:nvSpPr>
        <p:spPr>
          <a:xfrm>
            <a:off x="457200" y="2113740"/>
            <a:ext cx="851608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/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هذه هي فرصتك للنظر في سلوكياتك الخاصة - إعادة النظر في السلوكيات السابقة التي تمت مناقشتها في هدف التعلم (أ).</a:t>
            </a: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5E28F-5924-EBCE-AAF6-39EB8C7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9" y="3982648"/>
            <a:ext cx="1562078" cy="1652350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4502CC3-660D-ACC3-38B9-A67ABAEA151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694149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A0738F-EA51-CC17-7C44-28495DA60689}"/>
              </a:ext>
            </a:extLst>
          </p:cNvPr>
          <p:cNvSpPr>
            <a:spLocks noGrp="1"/>
          </p:cNvSpPr>
          <p:nvPr/>
        </p:nvSpPr>
        <p:spPr bwMode="auto">
          <a:xfrm>
            <a:off x="410737" y="1232559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2056149-7BDE-2CA4-CFE8-046E4142B26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07390" y="2335730"/>
            <a:ext cx="8431855" cy="380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الصور: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123RF: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Frank Admin 14,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Pedrosek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>
                <a:latin typeface="Sakkal Majalla" panose="02000000000000000000" pitchFamily="2" charset="-78"/>
                <a:cs typeface="Sakkal Majalla" panose="02000000000000000000" pitchFamily="2" charset="-78"/>
              </a:rPr>
              <a:t>25,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Pedrosek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35l; </a:t>
            </a:r>
          </a:p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بيرسون إديوكيشن ليمتد: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HL Studios 6&amp;7, Oxford Designers &amp; Illustrators Ltd 11&amp;18, Rob Judges 27</a:t>
            </a: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؛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Shutterstock: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Vician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5,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Audrius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Merfeldas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8,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WebCat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9&amp;10,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Volosovich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Igor 12&amp;13, Dmitry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Kalinovsky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15, Tatiana Popova 16&amp;17,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Haryigit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19, 20&amp;21,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Ananaline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22,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Nasirkhan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26&amp;35r,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Venimo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28,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Negovura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29&amp;36.</a:t>
            </a:r>
          </a:p>
          <a:p>
            <a:pPr marL="0" indent="0" rtl="1">
              <a:buNone/>
            </a:pPr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algn="l" rtl="0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20FE7B5-9BB8-F39B-A8DD-ABCF7040F92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A103000360229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5212293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361E95-C68F-46BB-84E3-99A578A27000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7012c9df-7563-46f6-96ee-cebd66fd5577"/>
    <ds:schemaRef ds:uri="f63d1639-2e8e-4dfe-b2d4-ff2deac9240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D95FDDD-5D30-434B-98CA-8C3844A192A7}"/>
</file>

<file path=docProps/app.xml><?xml version="1.0" encoding="utf-8"?>
<Properties xmlns="http://schemas.openxmlformats.org/officeDocument/2006/extended-properties" xmlns:vt="http://schemas.openxmlformats.org/officeDocument/2006/docPropsVTypes">
  <TotalTime>9187</TotalTime>
  <Words>1531</Words>
  <Application>Microsoft Office PowerPoint</Application>
  <PresentationFormat>On-screen Show (4:3)</PresentationFormat>
  <Paragraphs>785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37</vt:i4>
      </vt:variant>
    </vt:vector>
  </HeadingPairs>
  <TitlesOfParts>
    <vt:vector size="54" baseType="lpstr">
      <vt:lpstr>Arial</vt:lpstr>
      <vt:lpstr>Arial</vt:lpstr>
      <vt:lpstr>Calibri</vt:lpstr>
      <vt:lpstr>Calibri Light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2  مهارات التفكير في المسائل الهندسية لابتكار الحلول</vt:lpstr>
      <vt:lpstr>مهارات التفكير في المشكلات الهندسية</vt:lpstr>
      <vt:lpstr>أهداف التعلم</vt:lpstr>
      <vt:lpstr>هدف التعلم (أ)  </vt:lpstr>
      <vt:lpstr>(أ1): المبادئ الهندسية (1) - الكميات الأساسية</vt:lpstr>
      <vt:lpstr>الكميات الأساسية - مناقشة صفية</vt:lpstr>
      <vt:lpstr>الكميات الأساسية - مناقشة صفية</vt:lpstr>
      <vt:lpstr>المبادئ الهندسية (2) - خواص المواد</vt:lpstr>
      <vt:lpstr>خواص المواد - مناقشة صفية</vt:lpstr>
      <vt:lpstr>خواص المواد - مناقشة صفية</vt:lpstr>
      <vt:lpstr>المبادئ الهندسية (3) - القوى</vt:lpstr>
      <vt:lpstr>القوى - مناقشة صفية</vt:lpstr>
      <vt:lpstr>القوى - مناقشة صفية</vt:lpstr>
      <vt:lpstr>المبادئ الهندسية (4) - الآلات</vt:lpstr>
      <vt:lpstr>المبادئ الهندسية (5) - الحركة</vt:lpstr>
      <vt:lpstr>الحركة - مناقشة صفية</vt:lpstr>
      <vt:lpstr>الحركة - مناقشة صفية</vt:lpstr>
      <vt:lpstr>المبادئ الهندسية (6) - الطاقة</vt:lpstr>
      <vt:lpstr>المبادئ الهندسية (7) - الكهرباء</vt:lpstr>
      <vt:lpstr>الكهرباء - مناقشة صفية</vt:lpstr>
      <vt:lpstr>الكهرباء - مناقشة صفية</vt:lpstr>
      <vt:lpstr>أ2: النهج التكراري لحل المشكلات</vt:lpstr>
      <vt:lpstr>النهج التكراري - مناقشة صفية</vt:lpstr>
      <vt:lpstr>النهج التكراري - مناقشة صفية</vt:lpstr>
      <vt:lpstr>أ3: مناهج لتسهيل حل المشكلات (1)</vt:lpstr>
      <vt:lpstr>مناهج لتسهيل حل المشكلات (2)</vt:lpstr>
      <vt:lpstr>أ4: النماذج الأولية</vt:lpstr>
      <vt:lpstr>الاختبار</vt:lpstr>
      <vt:lpstr>أ5: السلوكيات  سيتحلى المهندس الناجح بالخصائص التالية </vt:lpstr>
      <vt:lpstr>هدف التعلم (ب)  </vt:lpstr>
      <vt:lpstr>ب1: مراجعة الأقران</vt:lpstr>
      <vt:lpstr>مراجعة الأقران - مناقشة صفية</vt:lpstr>
      <vt:lpstr>مراجعة الأقران - مناقشة صفية</vt:lpstr>
      <vt:lpstr>ب2: مراجعة أداء حل النموذج الأولي</vt:lpstr>
      <vt:lpstr>(ب3): مراجعة نهجك لحل المشكلات</vt:lpstr>
      <vt:lpstr>ب4: مراجعة السلوكيات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109</cp:revision>
  <dcterms:created xsi:type="dcterms:W3CDTF">2020-07-15T07:14:47Z</dcterms:created>
  <dcterms:modified xsi:type="dcterms:W3CDTF">2023-08-26T21:10:29Z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